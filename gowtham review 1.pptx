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7016" y="1725467"/>
            <a:ext cx="1142364" cy="427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56.png"/><Relationship Id="rId7" Type="http://schemas.openxmlformats.org/officeDocument/2006/relationships/image" Target="../media/image8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26" Type="http://schemas.openxmlformats.org/officeDocument/2006/relationships/image" Target="../media/image115.png"/><Relationship Id="rId3" Type="http://schemas.openxmlformats.org/officeDocument/2006/relationships/image" Target="../media/image92.png"/><Relationship Id="rId21" Type="http://schemas.openxmlformats.org/officeDocument/2006/relationships/image" Target="../media/image110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5" Type="http://schemas.openxmlformats.org/officeDocument/2006/relationships/image" Target="../media/image114.png"/><Relationship Id="rId2" Type="http://schemas.openxmlformats.org/officeDocument/2006/relationships/image" Target="../media/image73.png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29" Type="http://schemas.openxmlformats.org/officeDocument/2006/relationships/image" Target="../media/image1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24" Type="http://schemas.openxmlformats.org/officeDocument/2006/relationships/image" Target="../media/image113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23" Type="http://schemas.openxmlformats.org/officeDocument/2006/relationships/image" Target="../media/image112.png"/><Relationship Id="rId28" Type="http://schemas.openxmlformats.org/officeDocument/2006/relationships/image" Target="../media/image117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Relationship Id="rId22" Type="http://schemas.openxmlformats.org/officeDocument/2006/relationships/image" Target="../media/image111.png"/><Relationship Id="rId27" Type="http://schemas.openxmlformats.org/officeDocument/2006/relationships/image" Target="../media/image1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jp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73.png"/><Relationship Id="rId7" Type="http://schemas.openxmlformats.org/officeDocument/2006/relationships/image" Target="../media/image126.jp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1.pn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73.png"/><Relationship Id="rId7" Type="http://schemas.openxmlformats.org/officeDocument/2006/relationships/image" Target="../media/image130.jp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90861" y="0"/>
            <a:ext cx="5113655" cy="1499870"/>
          </a:xfrm>
          <a:custGeom>
            <a:avLst/>
            <a:gdLst/>
            <a:ahLst/>
            <a:cxnLst/>
            <a:rect l="l" t="t" r="r" b="b"/>
            <a:pathLst>
              <a:path w="5113655" h="1499870">
                <a:moveTo>
                  <a:pt x="0" y="0"/>
                </a:moveTo>
                <a:lnTo>
                  <a:pt x="36628" y="31892"/>
                </a:lnTo>
                <a:lnTo>
                  <a:pt x="74137" y="64017"/>
                </a:lnTo>
                <a:lnTo>
                  <a:pt x="111910" y="95842"/>
                </a:lnTo>
                <a:lnTo>
                  <a:pt x="149945" y="127361"/>
                </a:lnTo>
                <a:lnTo>
                  <a:pt x="188240" y="158575"/>
                </a:lnTo>
                <a:lnTo>
                  <a:pt x="226797" y="189481"/>
                </a:lnTo>
                <a:lnTo>
                  <a:pt x="265607" y="220078"/>
                </a:lnTo>
                <a:lnTo>
                  <a:pt x="304675" y="250364"/>
                </a:lnTo>
                <a:lnTo>
                  <a:pt x="343996" y="280337"/>
                </a:lnTo>
                <a:lnTo>
                  <a:pt x="383569" y="309993"/>
                </a:lnTo>
                <a:lnTo>
                  <a:pt x="423390" y="339334"/>
                </a:lnTo>
                <a:lnTo>
                  <a:pt x="463459" y="368355"/>
                </a:lnTo>
                <a:lnTo>
                  <a:pt x="503775" y="397055"/>
                </a:lnTo>
                <a:lnTo>
                  <a:pt x="544333" y="425433"/>
                </a:lnTo>
                <a:lnTo>
                  <a:pt x="585134" y="453486"/>
                </a:lnTo>
                <a:lnTo>
                  <a:pt x="626177" y="481214"/>
                </a:lnTo>
                <a:lnTo>
                  <a:pt x="667456" y="508613"/>
                </a:lnTo>
                <a:lnTo>
                  <a:pt x="708972" y="535682"/>
                </a:lnTo>
                <a:lnTo>
                  <a:pt x="750723" y="562418"/>
                </a:lnTo>
                <a:lnTo>
                  <a:pt x="792708" y="588822"/>
                </a:lnTo>
                <a:lnTo>
                  <a:pt x="834921" y="614889"/>
                </a:lnTo>
                <a:lnTo>
                  <a:pt x="877366" y="640619"/>
                </a:lnTo>
                <a:lnTo>
                  <a:pt x="920035" y="666009"/>
                </a:lnTo>
                <a:lnTo>
                  <a:pt x="962932" y="691058"/>
                </a:lnTo>
                <a:lnTo>
                  <a:pt x="1006051" y="715763"/>
                </a:lnTo>
                <a:lnTo>
                  <a:pt x="1049391" y="740124"/>
                </a:lnTo>
                <a:lnTo>
                  <a:pt x="1092952" y="764137"/>
                </a:lnTo>
                <a:lnTo>
                  <a:pt x="1136730" y="787802"/>
                </a:lnTo>
                <a:lnTo>
                  <a:pt x="1180725" y="811117"/>
                </a:lnTo>
                <a:lnTo>
                  <a:pt x="1224932" y="834078"/>
                </a:lnTo>
                <a:lnTo>
                  <a:pt x="1269353" y="856685"/>
                </a:lnTo>
                <a:lnTo>
                  <a:pt x="1313983" y="878936"/>
                </a:lnTo>
                <a:lnTo>
                  <a:pt x="1358822" y="900829"/>
                </a:lnTo>
                <a:lnTo>
                  <a:pt x="1403866" y="922362"/>
                </a:lnTo>
                <a:lnTo>
                  <a:pt x="1449117" y="943532"/>
                </a:lnTo>
                <a:lnTo>
                  <a:pt x="1494570" y="964339"/>
                </a:lnTo>
                <a:lnTo>
                  <a:pt x="1540223" y="984780"/>
                </a:lnTo>
                <a:lnTo>
                  <a:pt x="1586075" y="1004854"/>
                </a:lnTo>
                <a:lnTo>
                  <a:pt x="1632126" y="1024558"/>
                </a:lnTo>
                <a:lnTo>
                  <a:pt x="1678369" y="1043891"/>
                </a:lnTo>
                <a:lnTo>
                  <a:pt x="1724808" y="1062851"/>
                </a:lnTo>
                <a:lnTo>
                  <a:pt x="1771439" y="1081436"/>
                </a:lnTo>
                <a:lnTo>
                  <a:pt x="1818259" y="1099643"/>
                </a:lnTo>
                <a:lnTo>
                  <a:pt x="1865265" y="1117473"/>
                </a:lnTo>
                <a:lnTo>
                  <a:pt x="1912458" y="1134921"/>
                </a:lnTo>
                <a:lnTo>
                  <a:pt x="1959836" y="1151987"/>
                </a:lnTo>
                <a:lnTo>
                  <a:pt x="2007396" y="1168668"/>
                </a:lnTo>
                <a:lnTo>
                  <a:pt x="2055134" y="1184963"/>
                </a:lnTo>
                <a:lnTo>
                  <a:pt x="2103054" y="1200871"/>
                </a:lnTo>
                <a:lnTo>
                  <a:pt x="2151149" y="1216388"/>
                </a:lnTo>
                <a:lnTo>
                  <a:pt x="2199417" y="1231512"/>
                </a:lnTo>
                <a:lnTo>
                  <a:pt x="2247860" y="1246244"/>
                </a:lnTo>
                <a:lnTo>
                  <a:pt x="2296473" y="1260579"/>
                </a:lnTo>
                <a:lnTo>
                  <a:pt x="2345255" y="1274517"/>
                </a:lnTo>
                <a:lnTo>
                  <a:pt x="2394205" y="1288057"/>
                </a:lnTo>
                <a:lnTo>
                  <a:pt x="2443320" y="1301194"/>
                </a:lnTo>
                <a:lnTo>
                  <a:pt x="2492598" y="1313928"/>
                </a:lnTo>
                <a:lnTo>
                  <a:pt x="2542038" y="1326258"/>
                </a:lnTo>
                <a:lnTo>
                  <a:pt x="2591637" y="1338180"/>
                </a:lnTo>
                <a:lnTo>
                  <a:pt x="2641394" y="1349695"/>
                </a:lnTo>
                <a:lnTo>
                  <a:pt x="2691307" y="1360798"/>
                </a:lnTo>
                <a:lnTo>
                  <a:pt x="2741375" y="1371489"/>
                </a:lnTo>
                <a:lnTo>
                  <a:pt x="2791593" y="1381765"/>
                </a:lnTo>
                <a:lnTo>
                  <a:pt x="2841964" y="1391625"/>
                </a:lnTo>
                <a:lnTo>
                  <a:pt x="2892483" y="1401067"/>
                </a:lnTo>
                <a:lnTo>
                  <a:pt x="2943148" y="1410089"/>
                </a:lnTo>
                <a:lnTo>
                  <a:pt x="2993957" y="1418689"/>
                </a:lnTo>
                <a:lnTo>
                  <a:pt x="3044909" y="1426866"/>
                </a:lnTo>
                <a:lnTo>
                  <a:pt x="3096004" y="1434617"/>
                </a:lnTo>
                <a:lnTo>
                  <a:pt x="3147236" y="1441941"/>
                </a:lnTo>
                <a:lnTo>
                  <a:pt x="3198606" y="1448835"/>
                </a:lnTo>
                <a:lnTo>
                  <a:pt x="3250110" y="1455298"/>
                </a:lnTo>
                <a:lnTo>
                  <a:pt x="3301750" y="1461328"/>
                </a:lnTo>
                <a:lnTo>
                  <a:pt x="3353520" y="1466922"/>
                </a:lnTo>
                <a:lnTo>
                  <a:pt x="3405418" y="1472080"/>
                </a:lnTo>
                <a:lnTo>
                  <a:pt x="3457448" y="1476799"/>
                </a:lnTo>
                <a:lnTo>
                  <a:pt x="3509602" y="1481078"/>
                </a:lnTo>
                <a:lnTo>
                  <a:pt x="3561878" y="1484915"/>
                </a:lnTo>
                <a:lnTo>
                  <a:pt x="3614279" y="1488307"/>
                </a:lnTo>
                <a:lnTo>
                  <a:pt x="3666801" y="1491252"/>
                </a:lnTo>
                <a:lnTo>
                  <a:pt x="3719440" y="1493750"/>
                </a:lnTo>
                <a:lnTo>
                  <a:pt x="3772195" y="1495798"/>
                </a:lnTo>
                <a:lnTo>
                  <a:pt x="3825065" y="1497394"/>
                </a:lnTo>
                <a:lnTo>
                  <a:pt x="3878049" y="1498536"/>
                </a:lnTo>
                <a:lnTo>
                  <a:pt x="3931144" y="1499223"/>
                </a:lnTo>
                <a:lnTo>
                  <a:pt x="3984349" y="1499452"/>
                </a:lnTo>
                <a:lnTo>
                  <a:pt x="4037551" y="1499223"/>
                </a:lnTo>
                <a:lnTo>
                  <a:pt x="4090647" y="1498536"/>
                </a:lnTo>
                <a:lnTo>
                  <a:pt x="4143628" y="1497394"/>
                </a:lnTo>
                <a:lnTo>
                  <a:pt x="4196500" y="1495798"/>
                </a:lnTo>
                <a:lnTo>
                  <a:pt x="4249254" y="1493750"/>
                </a:lnTo>
                <a:lnTo>
                  <a:pt x="4301895" y="1491252"/>
                </a:lnTo>
                <a:lnTo>
                  <a:pt x="4354416" y="1488307"/>
                </a:lnTo>
                <a:lnTo>
                  <a:pt x="4406816" y="1484915"/>
                </a:lnTo>
                <a:lnTo>
                  <a:pt x="4459093" y="1481078"/>
                </a:lnTo>
                <a:lnTo>
                  <a:pt x="4511247" y="1476799"/>
                </a:lnTo>
                <a:lnTo>
                  <a:pt x="4563276" y="1472080"/>
                </a:lnTo>
                <a:lnTo>
                  <a:pt x="4615176" y="1466922"/>
                </a:lnTo>
                <a:lnTo>
                  <a:pt x="4666946" y="1461328"/>
                </a:lnTo>
                <a:lnTo>
                  <a:pt x="4718586" y="1455298"/>
                </a:lnTo>
                <a:lnTo>
                  <a:pt x="4770089" y="1448835"/>
                </a:lnTo>
                <a:lnTo>
                  <a:pt x="4821460" y="1441941"/>
                </a:lnTo>
                <a:lnTo>
                  <a:pt x="4872693" y="1434617"/>
                </a:lnTo>
                <a:lnTo>
                  <a:pt x="4923785" y="1426866"/>
                </a:lnTo>
                <a:lnTo>
                  <a:pt x="4974738" y="1418689"/>
                </a:lnTo>
                <a:lnTo>
                  <a:pt x="5025548" y="1410089"/>
                </a:lnTo>
                <a:lnTo>
                  <a:pt x="5076212" y="1401067"/>
                </a:lnTo>
                <a:lnTo>
                  <a:pt x="5113545" y="1394090"/>
                </a:lnTo>
              </a:path>
            </a:pathLst>
          </a:custGeom>
          <a:ln w="566264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98701"/>
            <a:ext cx="1134745" cy="7050405"/>
          </a:xfrm>
          <a:custGeom>
            <a:avLst/>
            <a:gdLst/>
            <a:ahLst/>
            <a:cxnLst/>
            <a:rect l="l" t="t" r="r" b="b"/>
            <a:pathLst>
              <a:path w="1134745" h="7050405">
                <a:moveTo>
                  <a:pt x="0" y="7049805"/>
                </a:moveTo>
                <a:lnTo>
                  <a:pt x="31537" y="7005586"/>
                </a:lnTo>
                <a:lnTo>
                  <a:pt x="59927" y="6965025"/>
                </a:lnTo>
                <a:lnTo>
                  <a:pt x="87991" y="6924222"/>
                </a:lnTo>
                <a:lnTo>
                  <a:pt x="115730" y="6883181"/>
                </a:lnTo>
                <a:lnTo>
                  <a:pt x="143139" y="6841898"/>
                </a:lnTo>
                <a:lnTo>
                  <a:pt x="170219" y="6800381"/>
                </a:lnTo>
                <a:lnTo>
                  <a:pt x="196965" y="6758629"/>
                </a:lnTo>
                <a:lnTo>
                  <a:pt x="223379" y="6716644"/>
                </a:lnTo>
                <a:lnTo>
                  <a:pt x="249457" y="6674427"/>
                </a:lnTo>
                <a:lnTo>
                  <a:pt x="275196" y="6631983"/>
                </a:lnTo>
                <a:lnTo>
                  <a:pt x="300597" y="6589311"/>
                </a:lnTo>
                <a:lnTo>
                  <a:pt x="325655" y="6546414"/>
                </a:lnTo>
                <a:lnTo>
                  <a:pt x="350371" y="6503293"/>
                </a:lnTo>
                <a:lnTo>
                  <a:pt x="374740" y="6459951"/>
                </a:lnTo>
                <a:lnTo>
                  <a:pt x="398763" y="6416390"/>
                </a:lnTo>
                <a:lnTo>
                  <a:pt x="422438" y="6372610"/>
                </a:lnTo>
                <a:lnTo>
                  <a:pt x="445761" y="6328615"/>
                </a:lnTo>
                <a:lnTo>
                  <a:pt x="468732" y="6284405"/>
                </a:lnTo>
                <a:lnTo>
                  <a:pt x="491348" y="6239983"/>
                </a:lnTo>
                <a:lnTo>
                  <a:pt x="513607" y="6195352"/>
                </a:lnTo>
                <a:lnTo>
                  <a:pt x="535508" y="6150512"/>
                </a:lnTo>
                <a:lnTo>
                  <a:pt x="557049" y="6105465"/>
                </a:lnTo>
                <a:lnTo>
                  <a:pt x="578228" y="6060213"/>
                </a:lnTo>
                <a:lnTo>
                  <a:pt x="599043" y="6014759"/>
                </a:lnTo>
                <a:lnTo>
                  <a:pt x="619492" y="5969105"/>
                </a:lnTo>
                <a:lnTo>
                  <a:pt x="639573" y="5923251"/>
                </a:lnTo>
                <a:lnTo>
                  <a:pt x="659285" y="5877200"/>
                </a:lnTo>
                <a:lnTo>
                  <a:pt x="678626" y="5830953"/>
                </a:lnTo>
                <a:lnTo>
                  <a:pt x="697593" y="5784513"/>
                </a:lnTo>
                <a:lnTo>
                  <a:pt x="716185" y="5737881"/>
                </a:lnTo>
                <a:lnTo>
                  <a:pt x="734399" y="5691061"/>
                </a:lnTo>
                <a:lnTo>
                  <a:pt x="752236" y="5644051"/>
                </a:lnTo>
                <a:lnTo>
                  <a:pt x="769691" y="5596857"/>
                </a:lnTo>
                <a:lnTo>
                  <a:pt x="786763" y="5549478"/>
                </a:lnTo>
                <a:lnTo>
                  <a:pt x="803451" y="5501918"/>
                </a:lnTo>
                <a:lnTo>
                  <a:pt x="819753" y="5454176"/>
                </a:lnTo>
                <a:lnTo>
                  <a:pt x="835666" y="5406256"/>
                </a:lnTo>
                <a:lnTo>
                  <a:pt x="851189" y="5358160"/>
                </a:lnTo>
                <a:lnTo>
                  <a:pt x="866320" y="5309888"/>
                </a:lnTo>
                <a:lnTo>
                  <a:pt x="881057" y="5261445"/>
                </a:lnTo>
                <a:lnTo>
                  <a:pt x="895399" y="5212831"/>
                </a:lnTo>
                <a:lnTo>
                  <a:pt x="909342" y="5164046"/>
                </a:lnTo>
                <a:lnTo>
                  <a:pt x="922886" y="5115096"/>
                </a:lnTo>
                <a:lnTo>
                  <a:pt x="936029" y="5065980"/>
                </a:lnTo>
                <a:lnTo>
                  <a:pt x="948767" y="5016700"/>
                </a:lnTo>
                <a:lnTo>
                  <a:pt x="961102" y="4967258"/>
                </a:lnTo>
                <a:lnTo>
                  <a:pt x="973029" y="4917657"/>
                </a:lnTo>
                <a:lnTo>
                  <a:pt x="984548" y="4867898"/>
                </a:lnTo>
                <a:lnTo>
                  <a:pt x="995655" y="4817983"/>
                </a:lnTo>
                <a:lnTo>
                  <a:pt x="1006350" y="4767914"/>
                </a:lnTo>
                <a:lnTo>
                  <a:pt x="1016630" y="4717693"/>
                </a:lnTo>
                <a:lnTo>
                  <a:pt x="1026495" y="4667322"/>
                </a:lnTo>
                <a:lnTo>
                  <a:pt x="1035940" y="4616801"/>
                </a:lnTo>
                <a:lnTo>
                  <a:pt x="1044966" y="4566135"/>
                </a:lnTo>
                <a:lnTo>
                  <a:pt x="1053569" y="4515323"/>
                </a:lnTo>
                <a:lnTo>
                  <a:pt x="1061749" y="4464369"/>
                </a:lnTo>
                <a:lnTo>
                  <a:pt x="1069503" y="4413274"/>
                </a:lnTo>
                <a:lnTo>
                  <a:pt x="1076829" y="4362040"/>
                </a:lnTo>
                <a:lnTo>
                  <a:pt x="1083726" y="4310669"/>
                </a:lnTo>
                <a:lnTo>
                  <a:pt x="1090191" y="4259162"/>
                </a:lnTo>
                <a:lnTo>
                  <a:pt x="1096224" y="4207522"/>
                </a:lnTo>
                <a:lnTo>
                  <a:pt x="1101821" y="4155750"/>
                </a:lnTo>
                <a:lnTo>
                  <a:pt x="1106981" y="4103848"/>
                </a:lnTo>
                <a:lnTo>
                  <a:pt x="1111702" y="4051819"/>
                </a:lnTo>
                <a:lnTo>
                  <a:pt x="1115982" y="3999663"/>
                </a:lnTo>
                <a:lnTo>
                  <a:pt x="1119820" y="3947383"/>
                </a:lnTo>
                <a:lnTo>
                  <a:pt x="1123213" y="3894981"/>
                </a:lnTo>
                <a:lnTo>
                  <a:pt x="1126160" y="3842459"/>
                </a:lnTo>
                <a:lnTo>
                  <a:pt x="1128659" y="3789817"/>
                </a:lnTo>
                <a:lnTo>
                  <a:pt x="1130707" y="3737060"/>
                </a:lnTo>
                <a:lnTo>
                  <a:pt x="1132304" y="3684188"/>
                </a:lnTo>
                <a:lnTo>
                  <a:pt x="1133447" y="3631203"/>
                </a:lnTo>
                <a:lnTo>
                  <a:pt x="1134134" y="3578107"/>
                </a:lnTo>
                <a:lnTo>
                  <a:pt x="1134363" y="3524902"/>
                </a:lnTo>
                <a:lnTo>
                  <a:pt x="1134134" y="3471697"/>
                </a:lnTo>
                <a:lnTo>
                  <a:pt x="1133447" y="3418601"/>
                </a:lnTo>
                <a:lnTo>
                  <a:pt x="1132304" y="3365615"/>
                </a:lnTo>
                <a:lnTo>
                  <a:pt x="1130707" y="3312742"/>
                </a:lnTo>
                <a:lnTo>
                  <a:pt x="1128659" y="3259985"/>
                </a:lnTo>
                <a:lnTo>
                  <a:pt x="1126160" y="3207345"/>
                </a:lnTo>
                <a:lnTo>
                  <a:pt x="1123213" y="3154822"/>
                </a:lnTo>
                <a:lnTo>
                  <a:pt x="1119820" y="3102420"/>
                </a:lnTo>
                <a:lnTo>
                  <a:pt x="1115982" y="3050141"/>
                </a:lnTo>
                <a:lnTo>
                  <a:pt x="1111702" y="2997985"/>
                </a:lnTo>
                <a:lnTo>
                  <a:pt x="1106981" y="2945956"/>
                </a:lnTo>
                <a:lnTo>
                  <a:pt x="1101821" y="2894054"/>
                </a:lnTo>
                <a:lnTo>
                  <a:pt x="1096224" y="2842282"/>
                </a:lnTo>
                <a:lnTo>
                  <a:pt x="1090191" y="2790642"/>
                </a:lnTo>
                <a:lnTo>
                  <a:pt x="1083726" y="2739135"/>
                </a:lnTo>
                <a:lnTo>
                  <a:pt x="1076829" y="2687763"/>
                </a:lnTo>
                <a:lnTo>
                  <a:pt x="1069503" y="2636529"/>
                </a:lnTo>
                <a:lnTo>
                  <a:pt x="1061749" y="2585434"/>
                </a:lnTo>
                <a:lnTo>
                  <a:pt x="1053569" y="2534480"/>
                </a:lnTo>
                <a:lnTo>
                  <a:pt x="1044966" y="2483668"/>
                </a:lnTo>
                <a:lnTo>
                  <a:pt x="1035940" y="2433002"/>
                </a:lnTo>
                <a:lnTo>
                  <a:pt x="1026495" y="2382482"/>
                </a:lnTo>
                <a:lnTo>
                  <a:pt x="1016630" y="2332110"/>
                </a:lnTo>
                <a:lnTo>
                  <a:pt x="1006350" y="2281889"/>
                </a:lnTo>
                <a:lnTo>
                  <a:pt x="995655" y="2231820"/>
                </a:lnTo>
                <a:lnTo>
                  <a:pt x="984548" y="2181906"/>
                </a:lnTo>
                <a:lnTo>
                  <a:pt x="973029" y="2132147"/>
                </a:lnTo>
                <a:lnTo>
                  <a:pt x="961102" y="2082546"/>
                </a:lnTo>
                <a:lnTo>
                  <a:pt x="948767" y="2033104"/>
                </a:lnTo>
                <a:lnTo>
                  <a:pt x="936029" y="1983825"/>
                </a:lnTo>
                <a:lnTo>
                  <a:pt x="922886" y="1934707"/>
                </a:lnTo>
                <a:lnTo>
                  <a:pt x="909342" y="1885757"/>
                </a:lnTo>
                <a:lnTo>
                  <a:pt x="895399" y="1836973"/>
                </a:lnTo>
                <a:lnTo>
                  <a:pt x="881057" y="1788359"/>
                </a:lnTo>
                <a:lnTo>
                  <a:pt x="866320" y="1739914"/>
                </a:lnTo>
                <a:lnTo>
                  <a:pt x="851189" y="1691644"/>
                </a:lnTo>
                <a:lnTo>
                  <a:pt x="835666" y="1643547"/>
                </a:lnTo>
                <a:lnTo>
                  <a:pt x="819753" y="1595627"/>
                </a:lnTo>
                <a:lnTo>
                  <a:pt x="803451" y="1547886"/>
                </a:lnTo>
                <a:lnTo>
                  <a:pt x="786763" y="1500325"/>
                </a:lnTo>
                <a:lnTo>
                  <a:pt x="769691" y="1452946"/>
                </a:lnTo>
                <a:lnTo>
                  <a:pt x="752236" y="1405752"/>
                </a:lnTo>
                <a:lnTo>
                  <a:pt x="734399" y="1358743"/>
                </a:lnTo>
                <a:lnTo>
                  <a:pt x="716185" y="1311921"/>
                </a:lnTo>
                <a:lnTo>
                  <a:pt x="697593" y="1265290"/>
                </a:lnTo>
                <a:lnTo>
                  <a:pt x="678626" y="1218851"/>
                </a:lnTo>
                <a:lnTo>
                  <a:pt x="659285" y="1172604"/>
                </a:lnTo>
                <a:lnTo>
                  <a:pt x="639573" y="1126553"/>
                </a:lnTo>
                <a:lnTo>
                  <a:pt x="619492" y="1080699"/>
                </a:lnTo>
                <a:lnTo>
                  <a:pt x="599043" y="1035044"/>
                </a:lnTo>
                <a:lnTo>
                  <a:pt x="578228" y="989590"/>
                </a:lnTo>
                <a:lnTo>
                  <a:pt x="557049" y="944338"/>
                </a:lnTo>
                <a:lnTo>
                  <a:pt x="535508" y="899292"/>
                </a:lnTo>
                <a:lnTo>
                  <a:pt x="513607" y="854451"/>
                </a:lnTo>
                <a:lnTo>
                  <a:pt x="491348" y="809819"/>
                </a:lnTo>
                <a:lnTo>
                  <a:pt x="468732" y="765398"/>
                </a:lnTo>
                <a:lnTo>
                  <a:pt x="445761" y="721189"/>
                </a:lnTo>
                <a:lnTo>
                  <a:pt x="422438" y="677193"/>
                </a:lnTo>
                <a:lnTo>
                  <a:pt x="398763" y="633414"/>
                </a:lnTo>
                <a:lnTo>
                  <a:pt x="374740" y="589852"/>
                </a:lnTo>
                <a:lnTo>
                  <a:pt x="350371" y="546510"/>
                </a:lnTo>
                <a:lnTo>
                  <a:pt x="325655" y="503390"/>
                </a:lnTo>
                <a:lnTo>
                  <a:pt x="300597" y="460492"/>
                </a:lnTo>
                <a:lnTo>
                  <a:pt x="275196" y="417820"/>
                </a:lnTo>
                <a:lnTo>
                  <a:pt x="249457" y="375375"/>
                </a:lnTo>
                <a:lnTo>
                  <a:pt x="223379" y="333160"/>
                </a:lnTo>
                <a:lnTo>
                  <a:pt x="196965" y="291174"/>
                </a:lnTo>
                <a:lnTo>
                  <a:pt x="170219" y="249422"/>
                </a:lnTo>
                <a:lnTo>
                  <a:pt x="143139" y="207905"/>
                </a:lnTo>
                <a:lnTo>
                  <a:pt x="115730" y="166624"/>
                </a:lnTo>
                <a:lnTo>
                  <a:pt x="87991" y="125580"/>
                </a:lnTo>
                <a:lnTo>
                  <a:pt x="59927" y="84778"/>
                </a:lnTo>
                <a:lnTo>
                  <a:pt x="31537" y="44218"/>
                </a:lnTo>
                <a:lnTo>
                  <a:pt x="2826" y="3901"/>
                </a:lnTo>
                <a:lnTo>
                  <a:pt x="0" y="0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3857" y="376951"/>
            <a:ext cx="4889903" cy="13402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7639" y="1897009"/>
            <a:ext cx="562783" cy="3341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6280" y="1901894"/>
            <a:ext cx="676502" cy="3292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0860" y="1895910"/>
            <a:ext cx="1782843" cy="4324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76272" y="1895470"/>
            <a:ext cx="470546" cy="34362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62860" y="1897888"/>
            <a:ext cx="1792292" cy="43046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967690" y="1881400"/>
            <a:ext cx="787400" cy="364490"/>
            <a:chOff x="9967690" y="1881400"/>
            <a:chExt cx="787400" cy="36449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67690" y="1881400"/>
              <a:ext cx="514555" cy="36449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512829" y="1895470"/>
              <a:ext cx="241935" cy="337185"/>
            </a:xfrm>
            <a:custGeom>
              <a:avLst/>
              <a:gdLst/>
              <a:ahLst/>
              <a:cxnLst/>
              <a:rect l="l" t="t" r="r" b="b"/>
              <a:pathLst>
                <a:path w="241934" h="337185">
                  <a:moveTo>
                    <a:pt x="188287" y="14400"/>
                  </a:moveTo>
                  <a:lnTo>
                    <a:pt x="83535" y="14400"/>
                  </a:lnTo>
                  <a:lnTo>
                    <a:pt x="89369" y="11432"/>
                  </a:lnTo>
                  <a:lnTo>
                    <a:pt x="132650" y="219"/>
                  </a:lnTo>
                  <a:lnTo>
                    <a:pt x="133544" y="219"/>
                  </a:lnTo>
                  <a:lnTo>
                    <a:pt x="139706" y="0"/>
                  </a:lnTo>
                  <a:lnTo>
                    <a:pt x="144029" y="0"/>
                  </a:lnTo>
                  <a:lnTo>
                    <a:pt x="148353" y="219"/>
                  </a:lnTo>
                  <a:lnTo>
                    <a:pt x="152677" y="659"/>
                  </a:lnTo>
                  <a:lnTo>
                    <a:pt x="162275" y="2651"/>
                  </a:lnTo>
                  <a:lnTo>
                    <a:pt x="171501" y="5661"/>
                  </a:lnTo>
                  <a:lnTo>
                    <a:pt x="180357" y="9687"/>
                  </a:lnTo>
                  <a:lnTo>
                    <a:pt x="188287" y="14400"/>
                  </a:lnTo>
                  <a:close/>
                </a:path>
                <a:path w="241934" h="337185">
                  <a:moveTo>
                    <a:pt x="50081" y="336586"/>
                  </a:moveTo>
                  <a:lnTo>
                    <a:pt x="41800" y="336586"/>
                  </a:lnTo>
                  <a:lnTo>
                    <a:pt x="37843" y="334901"/>
                  </a:lnTo>
                  <a:lnTo>
                    <a:pt x="15602" y="295695"/>
                  </a:lnTo>
                  <a:lnTo>
                    <a:pt x="6038" y="252323"/>
                  </a:lnTo>
                  <a:lnTo>
                    <a:pt x="2992" y="228772"/>
                  </a:lnTo>
                  <a:lnTo>
                    <a:pt x="2956" y="228456"/>
                  </a:lnTo>
                  <a:lnTo>
                    <a:pt x="426" y="190635"/>
                  </a:lnTo>
                  <a:lnTo>
                    <a:pt x="350" y="188959"/>
                  </a:lnTo>
                  <a:lnTo>
                    <a:pt x="0" y="175960"/>
                  </a:lnTo>
                  <a:lnTo>
                    <a:pt x="96" y="145202"/>
                  </a:lnTo>
                  <a:lnTo>
                    <a:pt x="735" y="127813"/>
                  </a:lnTo>
                  <a:lnTo>
                    <a:pt x="1630" y="113462"/>
                  </a:lnTo>
                  <a:lnTo>
                    <a:pt x="1688" y="112534"/>
                  </a:lnTo>
                  <a:lnTo>
                    <a:pt x="1799" y="110741"/>
                  </a:lnTo>
                  <a:lnTo>
                    <a:pt x="3290" y="93984"/>
                  </a:lnTo>
                  <a:lnTo>
                    <a:pt x="5235" y="77784"/>
                  </a:lnTo>
                  <a:lnTo>
                    <a:pt x="7492" y="62876"/>
                  </a:lnTo>
                  <a:lnTo>
                    <a:pt x="7550" y="62491"/>
                  </a:lnTo>
                  <a:lnTo>
                    <a:pt x="10236" y="48105"/>
                  </a:lnTo>
                  <a:lnTo>
                    <a:pt x="13293" y="34626"/>
                  </a:lnTo>
                  <a:lnTo>
                    <a:pt x="14392" y="30302"/>
                  </a:lnTo>
                  <a:lnTo>
                    <a:pt x="14466" y="30009"/>
                  </a:lnTo>
                  <a:lnTo>
                    <a:pt x="43781" y="2967"/>
                  </a:lnTo>
                  <a:lnTo>
                    <a:pt x="43988" y="2967"/>
                  </a:lnTo>
                  <a:lnTo>
                    <a:pt x="48103" y="2198"/>
                  </a:lnTo>
                  <a:lnTo>
                    <a:pt x="55504" y="2198"/>
                  </a:lnTo>
                  <a:lnTo>
                    <a:pt x="57695" y="2411"/>
                  </a:lnTo>
                  <a:lnTo>
                    <a:pt x="57918" y="2411"/>
                  </a:lnTo>
                  <a:lnTo>
                    <a:pt x="60781" y="2967"/>
                  </a:lnTo>
                  <a:lnTo>
                    <a:pt x="66350" y="4140"/>
                  </a:lnTo>
                  <a:lnTo>
                    <a:pt x="71333" y="6082"/>
                  </a:lnTo>
                  <a:lnTo>
                    <a:pt x="76010" y="8958"/>
                  </a:lnTo>
                  <a:lnTo>
                    <a:pt x="80201" y="11432"/>
                  </a:lnTo>
                  <a:lnTo>
                    <a:pt x="82802" y="13300"/>
                  </a:lnTo>
                  <a:lnTo>
                    <a:pt x="83535" y="14400"/>
                  </a:lnTo>
                  <a:lnTo>
                    <a:pt x="188287" y="14400"/>
                  </a:lnTo>
                  <a:lnTo>
                    <a:pt x="188842" y="14729"/>
                  </a:lnTo>
                  <a:lnTo>
                    <a:pt x="196900" y="20713"/>
                  </a:lnTo>
                  <a:lnTo>
                    <a:pt x="200683" y="24183"/>
                  </a:lnTo>
                  <a:lnTo>
                    <a:pt x="46600" y="24183"/>
                  </a:lnTo>
                  <a:lnTo>
                    <a:pt x="44475" y="24696"/>
                  </a:lnTo>
                  <a:lnTo>
                    <a:pt x="42020" y="25502"/>
                  </a:lnTo>
                  <a:lnTo>
                    <a:pt x="36799" y="27563"/>
                  </a:lnTo>
                  <a:lnTo>
                    <a:pt x="36577" y="27563"/>
                  </a:lnTo>
                  <a:lnTo>
                    <a:pt x="25987" y="62491"/>
                  </a:lnTo>
                  <a:lnTo>
                    <a:pt x="24960" y="69178"/>
                  </a:lnTo>
                  <a:lnTo>
                    <a:pt x="24835" y="69984"/>
                  </a:lnTo>
                  <a:lnTo>
                    <a:pt x="24046" y="76506"/>
                  </a:lnTo>
                  <a:lnTo>
                    <a:pt x="23406" y="83761"/>
                  </a:lnTo>
                  <a:lnTo>
                    <a:pt x="22893" y="90577"/>
                  </a:lnTo>
                  <a:lnTo>
                    <a:pt x="21750" y="96036"/>
                  </a:lnTo>
                  <a:lnTo>
                    <a:pt x="21666" y="96439"/>
                  </a:lnTo>
                  <a:lnTo>
                    <a:pt x="21597" y="96769"/>
                  </a:lnTo>
                  <a:lnTo>
                    <a:pt x="19449" y="102668"/>
                  </a:lnTo>
                  <a:lnTo>
                    <a:pt x="21867" y="103621"/>
                  </a:lnTo>
                  <a:lnTo>
                    <a:pt x="23150" y="104207"/>
                  </a:lnTo>
                  <a:lnTo>
                    <a:pt x="23296" y="104427"/>
                  </a:lnTo>
                  <a:lnTo>
                    <a:pt x="23516" y="104574"/>
                  </a:lnTo>
                  <a:lnTo>
                    <a:pt x="91437" y="104574"/>
                  </a:lnTo>
                  <a:lnTo>
                    <a:pt x="88738" y="108641"/>
                  </a:lnTo>
                  <a:lnTo>
                    <a:pt x="86613" y="112855"/>
                  </a:lnTo>
                  <a:lnTo>
                    <a:pt x="79687" y="166204"/>
                  </a:lnTo>
                  <a:lnTo>
                    <a:pt x="75292" y="210064"/>
                  </a:lnTo>
                  <a:lnTo>
                    <a:pt x="72173" y="249142"/>
                  </a:lnTo>
                  <a:lnTo>
                    <a:pt x="71993" y="251835"/>
                  </a:lnTo>
                  <a:lnTo>
                    <a:pt x="73678" y="253814"/>
                  </a:lnTo>
                  <a:lnTo>
                    <a:pt x="111639" y="268434"/>
                  </a:lnTo>
                  <a:lnTo>
                    <a:pt x="210921" y="268434"/>
                  </a:lnTo>
                  <a:lnTo>
                    <a:pt x="209837" y="270275"/>
                  </a:lnTo>
                  <a:lnTo>
                    <a:pt x="176674" y="308233"/>
                  </a:lnTo>
                  <a:lnTo>
                    <a:pt x="172760" y="310974"/>
                  </a:lnTo>
                  <a:lnTo>
                    <a:pt x="65067" y="310974"/>
                  </a:lnTo>
                  <a:lnTo>
                    <a:pt x="67870" y="313753"/>
                  </a:lnTo>
                  <a:lnTo>
                    <a:pt x="67046" y="316910"/>
                  </a:lnTo>
                  <a:lnTo>
                    <a:pt x="66240" y="320281"/>
                  </a:lnTo>
                  <a:lnTo>
                    <a:pt x="64958" y="323432"/>
                  </a:lnTo>
                  <a:lnTo>
                    <a:pt x="63199" y="326363"/>
                  </a:lnTo>
                  <a:lnTo>
                    <a:pt x="61513" y="329221"/>
                  </a:lnTo>
                  <a:lnTo>
                    <a:pt x="59345" y="331530"/>
                  </a:lnTo>
                  <a:lnTo>
                    <a:pt x="53526" y="335597"/>
                  </a:lnTo>
                  <a:lnTo>
                    <a:pt x="50081" y="336586"/>
                  </a:lnTo>
                  <a:close/>
                </a:path>
                <a:path w="241934" h="337185">
                  <a:moveTo>
                    <a:pt x="27805" y="104574"/>
                  </a:moveTo>
                  <a:lnTo>
                    <a:pt x="23516" y="104574"/>
                  </a:lnTo>
                  <a:lnTo>
                    <a:pt x="23296" y="104427"/>
                  </a:lnTo>
                  <a:lnTo>
                    <a:pt x="23150" y="104207"/>
                  </a:lnTo>
                  <a:lnTo>
                    <a:pt x="21867" y="103621"/>
                  </a:lnTo>
                  <a:lnTo>
                    <a:pt x="19449" y="102668"/>
                  </a:lnTo>
                  <a:lnTo>
                    <a:pt x="21597" y="96769"/>
                  </a:lnTo>
                  <a:lnTo>
                    <a:pt x="22824" y="90907"/>
                  </a:lnTo>
                  <a:lnTo>
                    <a:pt x="22893" y="90577"/>
                  </a:lnTo>
                  <a:lnTo>
                    <a:pt x="23920" y="77784"/>
                  </a:lnTo>
                  <a:lnTo>
                    <a:pt x="24046" y="76506"/>
                  </a:lnTo>
                  <a:lnTo>
                    <a:pt x="24835" y="69984"/>
                  </a:lnTo>
                  <a:lnTo>
                    <a:pt x="25935" y="62876"/>
                  </a:lnTo>
                  <a:lnTo>
                    <a:pt x="27719" y="49648"/>
                  </a:lnTo>
                  <a:lnTo>
                    <a:pt x="36577" y="27563"/>
                  </a:lnTo>
                  <a:lnTo>
                    <a:pt x="36799" y="27563"/>
                  </a:lnTo>
                  <a:lnTo>
                    <a:pt x="42020" y="25502"/>
                  </a:lnTo>
                  <a:lnTo>
                    <a:pt x="44475" y="24696"/>
                  </a:lnTo>
                  <a:lnTo>
                    <a:pt x="46600" y="24183"/>
                  </a:lnTo>
                  <a:lnTo>
                    <a:pt x="46873" y="25502"/>
                  </a:lnTo>
                  <a:lnTo>
                    <a:pt x="46919" y="25722"/>
                  </a:lnTo>
                  <a:lnTo>
                    <a:pt x="47040" y="26308"/>
                  </a:lnTo>
                  <a:lnTo>
                    <a:pt x="47354" y="27563"/>
                  </a:lnTo>
                  <a:lnTo>
                    <a:pt x="47590" y="28140"/>
                  </a:lnTo>
                  <a:lnTo>
                    <a:pt x="47809" y="28580"/>
                  </a:lnTo>
                  <a:lnTo>
                    <a:pt x="47984" y="30009"/>
                  </a:lnTo>
                  <a:lnTo>
                    <a:pt x="48139" y="32647"/>
                  </a:lnTo>
                  <a:lnTo>
                    <a:pt x="44328" y="33013"/>
                  </a:lnTo>
                  <a:lnTo>
                    <a:pt x="41250" y="34369"/>
                  </a:lnTo>
                  <a:lnTo>
                    <a:pt x="29782" y="69178"/>
                  </a:lnTo>
                  <a:lnTo>
                    <a:pt x="29342" y="73868"/>
                  </a:lnTo>
                  <a:lnTo>
                    <a:pt x="28054" y="93984"/>
                  </a:lnTo>
                  <a:lnTo>
                    <a:pt x="27977" y="96769"/>
                  </a:lnTo>
                  <a:lnTo>
                    <a:pt x="27852" y="102119"/>
                  </a:lnTo>
                  <a:lnTo>
                    <a:pt x="27805" y="104574"/>
                  </a:lnTo>
                  <a:close/>
                </a:path>
                <a:path w="241934" h="337185">
                  <a:moveTo>
                    <a:pt x="91437" y="104574"/>
                  </a:moveTo>
                  <a:lnTo>
                    <a:pt x="27805" y="104574"/>
                  </a:lnTo>
                  <a:lnTo>
                    <a:pt x="27852" y="102119"/>
                  </a:lnTo>
                  <a:lnTo>
                    <a:pt x="27977" y="96769"/>
                  </a:lnTo>
                  <a:lnTo>
                    <a:pt x="28054" y="93984"/>
                  </a:lnTo>
                  <a:lnTo>
                    <a:pt x="28133" y="90907"/>
                  </a:lnTo>
                  <a:lnTo>
                    <a:pt x="29342" y="73868"/>
                  </a:lnTo>
                  <a:lnTo>
                    <a:pt x="30661" y="59248"/>
                  </a:lnTo>
                  <a:lnTo>
                    <a:pt x="48139" y="32647"/>
                  </a:lnTo>
                  <a:lnTo>
                    <a:pt x="48005" y="30302"/>
                  </a:lnTo>
                  <a:lnTo>
                    <a:pt x="47809" y="28580"/>
                  </a:lnTo>
                  <a:lnTo>
                    <a:pt x="47590" y="28140"/>
                  </a:lnTo>
                  <a:lnTo>
                    <a:pt x="47354" y="27563"/>
                  </a:lnTo>
                  <a:lnTo>
                    <a:pt x="47040" y="26308"/>
                  </a:lnTo>
                  <a:lnTo>
                    <a:pt x="46706" y="24696"/>
                  </a:lnTo>
                  <a:lnTo>
                    <a:pt x="46600" y="24183"/>
                  </a:lnTo>
                  <a:lnTo>
                    <a:pt x="200683" y="24183"/>
                  </a:lnTo>
                  <a:lnTo>
                    <a:pt x="204368" y="27563"/>
                  </a:lnTo>
                  <a:lnTo>
                    <a:pt x="211245" y="35278"/>
                  </a:lnTo>
                  <a:lnTo>
                    <a:pt x="217532" y="43859"/>
                  </a:lnTo>
                  <a:lnTo>
                    <a:pt x="228208" y="63941"/>
                  </a:lnTo>
                  <a:lnTo>
                    <a:pt x="234940" y="84421"/>
                  </a:lnTo>
                  <a:lnTo>
                    <a:pt x="121092" y="84421"/>
                  </a:lnTo>
                  <a:lnTo>
                    <a:pt x="116622" y="85227"/>
                  </a:lnTo>
                  <a:lnTo>
                    <a:pt x="91534" y="104427"/>
                  </a:lnTo>
                  <a:lnTo>
                    <a:pt x="91437" y="104574"/>
                  </a:lnTo>
                  <a:close/>
                </a:path>
                <a:path w="241934" h="337185">
                  <a:moveTo>
                    <a:pt x="210921" y="268434"/>
                  </a:moveTo>
                  <a:lnTo>
                    <a:pt x="115083" y="268434"/>
                  </a:lnTo>
                  <a:lnTo>
                    <a:pt x="121788" y="267884"/>
                  </a:lnTo>
                  <a:lnTo>
                    <a:pt x="128054" y="266235"/>
                  </a:lnTo>
                  <a:lnTo>
                    <a:pt x="156964" y="235456"/>
                  </a:lnTo>
                  <a:lnTo>
                    <a:pt x="169543" y="190635"/>
                  </a:lnTo>
                  <a:lnTo>
                    <a:pt x="170644" y="181003"/>
                  </a:lnTo>
                  <a:lnTo>
                    <a:pt x="170677" y="180714"/>
                  </a:lnTo>
                  <a:lnTo>
                    <a:pt x="171357" y="170739"/>
                  </a:lnTo>
                  <a:lnTo>
                    <a:pt x="171459" y="166204"/>
                  </a:lnTo>
                  <a:lnTo>
                    <a:pt x="171584" y="160708"/>
                  </a:lnTo>
                  <a:lnTo>
                    <a:pt x="171438" y="154223"/>
                  </a:lnTo>
                  <a:lnTo>
                    <a:pt x="164004" y="112855"/>
                  </a:lnTo>
                  <a:lnTo>
                    <a:pt x="132671" y="84421"/>
                  </a:lnTo>
                  <a:lnTo>
                    <a:pt x="234940" y="84421"/>
                  </a:lnTo>
                  <a:lnTo>
                    <a:pt x="235834" y="87142"/>
                  </a:lnTo>
                  <a:lnTo>
                    <a:pt x="240249" y="112534"/>
                  </a:lnTo>
                  <a:lnTo>
                    <a:pt x="240304" y="112855"/>
                  </a:lnTo>
                  <a:lnTo>
                    <a:pt x="240410" y="113462"/>
                  </a:lnTo>
                  <a:lnTo>
                    <a:pt x="241805" y="140386"/>
                  </a:lnTo>
                  <a:lnTo>
                    <a:pt x="241861" y="154223"/>
                  </a:lnTo>
                  <a:lnTo>
                    <a:pt x="241491" y="160708"/>
                  </a:lnTo>
                  <a:lnTo>
                    <a:pt x="241366" y="162907"/>
                  </a:lnTo>
                  <a:lnTo>
                    <a:pt x="235367" y="205227"/>
                  </a:lnTo>
                  <a:lnTo>
                    <a:pt x="223461" y="243240"/>
                  </a:lnTo>
                  <a:lnTo>
                    <a:pt x="213574" y="263927"/>
                  </a:lnTo>
                  <a:lnTo>
                    <a:pt x="210921" y="268434"/>
                  </a:lnTo>
                  <a:close/>
                </a:path>
                <a:path w="241934" h="337185">
                  <a:moveTo>
                    <a:pt x="67870" y="313753"/>
                  </a:moveTo>
                  <a:lnTo>
                    <a:pt x="65067" y="310974"/>
                  </a:lnTo>
                  <a:lnTo>
                    <a:pt x="67266" y="311560"/>
                  </a:lnTo>
                  <a:lnTo>
                    <a:pt x="67926" y="313539"/>
                  </a:lnTo>
                  <a:lnTo>
                    <a:pt x="67870" y="313753"/>
                  </a:lnTo>
                  <a:close/>
                </a:path>
                <a:path w="241934" h="337185">
                  <a:moveTo>
                    <a:pt x="118161" y="330211"/>
                  </a:moveTo>
                  <a:lnTo>
                    <a:pt x="80443" y="322083"/>
                  </a:lnTo>
                  <a:lnTo>
                    <a:pt x="67870" y="313753"/>
                  </a:lnTo>
                  <a:lnTo>
                    <a:pt x="67926" y="313539"/>
                  </a:lnTo>
                  <a:lnTo>
                    <a:pt x="67315" y="311707"/>
                  </a:lnTo>
                  <a:lnTo>
                    <a:pt x="67266" y="311560"/>
                  </a:lnTo>
                  <a:lnTo>
                    <a:pt x="65067" y="310974"/>
                  </a:lnTo>
                  <a:lnTo>
                    <a:pt x="172760" y="310974"/>
                  </a:lnTo>
                  <a:lnTo>
                    <a:pt x="165538" y="316031"/>
                  </a:lnTo>
                  <a:lnTo>
                    <a:pt x="154003" y="322234"/>
                  </a:lnTo>
                  <a:lnTo>
                    <a:pt x="142262" y="326666"/>
                  </a:lnTo>
                  <a:lnTo>
                    <a:pt x="130777" y="329221"/>
                  </a:lnTo>
                  <a:lnTo>
                    <a:pt x="131727" y="329221"/>
                  </a:lnTo>
                  <a:lnTo>
                    <a:pt x="118161" y="3302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65494" y="1896313"/>
            <a:ext cx="1370783" cy="33640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2328849" y="1916575"/>
            <a:ext cx="311785" cy="314325"/>
            <a:chOff x="12328849" y="1916575"/>
            <a:chExt cx="311785" cy="314325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28849" y="2020124"/>
              <a:ext cx="167523" cy="2103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485472" y="1916575"/>
              <a:ext cx="154940" cy="314325"/>
            </a:xfrm>
            <a:custGeom>
              <a:avLst/>
              <a:gdLst/>
              <a:ahLst/>
              <a:cxnLst/>
              <a:rect l="l" t="t" r="r" b="b"/>
              <a:pathLst>
                <a:path w="154940" h="314325">
                  <a:moveTo>
                    <a:pt x="62583" y="314162"/>
                  </a:moveTo>
                  <a:lnTo>
                    <a:pt x="50784" y="314162"/>
                  </a:lnTo>
                  <a:lnTo>
                    <a:pt x="43456" y="311597"/>
                  </a:lnTo>
                  <a:lnTo>
                    <a:pt x="19639" y="280232"/>
                  </a:lnTo>
                  <a:lnTo>
                    <a:pt x="12579" y="237703"/>
                  </a:lnTo>
                  <a:lnTo>
                    <a:pt x="11738" y="226149"/>
                  </a:lnTo>
                  <a:lnTo>
                    <a:pt x="11644" y="224677"/>
                  </a:lnTo>
                  <a:lnTo>
                    <a:pt x="11322" y="217978"/>
                  </a:lnTo>
                  <a:lnTo>
                    <a:pt x="11081" y="211170"/>
                  </a:lnTo>
                  <a:lnTo>
                    <a:pt x="10909" y="204375"/>
                  </a:lnTo>
                  <a:lnTo>
                    <a:pt x="10882" y="174229"/>
                  </a:lnTo>
                  <a:lnTo>
                    <a:pt x="8683" y="172910"/>
                  </a:lnTo>
                  <a:lnTo>
                    <a:pt x="6302" y="169868"/>
                  </a:lnTo>
                  <a:lnTo>
                    <a:pt x="3737" y="165105"/>
                  </a:lnTo>
                  <a:lnTo>
                    <a:pt x="1245" y="160342"/>
                  </a:lnTo>
                  <a:lnTo>
                    <a:pt x="0" y="155065"/>
                  </a:lnTo>
                  <a:lnTo>
                    <a:pt x="0" y="142461"/>
                  </a:lnTo>
                  <a:lnTo>
                    <a:pt x="1685" y="136342"/>
                  </a:lnTo>
                  <a:lnTo>
                    <a:pt x="8427" y="125496"/>
                  </a:lnTo>
                  <a:lnTo>
                    <a:pt x="11651" y="122198"/>
                  </a:lnTo>
                  <a:lnTo>
                    <a:pt x="14729" y="121026"/>
                  </a:lnTo>
                  <a:lnTo>
                    <a:pt x="15279" y="117288"/>
                  </a:lnTo>
                  <a:lnTo>
                    <a:pt x="25007" y="73037"/>
                  </a:lnTo>
                  <a:lnTo>
                    <a:pt x="43799" y="32464"/>
                  </a:lnTo>
                  <a:lnTo>
                    <a:pt x="75627" y="5606"/>
                  </a:lnTo>
                  <a:lnTo>
                    <a:pt x="105087" y="0"/>
                  </a:lnTo>
                  <a:lnTo>
                    <a:pt x="109190" y="0"/>
                  </a:lnTo>
                  <a:lnTo>
                    <a:pt x="113477" y="586"/>
                  </a:lnTo>
                  <a:lnTo>
                    <a:pt x="122418" y="2931"/>
                  </a:lnTo>
                  <a:lnTo>
                    <a:pt x="126742" y="4800"/>
                  </a:lnTo>
                  <a:lnTo>
                    <a:pt x="130919" y="7364"/>
                  </a:lnTo>
                  <a:lnTo>
                    <a:pt x="135096" y="9856"/>
                  </a:lnTo>
                  <a:lnTo>
                    <a:pt x="138943" y="12971"/>
                  </a:lnTo>
                  <a:lnTo>
                    <a:pt x="142461" y="16708"/>
                  </a:lnTo>
                  <a:lnTo>
                    <a:pt x="83247" y="16708"/>
                  </a:lnTo>
                  <a:lnTo>
                    <a:pt x="80762" y="18590"/>
                  </a:lnTo>
                  <a:lnTo>
                    <a:pt x="53752" y="47267"/>
                  </a:lnTo>
                  <a:lnTo>
                    <a:pt x="50455" y="51371"/>
                  </a:lnTo>
                  <a:lnTo>
                    <a:pt x="47988" y="54888"/>
                  </a:lnTo>
                  <a:lnTo>
                    <a:pt x="46277" y="57929"/>
                  </a:lnTo>
                  <a:lnTo>
                    <a:pt x="48549" y="59542"/>
                  </a:lnTo>
                  <a:lnTo>
                    <a:pt x="49831" y="60384"/>
                  </a:lnTo>
                  <a:lnTo>
                    <a:pt x="51847" y="60641"/>
                  </a:lnTo>
                  <a:lnTo>
                    <a:pt x="54192" y="61007"/>
                  </a:lnTo>
                  <a:lnTo>
                    <a:pt x="100052" y="61007"/>
                  </a:lnTo>
                  <a:lnTo>
                    <a:pt x="98821" y="63572"/>
                  </a:lnTo>
                  <a:lnTo>
                    <a:pt x="97246" y="68042"/>
                  </a:lnTo>
                  <a:lnTo>
                    <a:pt x="94460" y="78595"/>
                  </a:lnTo>
                  <a:lnTo>
                    <a:pt x="93215" y="84165"/>
                  </a:lnTo>
                  <a:lnTo>
                    <a:pt x="91016" y="95890"/>
                  </a:lnTo>
                  <a:lnTo>
                    <a:pt x="90187" y="101123"/>
                  </a:lnTo>
                  <a:lnTo>
                    <a:pt x="90064" y="101899"/>
                  </a:lnTo>
                  <a:lnTo>
                    <a:pt x="89258" y="108055"/>
                  </a:lnTo>
                  <a:lnTo>
                    <a:pt x="87599" y="122198"/>
                  </a:lnTo>
                  <a:lnTo>
                    <a:pt x="87491" y="123114"/>
                  </a:lnTo>
                  <a:lnTo>
                    <a:pt x="87423" y="123700"/>
                  </a:lnTo>
                  <a:lnTo>
                    <a:pt x="84179" y="125496"/>
                  </a:lnTo>
                  <a:lnTo>
                    <a:pt x="81439" y="126962"/>
                  </a:lnTo>
                  <a:lnTo>
                    <a:pt x="107854" y="126962"/>
                  </a:lnTo>
                  <a:lnTo>
                    <a:pt x="109691" y="131656"/>
                  </a:lnTo>
                  <a:lnTo>
                    <a:pt x="130107" y="131656"/>
                  </a:lnTo>
                  <a:lnTo>
                    <a:pt x="134436" y="133117"/>
                  </a:lnTo>
                  <a:lnTo>
                    <a:pt x="141252" y="136195"/>
                  </a:lnTo>
                  <a:lnTo>
                    <a:pt x="144659" y="141581"/>
                  </a:lnTo>
                  <a:lnTo>
                    <a:pt x="144659" y="151914"/>
                  </a:lnTo>
                  <a:lnTo>
                    <a:pt x="144110" y="154479"/>
                  </a:lnTo>
                  <a:lnTo>
                    <a:pt x="143010" y="156971"/>
                  </a:lnTo>
                  <a:lnTo>
                    <a:pt x="141985" y="159462"/>
                  </a:lnTo>
                  <a:lnTo>
                    <a:pt x="140189" y="161661"/>
                  </a:lnTo>
                  <a:lnTo>
                    <a:pt x="137624" y="163566"/>
                  </a:lnTo>
                  <a:lnTo>
                    <a:pt x="135132" y="165472"/>
                  </a:lnTo>
                  <a:lnTo>
                    <a:pt x="86070" y="173679"/>
                  </a:lnTo>
                  <a:lnTo>
                    <a:pt x="86143" y="177783"/>
                  </a:lnTo>
                  <a:lnTo>
                    <a:pt x="88811" y="224677"/>
                  </a:lnTo>
                  <a:lnTo>
                    <a:pt x="93105" y="262717"/>
                  </a:lnTo>
                  <a:lnTo>
                    <a:pt x="93471" y="264696"/>
                  </a:lnTo>
                  <a:lnTo>
                    <a:pt x="93728" y="266785"/>
                  </a:lnTo>
                  <a:lnTo>
                    <a:pt x="94021" y="271108"/>
                  </a:lnTo>
                  <a:lnTo>
                    <a:pt x="94094" y="283896"/>
                  </a:lnTo>
                  <a:lnTo>
                    <a:pt x="92151" y="291669"/>
                  </a:lnTo>
                  <a:lnTo>
                    <a:pt x="92116" y="291811"/>
                  </a:lnTo>
                  <a:lnTo>
                    <a:pt x="84201" y="305295"/>
                  </a:lnTo>
                  <a:lnTo>
                    <a:pt x="78155" y="309948"/>
                  </a:lnTo>
                  <a:lnTo>
                    <a:pt x="70021" y="312513"/>
                  </a:lnTo>
                  <a:lnTo>
                    <a:pt x="66284" y="313612"/>
                  </a:lnTo>
                  <a:lnTo>
                    <a:pt x="62583" y="314162"/>
                  </a:lnTo>
                  <a:close/>
                </a:path>
                <a:path w="154940" h="314325">
                  <a:moveTo>
                    <a:pt x="54192" y="61007"/>
                  </a:moveTo>
                  <a:lnTo>
                    <a:pt x="51847" y="60641"/>
                  </a:lnTo>
                  <a:lnTo>
                    <a:pt x="49831" y="60384"/>
                  </a:lnTo>
                  <a:lnTo>
                    <a:pt x="48549" y="59542"/>
                  </a:lnTo>
                  <a:lnTo>
                    <a:pt x="46277" y="57929"/>
                  </a:lnTo>
                  <a:lnTo>
                    <a:pt x="47988" y="54888"/>
                  </a:lnTo>
                  <a:lnTo>
                    <a:pt x="50455" y="51371"/>
                  </a:lnTo>
                  <a:lnTo>
                    <a:pt x="53752" y="47267"/>
                  </a:lnTo>
                  <a:lnTo>
                    <a:pt x="57050" y="43090"/>
                  </a:lnTo>
                  <a:lnTo>
                    <a:pt x="83247" y="16708"/>
                  </a:lnTo>
                  <a:lnTo>
                    <a:pt x="83015" y="16708"/>
                  </a:lnTo>
                  <a:lnTo>
                    <a:pt x="84787" y="18943"/>
                  </a:lnTo>
                  <a:lnTo>
                    <a:pt x="85704" y="20042"/>
                  </a:lnTo>
                  <a:lnTo>
                    <a:pt x="85946" y="20042"/>
                  </a:lnTo>
                  <a:lnTo>
                    <a:pt x="86348" y="21215"/>
                  </a:lnTo>
                  <a:lnTo>
                    <a:pt x="86473" y="21581"/>
                  </a:lnTo>
                  <a:lnTo>
                    <a:pt x="87279" y="24293"/>
                  </a:lnTo>
                  <a:lnTo>
                    <a:pt x="84494" y="25099"/>
                  </a:lnTo>
                  <a:lnTo>
                    <a:pt x="81270" y="26894"/>
                  </a:lnTo>
                  <a:lnTo>
                    <a:pt x="54754" y="57929"/>
                  </a:lnTo>
                  <a:lnTo>
                    <a:pt x="54632" y="58222"/>
                  </a:lnTo>
                  <a:lnTo>
                    <a:pt x="54464" y="59285"/>
                  </a:lnTo>
                  <a:lnTo>
                    <a:pt x="54365" y="59908"/>
                  </a:lnTo>
                  <a:lnTo>
                    <a:pt x="54250" y="60641"/>
                  </a:lnTo>
                  <a:lnTo>
                    <a:pt x="54192" y="61007"/>
                  </a:lnTo>
                  <a:close/>
                </a:path>
                <a:path w="154940" h="314325">
                  <a:moveTo>
                    <a:pt x="100052" y="61007"/>
                  </a:moveTo>
                  <a:lnTo>
                    <a:pt x="54192" y="61007"/>
                  </a:lnTo>
                  <a:lnTo>
                    <a:pt x="54632" y="58222"/>
                  </a:lnTo>
                  <a:lnTo>
                    <a:pt x="81270" y="26894"/>
                  </a:lnTo>
                  <a:lnTo>
                    <a:pt x="87279" y="24293"/>
                  </a:lnTo>
                  <a:lnTo>
                    <a:pt x="86473" y="21581"/>
                  </a:lnTo>
                  <a:lnTo>
                    <a:pt x="86059" y="20372"/>
                  </a:lnTo>
                  <a:lnTo>
                    <a:pt x="85946" y="20042"/>
                  </a:lnTo>
                  <a:lnTo>
                    <a:pt x="85704" y="20042"/>
                  </a:lnTo>
                  <a:lnTo>
                    <a:pt x="84787" y="18943"/>
                  </a:lnTo>
                  <a:lnTo>
                    <a:pt x="83015" y="16708"/>
                  </a:lnTo>
                  <a:lnTo>
                    <a:pt x="142461" y="16708"/>
                  </a:lnTo>
                  <a:lnTo>
                    <a:pt x="154772" y="44409"/>
                  </a:lnTo>
                  <a:lnTo>
                    <a:pt x="154772" y="49465"/>
                  </a:lnTo>
                  <a:lnTo>
                    <a:pt x="109264" y="49465"/>
                  </a:lnTo>
                  <a:lnTo>
                    <a:pt x="107505" y="50271"/>
                  </a:lnTo>
                  <a:lnTo>
                    <a:pt x="105746" y="51884"/>
                  </a:lnTo>
                  <a:lnTo>
                    <a:pt x="104061" y="53496"/>
                  </a:lnTo>
                  <a:lnTo>
                    <a:pt x="102339" y="56171"/>
                  </a:lnTo>
                  <a:lnTo>
                    <a:pt x="100052" y="61007"/>
                  </a:lnTo>
                  <a:close/>
                </a:path>
                <a:path w="154940" h="314325">
                  <a:moveTo>
                    <a:pt x="142900" y="64635"/>
                  </a:moveTo>
                  <a:lnTo>
                    <a:pt x="135646" y="64635"/>
                  </a:lnTo>
                  <a:lnTo>
                    <a:pt x="132714" y="63939"/>
                  </a:lnTo>
                  <a:lnTo>
                    <a:pt x="117508" y="52470"/>
                  </a:lnTo>
                  <a:lnTo>
                    <a:pt x="116153" y="51114"/>
                  </a:lnTo>
                  <a:lnTo>
                    <a:pt x="115136" y="50406"/>
                  </a:lnTo>
                  <a:lnTo>
                    <a:pt x="114320" y="49795"/>
                  </a:lnTo>
                  <a:lnTo>
                    <a:pt x="112928" y="49465"/>
                  </a:lnTo>
                  <a:lnTo>
                    <a:pt x="154772" y="49465"/>
                  </a:lnTo>
                  <a:lnTo>
                    <a:pt x="154772" y="52470"/>
                  </a:lnTo>
                  <a:lnTo>
                    <a:pt x="153160" y="56940"/>
                  </a:lnTo>
                  <a:lnTo>
                    <a:pt x="146711" y="63096"/>
                  </a:lnTo>
                  <a:lnTo>
                    <a:pt x="142900" y="64635"/>
                  </a:lnTo>
                  <a:close/>
                </a:path>
                <a:path w="154940" h="314325">
                  <a:moveTo>
                    <a:pt x="107854" y="126962"/>
                  </a:moveTo>
                  <a:lnTo>
                    <a:pt x="87059" y="126962"/>
                  </a:lnTo>
                  <a:lnTo>
                    <a:pt x="87092" y="126632"/>
                  </a:lnTo>
                  <a:lnTo>
                    <a:pt x="87212" y="125496"/>
                  </a:lnTo>
                  <a:lnTo>
                    <a:pt x="87535" y="123700"/>
                  </a:lnTo>
                  <a:lnTo>
                    <a:pt x="93361" y="122381"/>
                  </a:lnTo>
                  <a:lnTo>
                    <a:pt x="98711" y="123114"/>
                  </a:lnTo>
                  <a:lnTo>
                    <a:pt x="103467" y="123700"/>
                  </a:lnTo>
                  <a:lnTo>
                    <a:pt x="103967" y="123700"/>
                  </a:lnTo>
                  <a:lnTo>
                    <a:pt x="107725" y="126632"/>
                  </a:lnTo>
                  <a:lnTo>
                    <a:pt x="107854" y="126962"/>
                  </a:lnTo>
                  <a:close/>
                </a:path>
                <a:path w="154940" h="314325">
                  <a:moveTo>
                    <a:pt x="87059" y="126962"/>
                  </a:moveTo>
                  <a:lnTo>
                    <a:pt x="81439" y="126962"/>
                  </a:lnTo>
                  <a:lnTo>
                    <a:pt x="87535" y="123700"/>
                  </a:lnTo>
                  <a:lnTo>
                    <a:pt x="87212" y="125496"/>
                  </a:lnTo>
                  <a:lnTo>
                    <a:pt x="87092" y="126632"/>
                  </a:lnTo>
                  <a:lnTo>
                    <a:pt x="87059" y="126962"/>
                  </a:lnTo>
                  <a:close/>
                </a:path>
                <a:path w="154940" h="314325">
                  <a:moveTo>
                    <a:pt x="130107" y="131656"/>
                  </a:moveTo>
                  <a:lnTo>
                    <a:pt x="109691" y="131656"/>
                  </a:lnTo>
                  <a:lnTo>
                    <a:pt x="116567" y="130582"/>
                  </a:lnTo>
                  <a:lnTo>
                    <a:pt x="123087" y="130452"/>
                  </a:lnTo>
                  <a:lnTo>
                    <a:pt x="129043" y="131297"/>
                  </a:lnTo>
                  <a:lnTo>
                    <a:pt x="130107" y="131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743346" y="1897888"/>
            <a:ext cx="1126389" cy="33350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967198" y="1909247"/>
            <a:ext cx="541774" cy="32720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595616" y="1901894"/>
            <a:ext cx="1738059" cy="42705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63221" y="2456077"/>
            <a:ext cx="1157272" cy="372043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9722135" y="2476936"/>
            <a:ext cx="361315" cy="351155"/>
            <a:chOff x="9722135" y="2476936"/>
            <a:chExt cx="361315" cy="351155"/>
          </a:xfrm>
        </p:grpSpPr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22135" y="2592525"/>
              <a:ext cx="187003" cy="23485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910120" y="2476936"/>
              <a:ext cx="173355" cy="351155"/>
            </a:xfrm>
            <a:custGeom>
              <a:avLst/>
              <a:gdLst/>
              <a:ahLst/>
              <a:cxnLst/>
              <a:rect l="l" t="t" r="r" b="b"/>
              <a:pathLst>
                <a:path w="173354" h="351155">
                  <a:moveTo>
                    <a:pt x="69860" y="350692"/>
                  </a:moveTo>
                  <a:lnTo>
                    <a:pt x="65770" y="350692"/>
                  </a:lnTo>
                  <a:lnTo>
                    <a:pt x="58180" y="350079"/>
                  </a:lnTo>
                  <a:lnTo>
                    <a:pt x="58828" y="350079"/>
                  </a:lnTo>
                  <a:lnTo>
                    <a:pt x="52824" y="348545"/>
                  </a:lnTo>
                  <a:lnTo>
                    <a:pt x="24050" y="318543"/>
                  </a:lnTo>
                  <a:lnTo>
                    <a:pt x="15560" y="279216"/>
                  </a:lnTo>
                  <a:lnTo>
                    <a:pt x="12386" y="236193"/>
                  </a:lnTo>
                  <a:lnTo>
                    <a:pt x="12147" y="194488"/>
                  </a:lnTo>
                  <a:lnTo>
                    <a:pt x="9693" y="193016"/>
                  </a:lnTo>
                  <a:lnTo>
                    <a:pt x="7035" y="189621"/>
                  </a:lnTo>
                  <a:lnTo>
                    <a:pt x="4172" y="184303"/>
                  </a:lnTo>
                  <a:lnTo>
                    <a:pt x="1390" y="178986"/>
                  </a:lnTo>
                  <a:lnTo>
                    <a:pt x="0" y="173096"/>
                  </a:lnTo>
                  <a:lnTo>
                    <a:pt x="0" y="159026"/>
                  </a:lnTo>
                  <a:lnTo>
                    <a:pt x="1881" y="152195"/>
                  </a:lnTo>
                  <a:lnTo>
                    <a:pt x="9407" y="140088"/>
                  </a:lnTo>
                  <a:lnTo>
                    <a:pt x="13006" y="136407"/>
                  </a:lnTo>
                  <a:lnTo>
                    <a:pt x="16442" y="135098"/>
                  </a:lnTo>
                  <a:lnTo>
                    <a:pt x="17056" y="130926"/>
                  </a:lnTo>
                  <a:lnTo>
                    <a:pt x="27915" y="81530"/>
                  </a:lnTo>
                  <a:lnTo>
                    <a:pt x="43069" y="45554"/>
                  </a:lnTo>
                  <a:lnTo>
                    <a:pt x="48892" y="36239"/>
                  </a:lnTo>
                  <a:lnTo>
                    <a:pt x="48990" y="36083"/>
                  </a:lnTo>
                  <a:lnTo>
                    <a:pt x="84421" y="6257"/>
                  </a:lnTo>
                  <a:lnTo>
                    <a:pt x="117306" y="0"/>
                  </a:lnTo>
                  <a:lnTo>
                    <a:pt x="121887" y="0"/>
                  </a:lnTo>
                  <a:lnTo>
                    <a:pt x="126673" y="654"/>
                  </a:lnTo>
                  <a:lnTo>
                    <a:pt x="136653" y="3272"/>
                  </a:lnTo>
                  <a:lnTo>
                    <a:pt x="141479" y="5358"/>
                  </a:lnTo>
                  <a:lnTo>
                    <a:pt x="146142" y="8221"/>
                  </a:lnTo>
                  <a:lnTo>
                    <a:pt x="150805" y="11002"/>
                  </a:lnTo>
                  <a:lnTo>
                    <a:pt x="155099" y="14479"/>
                  </a:lnTo>
                  <a:lnTo>
                    <a:pt x="159026" y="18651"/>
                  </a:lnTo>
                  <a:lnTo>
                    <a:pt x="92927" y="18651"/>
                  </a:lnTo>
                  <a:lnTo>
                    <a:pt x="90153" y="20752"/>
                  </a:lnTo>
                  <a:lnTo>
                    <a:pt x="60003" y="52763"/>
                  </a:lnTo>
                  <a:lnTo>
                    <a:pt x="56321" y="57344"/>
                  </a:lnTo>
                  <a:lnTo>
                    <a:pt x="53569" y="61271"/>
                  </a:lnTo>
                  <a:lnTo>
                    <a:pt x="51659" y="64665"/>
                  </a:lnTo>
                  <a:lnTo>
                    <a:pt x="54194" y="66465"/>
                  </a:lnTo>
                  <a:lnTo>
                    <a:pt x="55626" y="67406"/>
                  </a:lnTo>
                  <a:lnTo>
                    <a:pt x="55757" y="67406"/>
                  </a:lnTo>
                  <a:lnTo>
                    <a:pt x="57876" y="67692"/>
                  </a:lnTo>
                  <a:lnTo>
                    <a:pt x="60493" y="68101"/>
                  </a:lnTo>
                  <a:lnTo>
                    <a:pt x="111686" y="68101"/>
                  </a:lnTo>
                  <a:lnTo>
                    <a:pt x="110312" y="70964"/>
                  </a:lnTo>
                  <a:lnTo>
                    <a:pt x="100536" y="113748"/>
                  </a:lnTo>
                  <a:lnTo>
                    <a:pt x="97597" y="138013"/>
                  </a:lnTo>
                  <a:lnTo>
                    <a:pt x="97847" y="138013"/>
                  </a:lnTo>
                  <a:lnTo>
                    <a:pt x="90908" y="141725"/>
                  </a:lnTo>
                  <a:lnTo>
                    <a:pt x="120395" y="141725"/>
                  </a:lnTo>
                  <a:lnTo>
                    <a:pt x="122446" y="146965"/>
                  </a:lnTo>
                  <a:lnTo>
                    <a:pt x="145236" y="146965"/>
                  </a:lnTo>
                  <a:lnTo>
                    <a:pt x="150069" y="148596"/>
                  </a:lnTo>
                  <a:lnTo>
                    <a:pt x="157676" y="152032"/>
                  </a:lnTo>
                  <a:lnTo>
                    <a:pt x="161480" y="158044"/>
                  </a:lnTo>
                  <a:lnTo>
                    <a:pt x="161480" y="169579"/>
                  </a:lnTo>
                  <a:lnTo>
                    <a:pt x="160867" y="172442"/>
                  </a:lnTo>
                  <a:lnTo>
                    <a:pt x="159640" y="175223"/>
                  </a:lnTo>
                  <a:lnTo>
                    <a:pt x="158494" y="178005"/>
                  </a:lnTo>
                  <a:lnTo>
                    <a:pt x="156490" y="180459"/>
                  </a:lnTo>
                  <a:lnTo>
                    <a:pt x="153627" y="182586"/>
                  </a:lnTo>
                  <a:lnTo>
                    <a:pt x="150846" y="184712"/>
                  </a:lnTo>
                  <a:lnTo>
                    <a:pt x="96078" y="193874"/>
                  </a:lnTo>
                  <a:lnTo>
                    <a:pt x="96160" y="198455"/>
                  </a:lnTo>
                  <a:lnTo>
                    <a:pt x="98532" y="243202"/>
                  </a:lnTo>
                  <a:lnTo>
                    <a:pt x="102811" y="285781"/>
                  </a:lnTo>
                  <a:lnTo>
                    <a:pt x="104340" y="295475"/>
                  </a:lnTo>
                  <a:lnTo>
                    <a:pt x="104627" y="297806"/>
                  </a:lnTo>
                  <a:lnTo>
                    <a:pt x="104954" y="302633"/>
                  </a:lnTo>
                  <a:lnTo>
                    <a:pt x="105036" y="306764"/>
                  </a:lnTo>
                  <a:lnTo>
                    <a:pt x="104695" y="312817"/>
                  </a:lnTo>
                  <a:lnTo>
                    <a:pt x="84536" y="346267"/>
                  </a:lnTo>
                  <a:lnTo>
                    <a:pt x="73991" y="350079"/>
                  </a:lnTo>
                  <a:lnTo>
                    <a:pt x="69860" y="350692"/>
                  </a:lnTo>
                  <a:close/>
                </a:path>
                <a:path w="173354" h="351155">
                  <a:moveTo>
                    <a:pt x="60493" y="68101"/>
                  </a:moveTo>
                  <a:lnTo>
                    <a:pt x="57876" y="67692"/>
                  </a:lnTo>
                  <a:lnTo>
                    <a:pt x="55757" y="67406"/>
                  </a:lnTo>
                  <a:lnTo>
                    <a:pt x="55626" y="67406"/>
                  </a:lnTo>
                  <a:lnTo>
                    <a:pt x="54194" y="66465"/>
                  </a:lnTo>
                  <a:lnTo>
                    <a:pt x="51659" y="64665"/>
                  </a:lnTo>
                  <a:lnTo>
                    <a:pt x="53569" y="61271"/>
                  </a:lnTo>
                  <a:lnTo>
                    <a:pt x="56321" y="57344"/>
                  </a:lnTo>
                  <a:lnTo>
                    <a:pt x="60003" y="52763"/>
                  </a:lnTo>
                  <a:lnTo>
                    <a:pt x="63684" y="48100"/>
                  </a:lnTo>
                  <a:lnTo>
                    <a:pt x="92927" y="18651"/>
                  </a:lnTo>
                  <a:lnTo>
                    <a:pt x="92668" y="18651"/>
                  </a:lnTo>
                  <a:lnTo>
                    <a:pt x="94647" y="21146"/>
                  </a:lnTo>
                  <a:lnTo>
                    <a:pt x="95669" y="22373"/>
                  </a:lnTo>
                  <a:lnTo>
                    <a:pt x="95940" y="22373"/>
                  </a:lnTo>
                  <a:lnTo>
                    <a:pt x="96528" y="24091"/>
                  </a:lnTo>
                  <a:lnTo>
                    <a:pt x="97428" y="27117"/>
                  </a:lnTo>
                  <a:lnTo>
                    <a:pt x="94319" y="28017"/>
                  </a:lnTo>
                  <a:lnTo>
                    <a:pt x="90720" y="30021"/>
                  </a:lnTo>
                  <a:lnTo>
                    <a:pt x="62539" y="61271"/>
                  </a:lnTo>
                  <a:lnTo>
                    <a:pt x="60687" y="66874"/>
                  </a:lnTo>
                  <a:lnTo>
                    <a:pt x="60603" y="67406"/>
                  </a:lnTo>
                  <a:lnTo>
                    <a:pt x="60493" y="68101"/>
                  </a:lnTo>
                  <a:close/>
                </a:path>
                <a:path w="173354" h="351155">
                  <a:moveTo>
                    <a:pt x="111686" y="68101"/>
                  </a:moveTo>
                  <a:lnTo>
                    <a:pt x="60493" y="68101"/>
                  </a:lnTo>
                  <a:lnTo>
                    <a:pt x="60984" y="64993"/>
                  </a:lnTo>
                  <a:lnTo>
                    <a:pt x="86630" y="33130"/>
                  </a:lnTo>
                  <a:lnTo>
                    <a:pt x="97428" y="27117"/>
                  </a:lnTo>
                  <a:lnTo>
                    <a:pt x="96528" y="24091"/>
                  </a:lnTo>
                  <a:lnTo>
                    <a:pt x="96066" y="22741"/>
                  </a:lnTo>
                  <a:lnTo>
                    <a:pt x="95940" y="22373"/>
                  </a:lnTo>
                  <a:lnTo>
                    <a:pt x="95669" y="22373"/>
                  </a:lnTo>
                  <a:lnTo>
                    <a:pt x="94647" y="21146"/>
                  </a:lnTo>
                  <a:lnTo>
                    <a:pt x="92668" y="18651"/>
                  </a:lnTo>
                  <a:lnTo>
                    <a:pt x="159026" y="18651"/>
                  </a:lnTo>
                  <a:lnTo>
                    <a:pt x="171013" y="39879"/>
                  </a:lnTo>
                  <a:lnTo>
                    <a:pt x="171133" y="40288"/>
                  </a:lnTo>
                  <a:lnTo>
                    <a:pt x="172442" y="46750"/>
                  </a:lnTo>
                  <a:lnTo>
                    <a:pt x="172769" y="49573"/>
                  </a:lnTo>
                  <a:lnTo>
                    <a:pt x="172769" y="55217"/>
                  </a:lnTo>
                  <a:lnTo>
                    <a:pt x="121969" y="55217"/>
                  </a:lnTo>
                  <a:lnTo>
                    <a:pt x="120006" y="56117"/>
                  </a:lnTo>
                  <a:lnTo>
                    <a:pt x="118042" y="57917"/>
                  </a:lnTo>
                  <a:lnTo>
                    <a:pt x="116161" y="59716"/>
                  </a:lnTo>
                  <a:lnTo>
                    <a:pt x="114239" y="62702"/>
                  </a:lnTo>
                  <a:lnTo>
                    <a:pt x="111686" y="68101"/>
                  </a:lnTo>
                  <a:close/>
                </a:path>
                <a:path w="173354" h="351155">
                  <a:moveTo>
                    <a:pt x="159517" y="72150"/>
                  </a:moveTo>
                  <a:lnTo>
                    <a:pt x="151418" y="72150"/>
                  </a:lnTo>
                  <a:lnTo>
                    <a:pt x="148146" y="71373"/>
                  </a:lnTo>
                  <a:lnTo>
                    <a:pt x="131172" y="58571"/>
                  </a:lnTo>
                  <a:lnTo>
                    <a:pt x="129945" y="57344"/>
                  </a:lnTo>
                  <a:lnTo>
                    <a:pt x="129481" y="56935"/>
                  </a:lnTo>
                  <a:lnTo>
                    <a:pt x="128523" y="56268"/>
                  </a:lnTo>
                  <a:lnTo>
                    <a:pt x="127613" y="55585"/>
                  </a:lnTo>
                  <a:lnTo>
                    <a:pt x="126059" y="55217"/>
                  </a:lnTo>
                  <a:lnTo>
                    <a:pt x="172769" y="55217"/>
                  </a:lnTo>
                  <a:lnTo>
                    <a:pt x="172769" y="58571"/>
                  </a:lnTo>
                  <a:lnTo>
                    <a:pt x="170969" y="63561"/>
                  </a:lnTo>
                  <a:lnTo>
                    <a:pt x="163771" y="70433"/>
                  </a:lnTo>
                  <a:lnTo>
                    <a:pt x="159517" y="72150"/>
                  </a:lnTo>
                  <a:close/>
                </a:path>
                <a:path w="173354" h="351155">
                  <a:moveTo>
                    <a:pt x="114920" y="138013"/>
                  </a:moveTo>
                  <a:lnTo>
                    <a:pt x="97847" y="138013"/>
                  </a:lnTo>
                  <a:lnTo>
                    <a:pt x="104218" y="136612"/>
                  </a:lnTo>
                  <a:lnTo>
                    <a:pt x="110189" y="137430"/>
                  </a:lnTo>
                  <a:lnTo>
                    <a:pt x="114920" y="138013"/>
                  </a:lnTo>
                  <a:close/>
                </a:path>
                <a:path w="173354" h="351155">
                  <a:moveTo>
                    <a:pt x="97182" y="141725"/>
                  </a:moveTo>
                  <a:lnTo>
                    <a:pt x="90908" y="141725"/>
                  </a:lnTo>
                  <a:lnTo>
                    <a:pt x="97847" y="138013"/>
                  </a:lnTo>
                  <a:lnTo>
                    <a:pt x="97597" y="138013"/>
                  </a:lnTo>
                  <a:lnTo>
                    <a:pt x="97353" y="140088"/>
                  </a:lnTo>
                  <a:lnTo>
                    <a:pt x="97305" y="140498"/>
                  </a:lnTo>
                  <a:lnTo>
                    <a:pt x="97182" y="141725"/>
                  </a:lnTo>
                  <a:close/>
                </a:path>
                <a:path w="173354" h="351155">
                  <a:moveTo>
                    <a:pt x="120395" y="141725"/>
                  </a:moveTo>
                  <a:lnTo>
                    <a:pt x="97182" y="141725"/>
                  </a:lnTo>
                  <a:lnTo>
                    <a:pt x="97305" y="140498"/>
                  </a:lnTo>
                  <a:lnTo>
                    <a:pt x="97597" y="138013"/>
                  </a:lnTo>
                  <a:lnTo>
                    <a:pt x="115965" y="138013"/>
                  </a:lnTo>
                  <a:lnTo>
                    <a:pt x="120251" y="141356"/>
                  </a:lnTo>
                  <a:lnTo>
                    <a:pt x="120395" y="141725"/>
                  </a:lnTo>
                  <a:close/>
                </a:path>
                <a:path w="173354" h="351155">
                  <a:moveTo>
                    <a:pt x="145236" y="146965"/>
                  </a:moveTo>
                  <a:lnTo>
                    <a:pt x="122446" y="146965"/>
                  </a:lnTo>
                  <a:lnTo>
                    <a:pt x="130121" y="145766"/>
                  </a:lnTo>
                  <a:lnTo>
                    <a:pt x="137399" y="145620"/>
                  </a:lnTo>
                  <a:lnTo>
                    <a:pt x="144048" y="146564"/>
                  </a:lnTo>
                  <a:lnTo>
                    <a:pt x="145236" y="1469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190578" y="2456077"/>
            <a:ext cx="1882872" cy="48787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60596" y="3036797"/>
            <a:ext cx="1793968" cy="439475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8349912" y="3057902"/>
            <a:ext cx="311785" cy="314325"/>
            <a:chOff x="8349912" y="3057902"/>
            <a:chExt cx="311785" cy="314325"/>
          </a:xfrm>
        </p:grpSpPr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349912" y="3161450"/>
              <a:ext cx="167523" cy="21039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506536" y="3057902"/>
              <a:ext cx="154940" cy="314325"/>
            </a:xfrm>
            <a:custGeom>
              <a:avLst/>
              <a:gdLst/>
              <a:ahLst/>
              <a:cxnLst/>
              <a:rect l="l" t="t" r="r" b="b"/>
              <a:pathLst>
                <a:path w="154940" h="314325">
                  <a:moveTo>
                    <a:pt x="62583" y="314162"/>
                  </a:moveTo>
                  <a:lnTo>
                    <a:pt x="50784" y="314162"/>
                  </a:lnTo>
                  <a:lnTo>
                    <a:pt x="43456" y="311597"/>
                  </a:lnTo>
                  <a:lnTo>
                    <a:pt x="36934" y="306467"/>
                  </a:lnTo>
                  <a:lnTo>
                    <a:pt x="32303" y="302221"/>
                  </a:lnTo>
                  <a:lnTo>
                    <a:pt x="28195" y="297289"/>
                  </a:lnTo>
                  <a:lnTo>
                    <a:pt x="24699" y="291811"/>
                  </a:lnTo>
                  <a:lnTo>
                    <a:pt x="24609" y="291669"/>
                  </a:lnTo>
                  <a:lnTo>
                    <a:pt x="14143" y="252311"/>
                  </a:lnTo>
                  <a:lnTo>
                    <a:pt x="11738" y="226149"/>
                  </a:lnTo>
                  <a:lnTo>
                    <a:pt x="11645" y="224677"/>
                  </a:lnTo>
                  <a:lnTo>
                    <a:pt x="11322" y="217978"/>
                  </a:lnTo>
                  <a:lnTo>
                    <a:pt x="11081" y="211170"/>
                  </a:lnTo>
                  <a:lnTo>
                    <a:pt x="10909" y="204375"/>
                  </a:lnTo>
                  <a:lnTo>
                    <a:pt x="10882" y="174229"/>
                  </a:lnTo>
                  <a:lnTo>
                    <a:pt x="8683" y="172910"/>
                  </a:lnTo>
                  <a:lnTo>
                    <a:pt x="6302" y="169868"/>
                  </a:lnTo>
                  <a:lnTo>
                    <a:pt x="3737" y="165105"/>
                  </a:lnTo>
                  <a:lnTo>
                    <a:pt x="1245" y="160342"/>
                  </a:lnTo>
                  <a:lnTo>
                    <a:pt x="0" y="155065"/>
                  </a:lnTo>
                  <a:lnTo>
                    <a:pt x="0" y="142461"/>
                  </a:lnTo>
                  <a:lnTo>
                    <a:pt x="1685" y="136342"/>
                  </a:lnTo>
                  <a:lnTo>
                    <a:pt x="8427" y="125496"/>
                  </a:lnTo>
                  <a:lnTo>
                    <a:pt x="11651" y="122198"/>
                  </a:lnTo>
                  <a:lnTo>
                    <a:pt x="14729" y="121026"/>
                  </a:lnTo>
                  <a:lnTo>
                    <a:pt x="15279" y="117288"/>
                  </a:lnTo>
                  <a:lnTo>
                    <a:pt x="25007" y="73037"/>
                  </a:lnTo>
                  <a:lnTo>
                    <a:pt x="43799" y="32464"/>
                  </a:lnTo>
                  <a:lnTo>
                    <a:pt x="75627" y="5606"/>
                  </a:lnTo>
                  <a:lnTo>
                    <a:pt x="105087" y="0"/>
                  </a:lnTo>
                  <a:lnTo>
                    <a:pt x="109191" y="0"/>
                  </a:lnTo>
                  <a:lnTo>
                    <a:pt x="113478" y="586"/>
                  </a:lnTo>
                  <a:lnTo>
                    <a:pt x="122418" y="2931"/>
                  </a:lnTo>
                  <a:lnTo>
                    <a:pt x="126742" y="4800"/>
                  </a:lnTo>
                  <a:lnTo>
                    <a:pt x="130919" y="7364"/>
                  </a:lnTo>
                  <a:lnTo>
                    <a:pt x="135096" y="9856"/>
                  </a:lnTo>
                  <a:lnTo>
                    <a:pt x="138943" y="12971"/>
                  </a:lnTo>
                  <a:lnTo>
                    <a:pt x="142461" y="16708"/>
                  </a:lnTo>
                  <a:lnTo>
                    <a:pt x="83247" y="16708"/>
                  </a:lnTo>
                  <a:lnTo>
                    <a:pt x="80762" y="18590"/>
                  </a:lnTo>
                  <a:lnTo>
                    <a:pt x="53752" y="47267"/>
                  </a:lnTo>
                  <a:lnTo>
                    <a:pt x="50455" y="51371"/>
                  </a:lnTo>
                  <a:lnTo>
                    <a:pt x="47989" y="54888"/>
                  </a:lnTo>
                  <a:lnTo>
                    <a:pt x="46277" y="57929"/>
                  </a:lnTo>
                  <a:lnTo>
                    <a:pt x="48549" y="59542"/>
                  </a:lnTo>
                  <a:lnTo>
                    <a:pt x="49832" y="60384"/>
                  </a:lnTo>
                  <a:lnTo>
                    <a:pt x="51847" y="60641"/>
                  </a:lnTo>
                  <a:lnTo>
                    <a:pt x="54192" y="61007"/>
                  </a:lnTo>
                  <a:lnTo>
                    <a:pt x="100052" y="61007"/>
                  </a:lnTo>
                  <a:lnTo>
                    <a:pt x="98821" y="63572"/>
                  </a:lnTo>
                  <a:lnTo>
                    <a:pt x="97245" y="68042"/>
                  </a:lnTo>
                  <a:lnTo>
                    <a:pt x="94461" y="78595"/>
                  </a:lnTo>
                  <a:lnTo>
                    <a:pt x="93215" y="84165"/>
                  </a:lnTo>
                  <a:lnTo>
                    <a:pt x="91016" y="95890"/>
                  </a:lnTo>
                  <a:lnTo>
                    <a:pt x="90187" y="101123"/>
                  </a:lnTo>
                  <a:lnTo>
                    <a:pt x="90064" y="101899"/>
                  </a:lnTo>
                  <a:lnTo>
                    <a:pt x="89258" y="108055"/>
                  </a:lnTo>
                  <a:lnTo>
                    <a:pt x="87599" y="122198"/>
                  </a:lnTo>
                  <a:lnTo>
                    <a:pt x="87491" y="123114"/>
                  </a:lnTo>
                  <a:lnTo>
                    <a:pt x="87423" y="123700"/>
                  </a:lnTo>
                  <a:lnTo>
                    <a:pt x="84179" y="125496"/>
                  </a:lnTo>
                  <a:lnTo>
                    <a:pt x="81439" y="126962"/>
                  </a:lnTo>
                  <a:lnTo>
                    <a:pt x="107854" y="126962"/>
                  </a:lnTo>
                  <a:lnTo>
                    <a:pt x="109691" y="131656"/>
                  </a:lnTo>
                  <a:lnTo>
                    <a:pt x="130107" y="131656"/>
                  </a:lnTo>
                  <a:lnTo>
                    <a:pt x="134436" y="133117"/>
                  </a:lnTo>
                  <a:lnTo>
                    <a:pt x="141252" y="136195"/>
                  </a:lnTo>
                  <a:lnTo>
                    <a:pt x="144659" y="141581"/>
                  </a:lnTo>
                  <a:lnTo>
                    <a:pt x="144659" y="151914"/>
                  </a:lnTo>
                  <a:lnTo>
                    <a:pt x="144110" y="154479"/>
                  </a:lnTo>
                  <a:lnTo>
                    <a:pt x="143010" y="156971"/>
                  </a:lnTo>
                  <a:lnTo>
                    <a:pt x="141984" y="159462"/>
                  </a:lnTo>
                  <a:lnTo>
                    <a:pt x="140189" y="161661"/>
                  </a:lnTo>
                  <a:lnTo>
                    <a:pt x="137624" y="163566"/>
                  </a:lnTo>
                  <a:lnTo>
                    <a:pt x="135133" y="165472"/>
                  </a:lnTo>
                  <a:lnTo>
                    <a:pt x="86070" y="173679"/>
                  </a:lnTo>
                  <a:lnTo>
                    <a:pt x="86143" y="177783"/>
                  </a:lnTo>
                  <a:lnTo>
                    <a:pt x="86363" y="184085"/>
                  </a:lnTo>
                  <a:lnTo>
                    <a:pt x="87096" y="201087"/>
                  </a:lnTo>
                  <a:lnTo>
                    <a:pt x="87609" y="209514"/>
                  </a:lnTo>
                  <a:lnTo>
                    <a:pt x="88811" y="224677"/>
                  </a:lnTo>
                  <a:lnTo>
                    <a:pt x="88928" y="226149"/>
                  </a:lnTo>
                  <a:lnTo>
                    <a:pt x="93472" y="264696"/>
                  </a:lnTo>
                  <a:lnTo>
                    <a:pt x="93728" y="266785"/>
                  </a:lnTo>
                  <a:lnTo>
                    <a:pt x="94021" y="271108"/>
                  </a:lnTo>
                  <a:lnTo>
                    <a:pt x="94094" y="283896"/>
                  </a:lnTo>
                  <a:lnTo>
                    <a:pt x="92151" y="291669"/>
                  </a:lnTo>
                  <a:lnTo>
                    <a:pt x="92116" y="291811"/>
                  </a:lnTo>
                  <a:lnTo>
                    <a:pt x="84201" y="305295"/>
                  </a:lnTo>
                  <a:lnTo>
                    <a:pt x="78155" y="309948"/>
                  </a:lnTo>
                  <a:lnTo>
                    <a:pt x="70021" y="312513"/>
                  </a:lnTo>
                  <a:lnTo>
                    <a:pt x="66284" y="313612"/>
                  </a:lnTo>
                  <a:lnTo>
                    <a:pt x="62583" y="314162"/>
                  </a:lnTo>
                  <a:close/>
                </a:path>
                <a:path w="154940" h="314325">
                  <a:moveTo>
                    <a:pt x="54192" y="61007"/>
                  </a:moveTo>
                  <a:lnTo>
                    <a:pt x="51847" y="60641"/>
                  </a:lnTo>
                  <a:lnTo>
                    <a:pt x="49832" y="60384"/>
                  </a:lnTo>
                  <a:lnTo>
                    <a:pt x="48549" y="59542"/>
                  </a:lnTo>
                  <a:lnTo>
                    <a:pt x="46277" y="57929"/>
                  </a:lnTo>
                  <a:lnTo>
                    <a:pt x="47989" y="54888"/>
                  </a:lnTo>
                  <a:lnTo>
                    <a:pt x="50455" y="51371"/>
                  </a:lnTo>
                  <a:lnTo>
                    <a:pt x="53752" y="47267"/>
                  </a:lnTo>
                  <a:lnTo>
                    <a:pt x="57050" y="43090"/>
                  </a:lnTo>
                  <a:lnTo>
                    <a:pt x="83247" y="16708"/>
                  </a:lnTo>
                  <a:lnTo>
                    <a:pt x="83015" y="16708"/>
                  </a:lnTo>
                  <a:lnTo>
                    <a:pt x="84787" y="18943"/>
                  </a:lnTo>
                  <a:lnTo>
                    <a:pt x="85703" y="20042"/>
                  </a:lnTo>
                  <a:lnTo>
                    <a:pt x="85947" y="20042"/>
                  </a:lnTo>
                  <a:lnTo>
                    <a:pt x="86347" y="21215"/>
                  </a:lnTo>
                  <a:lnTo>
                    <a:pt x="86473" y="21581"/>
                  </a:lnTo>
                  <a:lnTo>
                    <a:pt x="87279" y="24293"/>
                  </a:lnTo>
                  <a:lnTo>
                    <a:pt x="84494" y="25099"/>
                  </a:lnTo>
                  <a:lnTo>
                    <a:pt x="81270" y="26894"/>
                  </a:lnTo>
                  <a:lnTo>
                    <a:pt x="54754" y="57929"/>
                  </a:lnTo>
                  <a:lnTo>
                    <a:pt x="54632" y="58222"/>
                  </a:lnTo>
                  <a:lnTo>
                    <a:pt x="54464" y="59285"/>
                  </a:lnTo>
                  <a:lnTo>
                    <a:pt x="54365" y="59908"/>
                  </a:lnTo>
                  <a:lnTo>
                    <a:pt x="54250" y="60641"/>
                  </a:lnTo>
                  <a:lnTo>
                    <a:pt x="54192" y="61007"/>
                  </a:lnTo>
                  <a:close/>
                </a:path>
                <a:path w="154940" h="314325">
                  <a:moveTo>
                    <a:pt x="100052" y="61007"/>
                  </a:moveTo>
                  <a:lnTo>
                    <a:pt x="54192" y="61007"/>
                  </a:lnTo>
                  <a:lnTo>
                    <a:pt x="54632" y="58222"/>
                  </a:lnTo>
                  <a:lnTo>
                    <a:pt x="81270" y="26894"/>
                  </a:lnTo>
                  <a:lnTo>
                    <a:pt x="87279" y="24293"/>
                  </a:lnTo>
                  <a:lnTo>
                    <a:pt x="86473" y="21581"/>
                  </a:lnTo>
                  <a:lnTo>
                    <a:pt x="86059" y="20372"/>
                  </a:lnTo>
                  <a:lnTo>
                    <a:pt x="85947" y="20042"/>
                  </a:lnTo>
                  <a:lnTo>
                    <a:pt x="85703" y="20042"/>
                  </a:lnTo>
                  <a:lnTo>
                    <a:pt x="84787" y="18943"/>
                  </a:lnTo>
                  <a:lnTo>
                    <a:pt x="83015" y="16708"/>
                  </a:lnTo>
                  <a:lnTo>
                    <a:pt x="142461" y="16708"/>
                  </a:lnTo>
                  <a:lnTo>
                    <a:pt x="153199" y="35725"/>
                  </a:lnTo>
                  <a:lnTo>
                    <a:pt x="153306" y="36091"/>
                  </a:lnTo>
                  <a:lnTo>
                    <a:pt x="154479" y="41880"/>
                  </a:lnTo>
                  <a:lnTo>
                    <a:pt x="154772" y="44409"/>
                  </a:lnTo>
                  <a:lnTo>
                    <a:pt x="154772" y="49465"/>
                  </a:lnTo>
                  <a:lnTo>
                    <a:pt x="109264" y="49465"/>
                  </a:lnTo>
                  <a:lnTo>
                    <a:pt x="107505" y="50271"/>
                  </a:lnTo>
                  <a:lnTo>
                    <a:pt x="105746" y="51884"/>
                  </a:lnTo>
                  <a:lnTo>
                    <a:pt x="104061" y="53496"/>
                  </a:lnTo>
                  <a:lnTo>
                    <a:pt x="102339" y="56171"/>
                  </a:lnTo>
                  <a:lnTo>
                    <a:pt x="100052" y="61007"/>
                  </a:lnTo>
                  <a:close/>
                </a:path>
                <a:path w="154940" h="314325">
                  <a:moveTo>
                    <a:pt x="142900" y="64635"/>
                  </a:moveTo>
                  <a:lnTo>
                    <a:pt x="135646" y="64635"/>
                  </a:lnTo>
                  <a:lnTo>
                    <a:pt x="132714" y="63939"/>
                  </a:lnTo>
                  <a:lnTo>
                    <a:pt x="117508" y="52470"/>
                  </a:lnTo>
                  <a:lnTo>
                    <a:pt x="116152" y="51114"/>
                  </a:lnTo>
                  <a:lnTo>
                    <a:pt x="115136" y="50406"/>
                  </a:lnTo>
                  <a:lnTo>
                    <a:pt x="114320" y="49795"/>
                  </a:lnTo>
                  <a:lnTo>
                    <a:pt x="112928" y="49465"/>
                  </a:lnTo>
                  <a:lnTo>
                    <a:pt x="154772" y="49465"/>
                  </a:lnTo>
                  <a:lnTo>
                    <a:pt x="154772" y="52470"/>
                  </a:lnTo>
                  <a:lnTo>
                    <a:pt x="153160" y="56940"/>
                  </a:lnTo>
                  <a:lnTo>
                    <a:pt x="146711" y="63096"/>
                  </a:lnTo>
                  <a:lnTo>
                    <a:pt x="142900" y="64635"/>
                  </a:lnTo>
                  <a:close/>
                </a:path>
                <a:path w="154940" h="314325">
                  <a:moveTo>
                    <a:pt x="107854" y="126962"/>
                  </a:moveTo>
                  <a:lnTo>
                    <a:pt x="87059" y="126962"/>
                  </a:lnTo>
                  <a:lnTo>
                    <a:pt x="87092" y="126632"/>
                  </a:lnTo>
                  <a:lnTo>
                    <a:pt x="87212" y="125496"/>
                  </a:lnTo>
                  <a:lnTo>
                    <a:pt x="87536" y="123700"/>
                  </a:lnTo>
                  <a:lnTo>
                    <a:pt x="93362" y="122381"/>
                  </a:lnTo>
                  <a:lnTo>
                    <a:pt x="98711" y="123114"/>
                  </a:lnTo>
                  <a:lnTo>
                    <a:pt x="103466" y="123700"/>
                  </a:lnTo>
                  <a:lnTo>
                    <a:pt x="103967" y="123700"/>
                  </a:lnTo>
                  <a:lnTo>
                    <a:pt x="107725" y="126632"/>
                  </a:lnTo>
                  <a:lnTo>
                    <a:pt x="107854" y="126962"/>
                  </a:lnTo>
                  <a:close/>
                </a:path>
                <a:path w="154940" h="314325">
                  <a:moveTo>
                    <a:pt x="87059" y="126962"/>
                  </a:moveTo>
                  <a:lnTo>
                    <a:pt x="81439" y="126962"/>
                  </a:lnTo>
                  <a:lnTo>
                    <a:pt x="87536" y="123700"/>
                  </a:lnTo>
                  <a:lnTo>
                    <a:pt x="87212" y="125496"/>
                  </a:lnTo>
                  <a:lnTo>
                    <a:pt x="87092" y="126632"/>
                  </a:lnTo>
                  <a:lnTo>
                    <a:pt x="87059" y="126962"/>
                  </a:lnTo>
                  <a:close/>
                </a:path>
                <a:path w="154940" h="314325">
                  <a:moveTo>
                    <a:pt x="130107" y="131656"/>
                  </a:moveTo>
                  <a:lnTo>
                    <a:pt x="109691" y="131656"/>
                  </a:lnTo>
                  <a:lnTo>
                    <a:pt x="116567" y="130582"/>
                  </a:lnTo>
                  <a:lnTo>
                    <a:pt x="123087" y="130452"/>
                  </a:lnTo>
                  <a:lnTo>
                    <a:pt x="129043" y="131297"/>
                  </a:lnTo>
                  <a:lnTo>
                    <a:pt x="130107" y="131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764106" y="3039215"/>
            <a:ext cx="1468641" cy="43705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345513" y="3039215"/>
            <a:ext cx="1136860" cy="33350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579836" y="3050574"/>
            <a:ext cx="541774" cy="32720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219422" y="3039435"/>
            <a:ext cx="1852019" cy="43024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101672" y="3723943"/>
            <a:ext cx="629526" cy="285270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4803222" y="3723943"/>
            <a:ext cx="141605" cy="285115"/>
          </a:xfrm>
          <a:custGeom>
            <a:avLst/>
            <a:gdLst/>
            <a:ahLst/>
            <a:cxnLst/>
            <a:rect l="l" t="t" r="r" b="b"/>
            <a:pathLst>
              <a:path w="141604" h="285114">
                <a:moveTo>
                  <a:pt x="40320" y="83897"/>
                </a:moveTo>
                <a:lnTo>
                  <a:pt x="22262" y="83897"/>
                </a:lnTo>
                <a:lnTo>
                  <a:pt x="18160" y="81816"/>
                </a:lnTo>
                <a:lnTo>
                  <a:pt x="2080" y="58138"/>
                </a:lnTo>
                <a:lnTo>
                  <a:pt x="2080" y="50382"/>
                </a:lnTo>
                <a:lnTo>
                  <a:pt x="57571" y="1702"/>
                </a:lnTo>
                <a:lnTo>
                  <a:pt x="63120" y="0"/>
                </a:lnTo>
                <a:lnTo>
                  <a:pt x="71506" y="0"/>
                </a:lnTo>
                <a:lnTo>
                  <a:pt x="73776" y="252"/>
                </a:lnTo>
                <a:lnTo>
                  <a:pt x="76046" y="756"/>
                </a:lnTo>
                <a:lnTo>
                  <a:pt x="78380" y="1198"/>
                </a:lnTo>
                <a:lnTo>
                  <a:pt x="80650" y="2049"/>
                </a:lnTo>
                <a:lnTo>
                  <a:pt x="82857" y="3310"/>
                </a:lnTo>
                <a:lnTo>
                  <a:pt x="87460" y="5643"/>
                </a:lnTo>
                <a:lnTo>
                  <a:pt x="91275" y="9143"/>
                </a:lnTo>
                <a:lnTo>
                  <a:pt x="95670" y="15890"/>
                </a:lnTo>
                <a:lnTo>
                  <a:pt x="71506" y="15890"/>
                </a:lnTo>
                <a:lnTo>
                  <a:pt x="69741" y="16142"/>
                </a:lnTo>
                <a:lnTo>
                  <a:pt x="67943" y="16710"/>
                </a:lnTo>
                <a:lnTo>
                  <a:pt x="64417" y="18412"/>
                </a:lnTo>
                <a:lnTo>
                  <a:pt x="62521" y="19295"/>
                </a:lnTo>
                <a:lnTo>
                  <a:pt x="51461" y="25065"/>
                </a:lnTo>
                <a:lnTo>
                  <a:pt x="48238" y="26704"/>
                </a:lnTo>
                <a:lnTo>
                  <a:pt x="44045" y="29037"/>
                </a:lnTo>
                <a:lnTo>
                  <a:pt x="39253" y="31875"/>
                </a:lnTo>
                <a:lnTo>
                  <a:pt x="41563" y="34239"/>
                </a:lnTo>
                <a:lnTo>
                  <a:pt x="42245" y="34902"/>
                </a:lnTo>
                <a:lnTo>
                  <a:pt x="44549" y="34902"/>
                </a:lnTo>
                <a:lnTo>
                  <a:pt x="45448" y="35185"/>
                </a:lnTo>
                <a:lnTo>
                  <a:pt x="99624" y="35185"/>
                </a:lnTo>
                <a:lnTo>
                  <a:pt x="99953" y="43840"/>
                </a:lnTo>
                <a:lnTo>
                  <a:pt x="100140" y="50382"/>
                </a:lnTo>
                <a:lnTo>
                  <a:pt x="100311" y="58138"/>
                </a:lnTo>
                <a:lnTo>
                  <a:pt x="100408" y="63845"/>
                </a:lnTo>
                <a:lnTo>
                  <a:pt x="100485" y="75479"/>
                </a:lnTo>
                <a:lnTo>
                  <a:pt x="45779" y="75479"/>
                </a:lnTo>
                <a:lnTo>
                  <a:pt x="42122" y="78947"/>
                </a:lnTo>
                <a:lnTo>
                  <a:pt x="40325" y="82037"/>
                </a:lnTo>
                <a:lnTo>
                  <a:pt x="40320" y="83897"/>
                </a:lnTo>
                <a:close/>
              </a:path>
              <a:path w="141604" h="285114">
                <a:moveTo>
                  <a:pt x="42807" y="34902"/>
                </a:moveTo>
                <a:lnTo>
                  <a:pt x="42245" y="34902"/>
                </a:lnTo>
                <a:lnTo>
                  <a:pt x="41209" y="33893"/>
                </a:lnTo>
                <a:lnTo>
                  <a:pt x="39253" y="31875"/>
                </a:lnTo>
                <a:lnTo>
                  <a:pt x="44045" y="29037"/>
                </a:lnTo>
                <a:lnTo>
                  <a:pt x="48238" y="26704"/>
                </a:lnTo>
                <a:lnTo>
                  <a:pt x="51461" y="25065"/>
                </a:lnTo>
                <a:lnTo>
                  <a:pt x="62521" y="19295"/>
                </a:lnTo>
                <a:lnTo>
                  <a:pt x="64417" y="18412"/>
                </a:lnTo>
                <a:lnTo>
                  <a:pt x="67943" y="16710"/>
                </a:lnTo>
                <a:lnTo>
                  <a:pt x="69741" y="16142"/>
                </a:lnTo>
                <a:lnTo>
                  <a:pt x="71506" y="15890"/>
                </a:lnTo>
                <a:lnTo>
                  <a:pt x="75100" y="15890"/>
                </a:lnTo>
                <a:lnTo>
                  <a:pt x="77843" y="19484"/>
                </a:lnTo>
                <a:lnTo>
                  <a:pt x="78413" y="20934"/>
                </a:lnTo>
                <a:lnTo>
                  <a:pt x="70371" y="20934"/>
                </a:lnTo>
                <a:lnTo>
                  <a:pt x="68441" y="21470"/>
                </a:lnTo>
                <a:lnTo>
                  <a:pt x="68644" y="21470"/>
                </a:lnTo>
                <a:lnTo>
                  <a:pt x="65854" y="22511"/>
                </a:lnTo>
                <a:lnTo>
                  <a:pt x="65185" y="22795"/>
                </a:lnTo>
                <a:lnTo>
                  <a:pt x="49909" y="32442"/>
                </a:lnTo>
                <a:lnTo>
                  <a:pt x="48522" y="33388"/>
                </a:lnTo>
                <a:lnTo>
                  <a:pt x="47828" y="33893"/>
                </a:lnTo>
                <a:lnTo>
                  <a:pt x="47389" y="34239"/>
                </a:lnTo>
                <a:lnTo>
                  <a:pt x="46063" y="34239"/>
                </a:lnTo>
                <a:lnTo>
                  <a:pt x="42807" y="34902"/>
                </a:lnTo>
                <a:close/>
              </a:path>
              <a:path w="141604" h="285114">
                <a:moveTo>
                  <a:pt x="99134" y="25506"/>
                </a:moveTo>
                <a:lnTo>
                  <a:pt x="75195" y="25506"/>
                </a:lnTo>
                <a:lnTo>
                  <a:pt x="76456" y="25254"/>
                </a:lnTo>
                <a:lnTo>
                  <a:pt x="78978" y="24686"/>
                </a:lnTo>
                <a:lnTo>
                  <a:pt x="78884" y="22511"/>
                </a:lnTo>
                <a:lnTo>
                  <a:pt x="78667" y="21723"/>
                </a:lnTo>
                <a:lnTo>
                  <a:pt x="78624" y="21470"/>
                </a:lnTo>
                <a:lnTo>
                  <a:pt x="77843" y="19484"/>
                </a:lnTo>
                <a:lnTo>
                  <a:pt x="75100" y="15890"/>
                </a:lnTo>
                <a:lnTo>
                  <a:pt x="95670" y="15890"/>
                </a:lnTo>
                <a:lnTo>
                  <a:pt x="97328" y="18412"/>
                </a:lnTo>
                <a:lnTo>
                  <a:pt x="98999" y="23299"/>
                </a:lnTo>
                <a:lnTo>
                  <a:pt x="99118" y="25254"/>
                </a:lnTo>
                <a:lnTo>
                  <a:pt x="99134" y="25506"/>
                </a:lnTo>
                <a:close/>
              </a:path>
              <a:path w="141604" h="285114">
                <a:moveTo>
                  <a:pt x="71929" y="21470"/>
                </a:moveTo>
                <a:lnTo>
                  <a:pt x="68441" y="21470"/>
                </a:lnTo>
                <a:lnTo>
                  <a:pt x="70371" y="20934"/>
                </a:lnTo>
                <a:lnTo>
                  <a:pt x="70964" y="20934"/>
                </a:lnTo>
                <a:lnTo>
                  <a:pt x="71929" y="21470"/>
                </a:lnTo>
                <a:close/>
              </a:path>
              <a:path w="141604" h="285114">
                <a:moveTo>
                  <a:pt x="75195" y="25506"/>
                </a:moveTo>
                <a:lnTo>
                  <a:pt x="75195" y="25254"/>
                </a:lnTo>
                <a:lnTo>
                  <a:pt x="74896" y="25254"/>
                </a:lnTo>
                <a:lnTo>
                  <a:pt x="73997" y="25065"/>
                </a:lnTo>
                <a:lnTo>
                  <a:pt x="71601" y="24686"/>
                </a:lnTo>
                <a:lnTo>
                  <a:pt x="71711" y="23583"/>
                </a:lnTo>
                <a:lnTo>
                  <a:pt x="71790" y="21723"/>
                </a:lnTo>
                <a:lnTo>
                  <a:pt x="71601" y="21470"/>
                </a:lnTo>
                <a:lnTo>
                  <a:pt x="71929" y="21470"/>
                </a:lnTo>
                <a:lnTo>
                  <a:pt x="70964" y="20934"/>
                </a:lnTo>
                <a:lnTo>
                  <a:pt x="78413" y="20934"/>
                </a:lnTo>
                <a:lnTo>
                  <a:pt x="78624" y="21470"/>
                </a:lnTo>
                <a:lnTo>
                  <a:pt x="78667" y="21723"/>
                </a:lnTo>
                <a:lnTo>
                  <a:pt x="78884" y="22511"/>
                </a:lnTo>
                <a:lnTo>
                  <a:pt x="78978" y="24686"/>
                </a:lnTo>
                <a:lnTo>
                  <a:pt x="76456" y="25254"/>
                </a:lnTo>
                <a:lnTo>
                  <a:pt x="75195" y="25506"/>
                </a:lnTo>
                <a:close/>
              </a:path>
              <a:path w="141604" h="285114">
                <a:moveTo>
                  <a:pt x="99624" y="35185"/>
                </a:moveTo>
                <a:lnTo>
                  <a:pt x="46283" y="35185"/>
                </a:lnTo>
                <a:lnTo>
                  <a:pt x="47389" y="34239"/>
                </a:lnTo>
                <a:lnTo>
                  <a:pt x="47828" y="33893"/>
                </a:lnTo>
                <a:lnTo>
                  <a:pt x="48522" y="33388"/>
                </a:lnTo>
                <a:lnTo>
                  <a:pt x="49909" y="32442"/>
                </a:lnTo>
                <a:lnTo>
                  <a:pt x="51612" y="31181"/>
                </a:lnTo>
                <a:lnTo>
                  <a:pt x="68644" y="21470"/>
                </a:lnTo>
                <a:lnTo>
                  <a:pt x="71601" y="21470"/>
                </a:lnTo>
                <a:lnTo>
                  <a:pt x="71601" y="24686"/>
                </a:lnTo>
                <a:lnTo>
                  <a:pt x="73997" y="25065"/>
                </a:lnTo>
                <a:lnTo>
                  <a:pt x="74896" y="25254"/>
                </a:lnTo>
                <a:lnTo>
                  <a:pt x="75195" y="25254"/>
                </a:lnTo>
                <a:lnTo>
                  <a:pt x="75195" y="25506"/>
                </a:lnTo>
                <a:lnTo>
                  <a:pt x="99134" y="25506"/>
                </a:lnTo>
                <a:lnTo>
                  <a:pt x="99241" y="27272"/>
                </a:lnTo>
                <a:lnTo>
                  <a:pt x="99341" y="29037"/>
                </a:lnTo>
                <a:lnTo>
                  <a:pt x="99440" y="31181"/>
                </a:lnTo>
                <a:lnTo>
                  <a:pt x="99565" y="33893"/>
                </a:lnTo>
                <a:lnTo>
                  <a:pt x="99624" y="35185"/>
                </a:lnTo>
                <a:close/>
              </a:path>
              <a:path w="141604" h="285114">
                <a:moveTo>
                  <a:pt x="44549" y="34902"/>
                </a:moveTo>
                <a:lnTo>
                  <a:pt x="42807" y="34902"/>
                </a:lnTo>
                <a:lnTo>
                  <a:pt x="46063" y="34239"/>
                </a:lnTo>
                <a:lnTo>
                  <a:pt x="44865" y="34618"/>
                </a:lnTo>
                <a:lnTo>
                  <a:pt x="44549" y="34902"/>
                </a:lnTo>
                <a:close/>
              </a:path>
              <a:path w="141604" h="285114">
                <a:moveTo>
                  <a:pt x="46283" y="35185"/>
                </a:moveTo>
                <a:lnTo>
                  <a:pt x="45448" y="35185"/>
                </a:lnTo>
                <a:lnTo>
                  <a:pt x="44549" y="34902"/>
                </a:lnTo>
                <a:lnTo>
                  <a:pt x="44865" y="34618"/>
                </a:lnTo>
                <a:lnTo>
                  <a:pt x="46063" y="34239"/>
                </a:lnTo>
                <a:lnTo>
                  <a:pt x="47375" y="34239"/>
                </a:lnTo>
                <a:lnTo>
                  <a:pt x="46283" y="35185"/>
                </a:lnTo>
                <a:close/>
              </a:path>
              <a:path w="141604" h="285114">
                <a:moveTo>
                  <a:pt x="34933" y="85127"/>
                </a:moveTo>
                <a:lnTo>
                  <a:pt x="27114" y="85127"/>
                </a:lnTo>
                <a:lnTo>
                  <a:pt x="21985" y="83897"/>
                </a:lnTo>
                <a:lnTo>
                  <a:pt x="40320" y="83897"/>
                </a:lnTo>
                <a:lnTo>
                  <a:pt x="40325" y="82037"/>
                </a:lnTo>
                <a:lnTo>
                  <a:pt x="42122" y="78947"/>
                </a:lnTo>
                <a:lnTo>
                  <a:pt x="45779" y="75479"/>
                </a:lnTo>
                <a:lnTo>
                  <a:pt x="45968" y="75952"/>
                </a:lnTo>
                <a:lnTo>
                  <a:pt x="45275" y="80366"/>
                </a:lnTo>
                <a:lnTo>
                  <a:pt x="43509" y="83014"/>
                </a:lnTo>
                <a:lnTo>
                  <a:pt x="40671" y="83897"/>
                </a:lnTo>
                <a:lnTo>
                  <a:pt x="37834" y="84717"/>
                </a:lnTo>
                <a:lnTo>
                  <a:pt x="34933" y="85127"/>
                </a:lnTo>
                <a:close/>
              </a:path>
              <a:path w="141604" h="285114">
                <a:moveTo>
                  <a:pt x="100492" y="83897"/>
                </a:moveTo>
                <a:lnTo>
                  <a:pt x="40671" y="83897"/>
                </a:lnTo>
                <a:lnTo>
                  <a:pt x="43509" y="83014"/>
                </a:lnTo>
                <a:lnTo>
                  <a:pt x="45275" y="80366"/>
                </a:lnTo>
                <a:lnTo>
                  <a:pt x="45914" y="76299"/>
                </a:lnTo>
                <a:lnTo>
                  <a:pt x="45968" y="75952"/>
                </a:lnTo>
                <a:lnTo>
                  <a:pt x="45779" y="75479"/>
                </a:lnTo>
                <a:lnTo>
                  <a:pt x="100485" y="75479"/>
                </a:lnTo>
                <a:lnTo>
                  <a:pt x="100492" y="83897"/>
                </a:lnTo>
                <a:close/>
              </a:path>
              <a:path w="141604" h="285114">
                <a:moveTo>
                  <a:pt x="40482" y="223884"/>
                </a:moveTo>
                <a:lnTo>
                  <a:pt x="39221" y="220226"/>
                </a:lnTo>
                <a:lnTo>
                  <a:pt x="38622" y="215213"/>
                </a:lnTo>
                <a:lnTo>
                  <a:pt x="38700" y="207300"/>
                </a:lnTo>
                <a:lnTo>
                  <a:pt x="38791" y="200679"/>
                </a:lnTo>
                <a:lnTo>
                  <a:pt x="38906" y="195855"/>
                </a:lnTo>
                <a:lnTo>
                  <a:pt x="39123" y="189927"/>
                </a:lnTo>
                <a:lnTo>
                  <a:pt x="39158" y="188982"/>
                </a:lnTo>
                <a:lnTo>
                  <a:pt x="40216" y="130315"/>
                </a:lnTo>
                <a:lnTo>
                  <a:pt x="40320" y="83897"/>
                </a:lnTo>
                <a:lnTo>
                  <a:pt x="100492" y="83897"/>
                </a:lnTo>
                <a:lnTo>
                  <a:pt x="100520" y="118232"/>
                </a:lnTo>
                <a:lnTo>
                  <a:pt x="100373" y="130315"/>
                </a:lnTo>
                <a:lnTo>
                  <a:pt x="99331" y="188982"/>
                </a:lnTo>
                <a:lnTo>
                  <a:pt x="99239" y="195855"/>
                </a:lnTo>
                <a:lnTo>
                  <a:pt x="99062" y="200679"/>
                </a:lnTo>
                <a:lnTo>
                  <a:pt x="98873" y="207300"/>
                </a:lnTo>
                <a:lnTo>
                  <a:pt x="98747" y="213668"/>
                </a:lnTo>
                <a:lnTo>
                  <a:pt x="98621" y="219974"/>
                </a:lnTo>
                <a:lnTo>
                  <a:pt x="98568" y="221897"/>
                </a:lnTo>
                <a:lnTo>
                  <a:pt x="40482" y="221897"/>
                </a:lnTo>
                <a:lnTo>
                  <a:pt x="40482" y="223884"/>
                </a:lnTo>
                <a:close/>
              </a:path>
              <a:path w="141604" h="285114">
                <a:moveTo>
                  <a:pt x="38906" y="284702"/>
                </a:moveTo>
                <a:lnTo>
                  <a:pt x="27555" y="284702"/>
                </a:lnTo>
                <a:lnTo>
                  <a:pt x="23173" y="283914"/>
                </a:lnTo>
                <a:lnTo>
                  <a:pt x="0" y="257777"/>
                </a:lnTo>
                <a:lnTo>
                  <a:pt x="0" y="249138"/>
                </a:lnTo>
                <a:lnTo>
                  <a:pt x="27335" y="222402"/>
                </a:lnTo>
                <a:lnTo>
                  <a:pt x="34599" y="221897"/>
                </a:lnTo>
                <a:lnTo>
                  <a:pt x="39797" y="221897"/>
                </a:lnTo>
                <a:lnTo>
                  <a:pt x="40482" y="223884"/>
                </a:lnTo>
                <a:lnTo>
                  <a:pt x="98514" y="223884"/>
                </a:lnTo>
                <a:lnTo>
                  <a:pt x="98397" y="226816"/>
                </a:lnTo>
                <a:lnTo>
                  <a:pt x="98369" y="227478"/>
                </a:lnTo>
                <a:lnTo>
                  <a:pt x="99480" y="227478"/>
                </a:lnTo>
                <a:lnTo>
                  <a:pt x="131095" y="237788"/>
                </a:lnTo>
                <a:lnTo>
                  <a:pt x="133996" y="239427"/>
                </a:lnTo>
                <a:lnTo>
                  <a:pt x="136455" y="241540"/>
                </a:lnTo>
                <a:lnTo>
                  <a:pt x="138473" y="244125"/>
                </a:lnTo>
                <a:lnTo>
                  <a:pt x="140491" y="246647"/>
                </a:lnTo>
                <a:lnTo>
                  <a:pt x="141500" y="249769"/>
                </a:lnTo>
                <a:lnTo>
                  <a:pt x="141500" y="258912"/>
                </a:lnTo>
                <a:lnTo>
                  <a:pt x="107039" y="277482"/>
                </a:lnTo>
                <a:lnTo>
                  <a:pt x="67754" y="282811"/>
                </a:lnTo>
                <a:lnTo>
                  <a:pt x="45842" y="284450"/>
                </a:lnTo>
                <a:lnTo>
                  <a:pt x="38906" y="284702"/>
                </a:lnTo>
                <a:close/>
              </a:path>
              <a:path w="141604" h="285114">
                <a:moveTo>
                  <a:pt x="98514" y="223884"/>
                </a:moveTo>
                <a:lnTo>
                  <a:pt x="40482" y="223884"/>
                </a:lnTo>
                <a:lnTo>
                  <a:pt x="40482" y="221897"/>
                </a:lnTo>
                <a:lnTo>
                  <a:pt x="98568" y="221897"/>
                </a:lnTo>
                <a:lnTo>
                  <a:pt x="98514" y="22388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044052" y="3723943"/>
            <a:ext cx="141605" cy="285115"/>
          </a:xfrm>
          <a:custGeom>
            <a:avLst/>
            <a:gdLst/>
            <a:ahLst/>
            <a:cxnLst/>
            <a:rect l="l" t="t" r="r" b="b"/>
            <a:pathLst>
              <a:path w="141604" h="285114">
                <a:moveTo>
                  <a:pt x="40320" y="83897"/>
                </a:moveTo>
                <a:lnTo>
                  <a:pt x="22262" y="83897"/>
                </a:lnTo>
                <a:lnTo>
                  <a:pt x="18160" y="81816"/>
                </a:lnTo>
                <a:lnTo>
                  <a:pt x="2080" y="58138"/>
                </a:lnTo>
                <a:lnTo>
                  <a:pt x="2080" y="50382"/>
                </a:lnTo>
                <a:lnTo>
                  <a:pt x="57571" y="1702"/>
                </a:lnTo>
                <a:lnTo>
                  <a:pt x="63120" y="0"/>
                </a:lnTo>
                <a:lnTo>
                  <a:pt x="71506" y="0"/>
                </a:lnTo>
                <a:lnTo>
                  <a:pt x="73776" y="252"/>
                </a:lnTo>
                <a:lnTo>
                  <a:pt x="76046" y="756"/>
                </a:lnTo>
                <a:lnTo>
                  <a:pt x="78380" y="1198"/>
                </a:lnTo>
                <a:lnTo>
                  <a:pt x="80650" y="2049"/>
                </a:lnTo>
                <a:lnTo>
                  <a:pt x="82857" y="3310"/>
                </a:lnTo>
                <a:lnTo>
                  <a:pt x="87460" y="5643"/>
                </a:lnTo>
                <a:lnTo>
                  <a:pt x="91275" y="9143"/>
                </a:lnTo>
                <a:lnTo>
                  <a:pt x="95670" y="15890"/>
                </a:lnTo>
                <a:lnTo>
                  <a:pt x="71506" y="15890"/>
                </a:lnTo>
                <a:lnTo>
                  <a:pt x="69741" y="16142"/>
                </a:lnTo>
                <a:lnTo>
                  <a:pt x="67943" y="16710"/>
                </a:lnTo>
                <a:lnTo>
                  <a:pt x="64417" y="18412"/>
                </a:lnTo>
                <a:lnTo>
                  <a:pt x="62521" y="19295"/>
                </a:lnTo>
                <a:lnTo>
                  <a:pt x="51461" y="25065"/>
                </a:lnTo>
                <a:lnTo>
                  <a:pt x="48238" y="26704"/>
                </a:lnTo>
                <a:lnTo>
                  <a:pt x="44045" y="29037"/>
                </a:lnTo>
                <a:lnTo>
                  <a:pt x="39253" y="31875"/>
                </a:lnTo>
                <a:lnTo>
                  <a:pt x="41563" y="34239"/>
                </a:lnTo>
                <a:lnTo>
                  <a:pt x="42245" y="34902"/>
                </a:lnTo>
                <a:lnTo>
                  <a:pt x="44549" y="34902"/>
                </a:lnTo>
                <a:lnTo>
                  <a:pt x="45448" y="35185"/>
                </a:lnTo>
                <a:lnTo>
                  <a:pt x="99624" y="35185"/>
                </a:lnTo>
                <a:lnTo>
                  <a:pt x="99953" y="43840"/>
                </a:lnTo>
                <a:lnTo>
                  <a:pt x="100140" y="50382"/>
                </a:lnTo>
                <a:lnTo>
                  <a:pt x="100311" y="58138"/>
                </a:lnTo>
                <a:lnTo>
                  <a:pt x="100408" y="63845"/>
                </a:lnTo>
                <a:lnTo>
                  <a:pt x="100485" y="75479"/>
                </a:lnTo>
                <a:lnTo>
                  <a:pt x="45779" y="75479"/>
                </a:lnTo>
                <a:lnTo>
                  <a:pt x="42122" y="78947"/>
                </a:lnTo>
                <a:lnTo>
                  <a:pt x="40324" y="82037"/>
                </a:lnTo>
                <a:lnTo>
                  <a:pt x="40320" y="83897"/>
                </a:lnTo>
                <a:close/>
              </a:path>
              <a:path w="141604" h="285114">
                <a:moveTo>
                  <a:pt x="42807" y="34902"/>
                </a:moveTo>
                <a:lnTo>
                  <a:pt x="42245" y="34902"/>
                </a:lnTo>
                <a:lnTo>
                  <a:pt x="41209" y="33893"/>
                </a:lnTo>
                <a:lnTo>
                  <a:pt x="39253" y="31875"/>
                </a:lnTo>
                <a:lnTo>
                  <a:pt x="44045" y="29037"/>
                </a:lnTo>
                <a:lnTo>
                  <a:pt x="48238" y="26704"/>
                </a:lnTo>
                <a:lnTo>
                  <a:pt x="51461" y="25065"/>
                </a:lnTo>
                <a:lnTo>
                  <a:pt x="62521" y="19295"/>
                </a:lnTo>
                <a:lnTo>
                  <a:pt x="64417" y="18412"/>
                </a:lnTo>
                <a:lnTo>
                  <a:pt x="67943" y="16710"/>
                </a:lnTo>
                <a:lnTo>
                  <a:pt x="69741" y="16142"/>
                </a:lnTo>
                <a:lnTo>
                  <a:pt x="71506" y="15890"/>
                </a:lnTo>
                <a:lnTo>
                  <a:pt x="75100" y="15890"/>
                </a:lnTo>
                <a:lnTo>
                  <a:pt x="77843" y="19484"/>
                </a:lnTo>
                <a:lnTo>
                  <a:pt x="78413" y="20934"/>
                </a:lnTo>
                <a:lnTo>
                  <a:pt x="70371" y="20934"/>
                </a:lnTo>
                <a:lnTo>
                  <a:pt x="68441" y="21470"/>
                </a:lnTo>
                <a:lnTo>
                  <a:pt x="68644" y="21470"/>
                </a:lnTo>
                <a:lnTo>
                  <a:pt x="65854" y="22511"/>
                </a:lnTo>
                <a:lnTo>
                  <a:pt x="65185" y="22795"/>
                </a:lnTo>
                <a:lnTo>
                  <a:pt x="49909" y="32442"/>
                </a:lnTo>
                <a:lnTo>
                  <a:pt x="48522" y="33388"/>
                </a:lnTo>
                <a:lnTo>
                  <a:pt x="47828" y="33893"/>
                </a:lnTo>
                <a:lnTo>
                  <a:pt x="47389" y="34239"/>
                </a:lnTo>
                <a:lnTo>
                  <a:pt x="46063" y="34239"/>
                </a:lnTo>
                <a:lnTo>
                  <a:pt x="42807" y="34902"/>
                </a:lnTo>
                <a:close/>
              </a:path>
              <a:path w="141604" h="285114">
                <a:moveTo>
                  <a:pt x="99134" y="25506"/>
                </a:moveTo>
                <a:lnTo>
                  <a:pt x="75195" y="25506"/>
                </a:lnTo>
                <a:lnTo>
                  <a:pt x="76456" y="25254"/>
                </a:lnTo>
                <a:lnTo>
                  <a:pt x="78978" y="24686"/>
                </a:lnTo>
                <a:lnTo>
                  <a:pt x="78884" y="22511"/>
                </a:lnTo>
                <a:lnTo>
                  <a:pt x="78667" y="21723"/>
                </a:lnTo>
                <a:lnTo>
                  <a:pt x="78624" y="21470"/>
                </a:lnTo>
                <a:lnTo>
                  <a:pt x="77843" y="19484"/>
                </a:lnTo>
                <a:lnTo>
                  <a:pt x="75100" y="15890"/>
                </a:lnTo>
                <a:lnTo>
                  <a:pt x="95670" y="15890"/>
                </a:lnTo>
                <a:lnTo>
                  <a:pt x="97328" y="18412"/>
                </a:lnTo>
                <a:lnTo>
                  <a:pt x="98999" y="23299"/>
                </a:lnTo>
                <a:lnTo>
                  <a:pt x="99118" y="25254"/>
                </a:lnTo>
                <a:lnTo>
                  <a:pt x="99134" y="25506"/>
                </a:lnTo>
                <a:close/>
              </a:path>
              <a:path w="141604" h="285114">
                <a:moveTo>
                  <a:pt x="71929" y="21470"/>
                </a:moveTo>
                <a:lnTo>
                  <a:pt x="68441" y="21470"/>
                </a:lnTo>
                <a:lnTo>
                  <a:pt x="70371" y="20934"/>
                </a:lnTo>
                <a:lnTo>
                  <a:pt x="70964" y="20934"/>
                </a:lnTo>
                <a:lnTo>
                  <a:pt x="71929" y="21470"/>
                </a:lnTo>
                <a:close/>
              </a:path>
              <a:path w="141604" h="285114">
                <a:moveTo>
                  <a:pt x="75195" y="25506"/>
                </a:moveTo>
                <a:lnTo>
                  <a:pt x="75195" y="25254"/>
                </a:lnTo>
                <a:lnTo>
                  <a:pt x="74896" y="25254"/>
                </a:lnTo>
                <a:lnTo>
                  <a:pt x="73997" y="25065"/>
                </a:lnTo>
                <a:lnTo>
                  <a:pt x="71601" y="24686"/>
                </a:lnTo>
                <a:lnTo>
                  <a:pt x="71711" y="23583"/>
                </a:lnTo>
                <a:lnTo>
                  <a:pt x="71790" y="21723"/>
                </a:lnTo>
                <a:lnTo>
                  <a:pt x="71601" y="21470"/>
                </a:lnTo>
                <a:lnTo>
                  <a:pt x="71929" y="21470"/>
                </a:lnTo>
                <a:lnTo>
                  <a:pt x="70964" y="20934"/>
                </a:lnTo>
                <a:lnTo>
                  <a:pt x="78413" y="20934"/>
                </a:lnTo>
                <a:lnTo>
                  <a:pt x="78624" y="21470"/>
                </a:lnTo>
                <a:lnTo>
                  <a:pt x="78667" y="21723"/>
                </a:lnTo>
                <a:lnTo>
                  <a:pt x="78884" y="22511"/>
                </a:lnTo>
                <a:lnTo>
                  <a:pt x="78978" y="24686"/>
                </a:lnTo>
                <a:lnTo>
                  <a:pt x="76456" y="25254"/>
                </a:lnTo>
                <a:lnTo>
                  <a:pt x="75195" y="25506"/>
                </a:lnTo>
                <a:close/>
              </a:path>
              <a:path w="141604" h="285114">
                <a:moveTo>
                  <a:pt x="99624" y="35185"/>
                </a:moveTo>
                <a:lnTo>
                  <a:pt x="46283" y="35185"/>
                </a:lnTo>
                <a:lnTo>
                  <a:pt x="47389" y="34239"/>
                </a:lnTo>
                <a:lnTo>
                  <a:pt x="47828" y="33893"/>
                </a:lnTo>
                <a:lnTo>
                  <a:pt x="48522" y="33388"/>
                </a:lnTo>
                <a:lnTo>
                  <a:pt x="49909" y="32442"/>
                </a:lnTo>
                <a:lnTo>
                  <a:pt x="51612" y="31181"/>
                </a:lnTo>
                <a:lnTo>
                  <a:pt x="68644" y="21470"/>
                </a:lnTo>
                <a:lnTo>
                  <a:pt x="71601" y="21470"/>
                </a:lnTo>
                <a:lnTo>
                  <a:pt x="71601" y="24686"/>
                </a:lnTo>
                <a:lnTo>
                  <a:pt x="73997" y="25065"/>
                </a:lnTo>
                <a:lnTo>
                  <a:pt x="74896" y="25254"/>
                </a:lnTo>
                <a:lnTo>
                  <a:pt x="75195" y="25254"/>
                </a:lnTo>
                <a:lnTo>
                  <a:pt x="75195" y="25506"/>
                </a:lnTo>
                <a:lnTo>
                  <a:pt x="99134" y="25506"/>
                </a:lnTo>
                <a:lnTo>
                  <a:pt x="99241" y="27272"/>
                </a:lnTo>
                <a:lnTo>
                  <a:pt x="99341" y="29037"/>
                </a:lnTo>
                <a:lnTo>
                  <a:pt x="99440" y="31181"/>
                </a:lnTo>
                <a:lnTo>
                  <a:pt x="99565" y="33893"/>
                </a:lnTo>
                <a:lnTo>
                  <a:pt x="99624" y="35185"/>
                </a:lnTo>
                <a:close/>
              </a:path>
              <a:path w="141604" h="285114">
                <a:moveTo>
                  <a:pt x="44549" y="34902"/>
                </a:moveTo>
                <a:lnTo>
                  <a:pt x="42807" y="34902"/>
                </a:lnTo>
                <a:lnTo>
                  <a:pt x="46063" y="34239"/>
                </a:lnTo>
                <a:lnTo>
                  <a:pt x="44865" y="34618"/>
                </a:lnTo>
                <a:lnTo>
                  <a:pt x="44549" y="34902"/>
                </a:lnTo>
                <a:close/>
              </a:path>
              <a:path w="141604" h="285114">
                <a:moveTo>
                  <a:pt x="46283" y="35185"/>
                </a:moveTo>
                <a:lnTo>
                  <a:pt x="45448" y="35185"/>
                </a:lnTo>
                <a:lnTo>
                  <a:pt x="44549" y="34902"/>
                </a:lnTo>
                <a:lnTo>
                  <a:pt x="44865" y="34618"/>
                </a:lnTo>
                <a:lnTo>
                  <a:pt x="46063" y="34239"/>
                </a:lnTo>
                <a:lnTo>
                  <a:pt x="47375" y="34239"/>
                </a:lnTo>
                <a:lnTo>
                  <a:pt x="46283" y="35185"/>
                </a:lnTo>
                <a:close/>
              </a:path>
              <a:path w="141604" h="285114">
                <a:moveTo>
                  <a:pt x="34933" y="85127"/>
                </a:moveTo>
                <a:lnTo>
                  <a:pt x="27114" y="85127"/>
                </a:lnTo>
                <a:lnTo>
                  <a:pt x="21985" y="83897"/>
                </a:lnTo>
                <a:lnTo>
                  <a:pt x="40320" y="83897"/>
                </a:lnTo>
                <a:lnTo>
                  <a:pt x="40324" y="82037"/>
                </a:lnTo>
                <a:lnTo>
                  <a:pt x="42122" y="78947"/>
                </a:lnTo>
                <a:lnTo>
                  <a:pt x="45779" y="75479"/>
                </a:lnTo>
                <a:lnTo>
                  <a:pt x="45968" y="75952"/>
                </a:lnTo>
                <a:lnTo>
                  <a:pt x="45275" y="80366"/>
                </a:lnTo>
                <a:lnTo>
                  <a:pt x="43509" y="83014"/>
                </a:lnTo>
                <a:lnTo>
                  <a:pt x="40671" y="83897"/>
                </a:lnTo>
                <a:lnTo>
                  <a:pt x="37834" y="84717"/>
                </a:lnTo>
                <a:lnTo>
                  <a:pt x="34933" y="85127"/>
                </a:lnTo>
                <a:close/>
              </a:path>
              <a:path w="141604" h="285114">
                <a:moveTo>
                  <a:pt x="100492" y="83897"/>
                </a:moveTo>
                <a:lnTo>
                  <a:pt x="40671" y="83897"/>
                </a:lnTo>
                <a:lnTo>
                  <a:pt x="43509" y="83014"/>
                </a:lnTo>
                <a:lnTo>
                  <a:pt x="45275" y="80366"/>
                </a:lnTo>
                <a:lnTo>
                  <a:pt x="45914" y="76299"/>
                </a:lnTo>
                <a:lnTo>
                  <a:pt x="45968" y="75952"/>
                </a:lnTo>
                <a:lnTo>
                  <a:pt x="45779" y="75479"/>
                </a:lnTo>
                <a:lnTo>
                  <a:pt x="100485" y="75479"/>
                </a:lnTo>
                <a:lnTo>
                  <a:pt x="100492" y="83897"/>
                </a:lnTo>
                <a:close/>
              </a:path>
              <a:path w="141604" h="285114">
                <a:moveTo>
                  <a:pt x="40482" y="223884"/>
                </a:moveTo>
                <a:lnTo>
                  <a:pt x="39221" y="220226"/>
                </a:lnTo>
                <a:lnTo>
                  <a:pt x="38622" y="215213"/>
                </a:lnTo>
                <a:lnTo>
                  <a:pt x="38700" y="207300"/>
                </a:lnTo>
                <a:lnTo>
                  <a:pt x="38791" y="200679"/>
                </a:lnTo>
                <a:lnTo>
                  <a:pt x="38906" y="195855"/>
                </a:lnTo>
                <a:lnTo>
                  <a:pt x="39123" y="189927"/>
                </a:lnTo>
                <a:lnTo>
                  <a:pt x="39158" y="188982"/>
                </a:lnTo>
                <a:lnTo>
                  <a:pt x="40216" y="130315"/>
                </a:lnTo>
                <a:lnTo>
                  <a:pt x="40320" y="83897"/>
                </a:lnTo>
                <a:lnTo>
                  <a:pt x="100492" y="83897"/>
                </a:lnTo>
                <a:lnTo>
                  <a:pt x="100520" y="118232"/>
                </a:lnTo>
                <a:lnTo>
                  <a:pt x="100373" y="130315"/>
                </a:lnTo>
                <a:lnTo>
                  <a:pt x="99331" y="188982"/>
                </a:lnTo>
                <a:lnTo>
                  <a:pt x="99239" y="195855"/>
                </a:lnTo>
                <a:lnTo>
                  <a:pt x="99062" y="200679"/>
                </a:lnTo>
                <a:lnTo>
                  <a:pt x="98873" y="207300"/>
                </a:lnTo>
                <a:lnTo>
                  <a:pt x="98747" y="213668"/>
                </a:lnTo>
                <a:lnTo>
                  <a:pt x="98621" y="219974"/>
                </a:lnTo>
                <a:lnTo>
                  <a:pt x="98568" y="221897"/>
                </a:lnTo>
                <a:lnTo>
                  <a:pt x="40482" y="221897"/>
                </a:lnTo>
                <a:lnTo>
                  <a:pt x="40482" y="223884"/>
                </a:lnTo>
                <a:close/>
              </a:path>
              <a:path w="141604" h="285114">
                <a:moveTo>
                  <a:pt x="38906" y="284702"/>
                </a:moveTo>
                <a:lnTo>
                  <a:pt x="27555" y="284702"/>
                </a:lnTo>
                <a:lnTo>
                  <a:pt x="23173" y="283914"/>
                </a:lnTo>
                <a:lnTo>
                  <a:pt x="0" y="257777"/>
                </a:lnTo>
                <a:lnTo>
                  <a:pt x="0" y="249138"/>
                </a:lnTo>
                <a:lnTo>
                  <a:pt x="27335" y="222402"/>
                </a:lnTo>
                <a:lnTo>
                  <a:pt x="34599" y="221897"/>
                </a:lnTo>
                <a:lnTo>
                  <a:pt x="39797" y="221897"/>
                </a:lnTo>
                <a:lnTo>
                  <a:pt x="40482" y="223884"/>
                </a:lnTo>
                <a:lnTo>
                  <a:pt x="98514" y="223884"/>
                </a:lnTo>
                <a:lnTo>
                  <a:pt x="98397" y="226816"/>
                </a:lnTo>
                <a:lnTo>
                  <a:pt x="98369" y="227478"/>
                </a:lnTo>
                <a:lnTo>
                  <a:pt x="99480" y="227478"/>
                </a:lnTo>
                <a:lnTo>
                  <a:pt x="131095" y="237788"/>
                </a:lnTo>
                <a:lnTo>
                  <a:pt x="133996" y="239427"/>
                </a:lnTo>
                <a:lnTo>
                  <a:pt x="136455" y="241540"/>
                </a:lnTo>
                <a:lnTo>
                  <a:pt x="138473" y="244125"/>
                </a:lnTo>
                <a:lnTo>
                  <a:pt x="140491" y="246647"/>
                </a:lnTo>
                <a:lnTo>
                  <a:pt x="141500" y="249769"/>
                </a:lnTo>
                <a:lnTo>
                  <a:pt x="141500" y="258912"/>
                </a:lnTo>
                <a:lnTo>
                  <a:pt x="107039" y="277482"/>
                </a:lnTo>
                <a:lnTo>
                  <a:pt x="67754" y="282811"/>
                </a:lnTo>
                <a:lnTo>
                  <a:pt x="45842" y="284450"/>
                </a:lnTo>
                <a:lnTo>
                  <a:pt x="38906" y="284702"/>
                </a:lnTo>
                <a:close/>
              </a:path>
              <a:path w="141604" h="285114">
                <a:moveTo>
                  <a:pt x="98514" y="223884"/>
                </a:moveTo>
                <a:lnTo>
                  <a:pt x="40482" y="223884"/>
                </a:lnTo>
                <a:lnTo>
                  <a:pt x="40482" y="221897"/>
                </a:lnTo>
                <a:lnTo>
                  <a:pt x="98568" y="221897"/>
                </a:lnTo>
                <a:lnTo>
                  <a:pt x="98514" y="22388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253413" y="3724322"/>
            <a:ext cx="671465" cy="28527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990537" y="3720160"/>
            <a:ext cx="427686" cy="293972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6588473" y="3738888"/>
            <a:ext cx="179070" cy="281305"/>
          </a:xfrm>
          <a:custGeom>
            <a:avLst/>
            <a:gdLst/>
            <a:ahLst/>
            <a:cxnLst/>
            <a:rect l="l" t="t" r="r" b="b"/>
            <a:pathLst>
              <a:path w="179070" h="281304">
                <a:moveTo>
                  <a:pt x="17761" y="280982"/>
                </a:moveTo>
                <a:lnTo>
                  <a:pt x="0" y="262348"/>
                </a:lnTo>
                <a:lnTo>
                  <a:pt x="43" y="249170"/>
                </a:lnTo>
                <a:lnTo>
                  <a:pt x="8216" y="211469"/>
                </a:lnTo>
                <a:lnTo>
                  <a:pt x="24036" y="168457"/>
                </a:lnTo>
                <a:lnTo>
                  <a:pt x="40021" y="133838"/>
                </a:lnTo>
                <a:lnTo>
                  <a:pt x="58086" y="99882"/>
                </a:lnTo>
                <a:lnTo>
                  <a:pt x="82200" y="60363"/>
                </a:lnTo>
                <a:lnTo>
                  <a:pt x="106609" y="26081"/>
                </a:lnTo>
                <a:lnTo>
                  <a:pt x="129877" y="4067"/>
                </a:lnTo>
                <a:lnTo>
                  <a:pt x="135111" y="1355"/>
                </a:lnTo>
                <a:lnTo>
                  <a:pt x="140408" y="0"/>
                </a:lnTo>
                <a:lnTo>
                  <a:pt x="149425" y="0"/>
                </a:lnTo>
                <a:lnTo>
                  <a:pt x="153019" y="630"/>
                </a:lnTo>
                <a:lnTo>
                  <a:pt x="156550" y="1891"/>
                </a:lnTo>
                <a:lnTo>
                  <a:pt x="160081" y="3089"/>
                </a:lnTo>
                <a:lnTo>
                  <a:pt x="163423" y="5013"/>
                </a:lnTo>
                <a:lnTo>
                  <a:pt x="166576" y="7661"/>
                </a:lnTo>
                <a:lnTo>
                  <a:pt x="170233" y="11066"/>
                </a:lnTo>
                <a:lnTo>
                  <a:pt x="173166" y="14849"/>
                </a:lnTo>
                <a:lnTo>
                  <a:pt x="150818" y="14849"/>
                </a:lnTo>
                <a:lnTo>
                  <a:pt x="145326" y="15259"/>
                </a:lnTo>
                <a:lnTo>
                  <a:pt x="141795" y="15858"/>
                </a:lnTo>
                <a:lnTo>
                  <a:pt x="138957" y="16741"/>
                </a:lnTo>
                <a:lnTo>
                  <a:pt x="136183" y="17561"/>
                </a:lnTo>
                <a:lnTo>
                  <a:pt x="125148" y="26578"/>
                </a:lnTo>
                <a:lnTo>
                  <a:pt x="123193" y="28848"/>
                </a:lnTo>
                <a:lnTo>
                  <a:pt x="120860" y="31497"/>
                </a:lnTo>
                <a:lnTo>
                  <a:pt x="118148" y="34523"/>
                </a:lnTo>
                <a:lnTo>
                  <a:pt x="115626" y="37613"/>
                </a:lnTo>
                <a:lnTo>
                  <a:pt x="113293" y="40797"/>
                </a:lnTo>
                <a:lnTo>
                  <a:pt x="111149" y="44076"/>
                </a:lnTo>
                <a:lnTo>
                  <a:pt x="109005" y="47292"/>
                </a:lnTo>
                <a:lnTo>
                  <a:pt x="107082" y="50666"/>
                </a:lnTo>
                <a:lnTo>
                  <a:pt x="105379" y="54197"/>
                </a:lnTo>
                <a:lnTo>
                  <a:pt x="107460" y="55269"/>
                </a:lnTo>
                <a:lnTo>
                  <a:pt x="108627" y="55805"/>
                </a:lnTo>
                <a:lnTo>
                  <a:pt x="109131" y="55805"/>
                </a:lnTo>
                <a:lnTo>
                  <a:pt x="110329" y="56120"/>
                </a:lnTo>
                <a:lnTo>
                  <a:pt x="112473" y="56751"/>
                </a:lnTo>
                <a:lnTo>
                  <a:pt x="170960" y="56751"/>
                </a:lnTo>
                <a:lnTo>
                  <a:pt x="169603" y="59116"/>
                </a:lnTo>
                <a:lnTo>
                  <a:pt x="137627" y="106917"/>
                </a:lnTo>
                <a:lnTo>
                  <a:pt x="132502" y="114495"/>
                </a:lnTo>
                <a:lnTo>
                  <a:pt x="110274" y="147908"/>
                </a:lnTo>
                <a:lnTo>
                  <a:pt x="87053" y="183638"/>
                </a:lnTo>
                <a:lnTo>
                  <a:pt x="64353" y="219982"/>
                </a:lnTo>
                <a:lnTo>
                  <a:pt x="53389" y="238544"/>
                </a:lnTo>
                <a:lnTo>
                  <a:pt x="52664" y="239774"/>
                </a:lnTo>
                <a:lnTo>
                  <a:pt x="51024" y="242422"/>
                </a:lnTo>
                <a:lnTo>
                  <a:pt x="50236" y="243747"/>
                </a:lnTo>
                <a:lnTo>
                  <a:pt x="49479" y="245071"/>
                </a:lnTo>
                <a:lnTo>
                  <a:pt x="47209" y="249170"/>
                </a:lnTo>
                <a:lnTo>
                  <a:pt x="44718" y="253457"/>
                </a:lnTo>
                <a:lnTo>
                  <a:pt x="39358" y="262348"/>
                </a:lnTo>
                <a:lnTo>
                  <a:pt x="36517" y="266290"/>
                </a:lnTo>
                <a:lnTo>
                  <a:pt x="30057" y="273793"/>
                </a:lnTo>
                <a:lnTo>
                  <a:pt x="26337" y="276694"/>
                </a:lnTo>
                <a:lnTo>
                  <a:pt x="17761" y="280982"/>
                </a:lnTo>
                <a:close/>
              </a:path>
              <a:path w="179070" h="281304">
                <a:moveTo>
                  <a:pt x="112473" y="56751"/>
                </a:moveTo>
                <a:lnTo>
                  <a:pt x="110329" y="56120"/>
                </a:lnTo>
                <a:lnTo>
                  <a:pt x="109131" y="55805"/>
                </a:lnTo>
                <a:lnTo>
                  <a:pt x="108627" y="55805"/>
                </a:lnTo>
                <a:lnTo>
                  <a:pt x="107460" y="55269"/>
                </a:lnTo>
                <a:lnTo>
                  <a:pt x="105379" y="54197"/>
                </a:lnTo>
                <a:lnTo>
                  <a:pt x="107082" y="50666"/>
                </a:lnTo>
                <a:lnTo>
                  <a:pt x="109005" y="47292"/>
                </a:lnTo>
                <a:lnTo>
                  <a:pt x="111149" y="44076"/>
                </a:lnTo>
                <a:lnTo>
                  <a:pt x="113293" y="40797"/>
                </a:lnTo>
                <a:lnTo>
                  <a:pt x="115626" y="37613"/>
                </a:lnTo>
                <a:lnTo>
                  <a:pt x="118148" y="34523"/>
                </a:lnTo>
                <a:lnTo>
                  <a:pt x="120860" y="31497"/>
                </a:lnTo>
                <a:lnTo>
                  <a:pt x="123193" y="28848"/>
                </a:lnTo>
                <a:lnTo>
                  <a:pt x="125148" y="26578"/>
                </a:lnTo>
                <a:lnTo>
                  <a:pt x="127102" y="24245"/>
                </a:lnTo>
                <a:lnTo>
                  <a:pt x="129183" y="22227"/>
                </a:lnTo>
                <a:lnTo>
                  <a:pt x="131390" y="20525"/>
                </a:lnTo>
                <a:lnTo>
                  <a:pt x="133660" y="18822"/>
                </a:lnTo>
                <a:lnTo>
                  <a:pt x="136183" y="17561"/>
                </a:lnTo>
                <a:lnTo>
                  <a:pt x="138957" y="16741"/>
                </a:lnTo>
                <a:lnTo>
                  <a:pt x="141795" y="15858"/>
                </a:lnTo>
                <a:lnTo>
                  <a:pt x="145326" y="15259"/>
                </a:lnTo>
                <a:lnTo>
                  <a:pt x="150818" y="14849"/>
                </a:lnTo>
                <a:lnTo>
                  <a:pt x="149554" y="14849"/>
                </a:lnTo>
                <a:lnTo>
                  <a:pt x="149435" y="18822"/>
                </a:lnTo>
                <a:lnTo>
                  <a:pt x="149425" y="19169"/>
                </a:lnTo>
                <a:lnTo>
                  <a:pt x="149306" y="20069"/>
                </a:lnTo>
                <a:lnTo>
                  <a:pt x="149253" y="20525"/>
                </a:lnTo>
                <a:lnTo>
                  <a:pt x="149142" y="21786"/>
                </a:lnTo>
                <a:lnTo>
                  <a:pt x="141269" y="21786"/>
                </a:lnTo>
                <a:lnTo>
                  <a:pt x="140092" y="22227"/>
                </a:lnTo>
                <a:lnTo>
                  <a:pt x="137633" y="23047"/>
                </a:lnTo>
                <a:lnTo>
                  <a:pt x="134922" y="24812"/>
                </a:lnTo>
                <a:lnTo>
                  <a:pt x="113104" y="54418"/>
                </a:lnTo>
                <a:lnTo>
                  <a:pt x="112473" y="56751"/>
                </a:lnTo>
                <a:close/>
              </a:path>
              <a:path w="179070" h="281304">
                <a:moveTo>
                  <a:pt x="177162" y="22385"/>
                </a:moveTo>
                <a:lnTo>
                  <a:pt x="149089" y="22385"/>
                </a:lnTo>
                <a:lnTo>
                  <a:pt x="149142" y="21786"/>
                </a:lnTo>
                <a:lnTo>
                  <a:pt x="149253" y="20525"/>
                </a:lnTo>
                <a:lnTo>
                  <a:pt x="149306" y="20069"/>
                </a:lnTo>
                <a:lnTo>
                  <a:pt x="149425" y="19169"/>
                </a:lnTo>
                <a:lnTo>
                  <a:pt x="149435" y="18822"/>
                </a:lnTo>
                <a:lnTo>
                  <a:pt x="149554" y="14849"/>
                </a:lnTo>
                <a:lnTo>
                  <a:pt x="173166" y="14849"/>
                </a:lnTo>
                <a:lnTo>
                  <a:pt x="176978" y="22038"/>
                </a:lnTo>
                <a:lnTo>
                  <a:pt x="177078" y="22227"/>
                </a:lnTo>
                <a:lnTo>
                  <a:pt x="177162" y="22385"/>
                </a:lnTo>
                <a:close/>
              </a:path>
              <a:path w="179070" h="281304">
                <a:moveTo>
                  <a:pt x="170960" y="56751"/>
                </a:moveTo>
                <a:lnTo>
                  <a:pt x="112473" y="56751"/>
                </a:lnTo>
                <a:lnTo>
                  <a:pt x="113104" y="54418"/>
                </a:lnTo>
                <a:lnTo>
                  <a:pt x="137633" y="23047"/>
                </a:lnTo>
                <a:lnTo>
                  <a:pt x="140092" y="22227"/>
                </a:lnTo>
                <a:lnTo>
                  <a:pt x="141269" y="21786"/>
                </a:lnTo>
                <a:lnTo>
                  <a:pt x="142362" y="21786"/>
                </a:lnTo>
                <a:lnTo>
                  <a:pt x="143876" y="22038"/>
                </a:lnTo>
                <a:lnTo>
                  <a:pt x="145389" y="22227"/>
                </a:lnTo>
                <a:lnTo>
                  <a:pt x="147123" y="22385"/>
                </a:lnTo>
                <a:lnTo>
                  <a:pt x="177162" y="22385"/>
                </a:lnTo>
                <a:lnTo>
                  <a:pt x="177513" y="23047"/>
                </a:lnTo>
                <a:lnTo>
                  <a:pt x="177835" y="24245"/>
                </a:lnTo>
                <a:lnTo>
                  <a:pt x="178683" y="27808"/>
                </a:lnTo>
                <a:lnTo>
                  <a:pt x="178648" y="33294"/>
                </a:lnTo>
                <a:lnTo>
                  <a:pt x="178118" y="39063"/>
                </a:lnTo>
                <a:lnTo>
                  <a:pt x="176413" y="45519"/>
                </a:lnTo>
                <a:lnTo>
                  <a:pt x="173576" y="52193"/>
                </a:lnTo>
                <a:lnTo>
                  <a:pt x="170960" y="56751"/>
                </a:lnTo>
                <a:close/>
              </a:path>
              <a:path w="179070" h="281304">
                <a:moveTo>
                  <a:pt x="149089" y="22385"/>
                </a:moveTo>
                <a:lnTo>
                  <a:pt x="147123" y="22385"/>
                </a:lnTo>
                <a:lnTo>
                  <a:pt x="145389" y="22227"/>
                </a:lnTo>
                <a:lnTo>
                  <a:pt x="143876" y="22038"/>
                </a:lnTo>
                <a:lnTo>
                  <a:pt x="142362" y="21786"/>
                </a:lnTo>
                <a:lnTo>
                  <a:pt x="149142" y="21786"/>
                </a:lnTo>
                <a:lnTo>
                  <a:pt x="149089" y="2238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949508" y="3722997"/>
            <a:ext cx="432512" cy="287918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7451852" y="3720885"/>
            <a:ext cx="182880" cy="292100"/>
          </a:xfrm>
          <a:custGeom>
            <a:avLst/>
            <a:gdLst/>
            <a:ahLst/>
            <a:cxnLst/>
            <a:rect l="l" t="t" r="r" b="b"/>
            <a:pathLst>
              <a:path w="182879" h="292100">
                <a:moveTo>
                  <a:pt x="55244" y="291639"/>
                </a:moveTo>
                <a:lnTo>
                  <a:pt x="45694" y="291639"/>
                </a:lnTo>
                <a:lnTo>
                  <a:pt x="41529" y="290976"/>
                </a:lnTo>
                <a:lnTo>
                  <a:pt x="13594" y="264492"/>
                </a:lnTo>
                <a:lnTo>
                  <a:pt x="3456" y="222591"/>
                </a:lnTo>
                <a:lnTo>
                  <a:pt x="3335" y="221771"/>
                </a:lnTo>
                <a:lnTo>
                  <a:pt x="3307" y="221582"/>
                </a:lnTo>
                <a:lnTo>
                  <a:pt x="0" y="175416"/>
                </a:lnTo>
                <a:lnTo>
                  <a:pt x="80" y="150209"/>
                </a:lnTo>
                <a:lnTo>
                  <a:pt x="2552" y="108544"/>
                </a:lnTo>
                <a:lnTo>
                  <a:pt x="8055" y="65177"/>
                </a:lnTo>
                <a:lnTo>
                  <a:pt x="16988" y="24245"/>
                </a:lnTo>
                <a:lnTo>
                  <a:pt x="17094" y="23867"/>
                </a:lnTo>
                <a:lnTo>
                  <a:pt x="44997" y="1166"/>
                </a:lnTo>
                <a:lnTo>
                  <a:pt x="50075" y="0"/>
                </a:lnTo>
                <a:lnTo>
                  <a:pt x="54456" y="0"/>
                </a:lnTo>
                <a:lnTo>
                  <a:pt x="59374" y="882"/>
                </a:lnTo>
                <a:lnTo>
                  <a:pt x="67445" y="2522"/>
                </a:lnTo>
                <a:lnTo>
                  <a:pt x="74224" y="6022"/>
                </a:lnTo>
                <a:lnTo>
                  <a:pt x="79710" y="11381"/>
                </a:lnTo>
                <a:lnTo>
                  <a:pt x="85259" y="16741"/>
                </a:lnTo>
                <a:lnTo>
                  <a:pt x="87893" y="23867"/>
                </a:lnTo>
                <a:lnTo>
                  <a:pt x="87963" y="24056"/>
                </a:lnTo>
                <a:lnTo>
                  <a:pt x="35633" y="24056"/>
                </a:lnTo>
                <a:lnTo>
                  <a:pt x="34309" y="29100"/>
                </a:lnTo>
                <a:lnTo>
                  <a:pt x="33268" y="34176"/>
                </a:lnTo>
                <a:lnTo>
                  <a:pt x="31755" y="44329"/>
                </a:lnTo>
                <a:lnTo>
                  <a:pt x="30967" y="49310"/>
                </a:lnTo>
                <a:lnTo>
                  <a:pt x="29327" y="59084"/>
                </a:lnTo>
                <a:lnTo>
                  <a:pt x="28350" y="63876"/>
                </a:lnTo>
                <a:lnTo>
                  <a:pt x="27215" y="68606"/>
                </a:lnTo>
                <a:lnTo>
                  <a:pt x="26143" y="73335"/>
                </a:lnTo>
                <a:lnTo>
                  <a:pt x="24819" y="77812"/>
                </a:lnTo>
                <a:lnTo>
                  <a:pt x="23286" y="81919"/>
                </a:lnTo>
                <a:lnTo>
                  <a:pt x="22972" y="81919"/>
                </a:lnTo>
                <a:lnTo>
                  <a:pt x="25260" y="82920"/>
                </a:lnTo>
                <a:lnTo>
                  <a:pt x="26332" y="83456"/>
                </a:lnTo>
                <a:lnTo>
                  <a:pt x="26458" y="83645"/>
                </a:lnTo>
                <a:lnTo>
                  <a:pt x="26001" y="83645"/>
                </a:lnTo>
                <a:lnTo>
                  <a:pt x="27940" y="84023"/>
                </a:lnTo>
                <a:lnTo>
                  <a:pt x="30336" y="84401"/>
                </a:lnTo>
                <a:lnTo>
                  <a:pt x="79518" y="84401"/>
                </a:lnTo>
                <a:lnTo>
                  <a:pt x="78108" y="92489"/>
                </a:lnTo>
                <a:lnTo>
                  <a:pt x="71670" y="133302"/>
                </a:lnTo>
                <a:lnTo>
                  <a:pt x="66636" y="174293"/>
                </a:lnTo>
                <a:lnTo>
                  <a:pt x="63536" y="216017"/>
                </a:lnTo>
                <a:lnTo>
                  <a:pt x="63292" y="226809"/>
                </a:lnTo>
                <a:lnTo>
                  <a:pt x="60409" y="229307"/>
                </a:lnTo>
                <a:lnTo>
                  <a:pt x="58523" y="231009"/>
                </a:lnTo>
                <a:lnTo>
                  <a:pt x="180180" y="231009"/>
                </a:lnTo>
                <a:lnTo>
                  <a:pt x="180948" y="232207"/>
                </a:lnTo>
                <a:lnTo>
                  <a:pt x="181768" y="235928"/>
                </a:lnTo>
                <a:lnTo>
                  <a:pt x="182777" y="241666"/>
                </a:lnTo>
                <a:lnTo>
                  <a:pt x="180759" y="246994"/>
                </a:lnTo>
                <a:lnTo>
                  <a:pt x="147023" y="267078"/>
                </a:lnTo>
                <a:lnTo>
                  <a:pt x="110356" y="278964"/>
                </a:lnTo>
                <a:lnTo>
                  <a:pt x="68832" y="289495"/>
                </a:lnTo>
                <a:lnTo>
                  <a:pt x="58396" y="291323"/>
                </a:lnTo>
                <a:lnTo>
                  <a:pt x="57871" y="291323"/>
                </a:lnTo>
                <a:lnTo>
                  <a:pt x="55244" y="291639"/>
                </a:lnTo>
                <a:close/>
              </a:path>
              <a:path w="182879" h="292100">
                <a:moveTo>
                  <a:pt x="30336" y="84401"/>
                </a:moveTo>
                <a:lnTo>
                  <a:pt x="27940" y="84023"/>
                </a:lnTo>
                <a:lnTo>
                  <a:pt x="26001" y="83645"/>
                </a:lnTo>
                <a:lnTo>
                  <a:pt x="26458" y="83645"/>
                </a:lnTo>
                <a:lnTo>
                  <a:pt x="26332" y="83456"/>
                </a:lnTo>
                <a:lnTo>
                  <a:pt x="25260" y="82920"/>
                </a:lnTo>
                <a:lnTo>
                  <a:pt x="22972" y="81919"/>
                </a:lnTo>
                <a:lnTo>
                  <a:pt x="23286" y="81919"/>
                </a:lnTo>
                <a:lnTo>
                  <a:pt x="24819" y="77812"/>
                </a:lnTo>
                <a:lnTo>
                  <a:pt x="26143" y="73335"/>
                </a:lnTo>
                <a:lnTo>
                  <a:pt x="27215" y="68606"/>
                </a:lnTo>
                <a:lnTo>
                  <a:pt x="28274" y="64192"/>
                </a:lnTo>
                <a:lnTo>
                  <a:pt x="29327" y="59084"/>
                </a:lnTo>
                <a:lnTo>
                  <a:pt x="30967" y="49310"/>
                </a:lnTo>
                <a:lnTo>
                  <a:pt x="31715" y="44581"/>
                </a:lnTo>
                <a:lnTo>
                  <a:pt x="33268" y="34176"/>
                </a:lnTo>
                <a:lnTo>
                  <a:pt x="34309" y="29100"/>
                </a:lnTo>
                <a:lnTo>
                  <a:pt x="35583" y="24245"/>
                </a:lnTo>
                <a:lnTo>
                  <a:pt x="35633" y="24056"/>
                </a:lnTo>
                <a:lnTo>
                  <a:pt x="39101" y="24939"/>
                </a:lnTo>
                <a:lnTo>
                  <a:pt x="42538" y="26704"/>
                </a:lnTo>
                <a:lnTo>
                  <a:pt x="40772" y="30740"/>
                </a:lnTo>
                <a:lnTo>
                  <a:pt x="39290" y="35122"/>
                </a:lnTo>
                <a:lnTo>
                  <a:pt x="32102" y="74470"/>
                </a:lnTo>
                <a:lnTo>
                  <a:pt x="31282" y="79483"/>
                </a:lnTo>
                <a:lnTo>
                  <a:pt x="30621" y="82920"/>
                </a:lnTo>
                <a:lnTo>
                  <a:pt x="30518" y="83456"/>
                </a:lnTo>
                <a:lnTo>
                  <a:pt x="30409" y="84023"/>
                </a:lnTo>
                <a:lnTo>
                  <a:pt x="30336" y="84401"/>
                </a:lnTo>
                <a:close/>
              </a:path>
              <a:path w="182879" h="292100">
                <a:moveTo>
                  <a:pt x="79518" y="84401"/>
                </a:moveTo>
                <a:lnTo>
                  <a:pt x="30336" y="84401"/>
                </a:lnTo>
                <a:lnTo>
                  <a:pt x="31282" y="79483"/>
                </a:lnTo>
                <a:lnTo>
                  <a:pt x="32102" y="74470"/>
                </a:lnTo>
                <a:lnTo>
                  <a:pt x="39290" y="35122"/>
                </a:lnTo>
                <a:lnTo>
                  <a:pt x="42538" y="26704"/>
                </a:lnTo>
                <a:lnTo>
                  <a:pt x="39101" y="24939"/>
                </a:lnTo>
                <a:lnTo>
                  <a:pt x="35633" y="24056"/>
                </a:lnTo>
                <a:lnTo>
                  <a:pt x="87963" y="24056"/>
                </a:lnTo>
                <a:lnTo>
                  <a:pt x="87844" y="38527"/>
                </a:lnTo>
                <a:lnTo>
                  <a:pt x="87718" y="40104"/>
                </a:lnTo>
                <a:lnTo>
                  <a:pt x="87498" y="41680"/>
                </a:lnTo>
                <a:lnTo>
                  <a:pt x="86981" y="44329"/>
                </a:lnTo>
                <a:lnTo>
                  <a:pt x="80803" y="77260"/>
                </a:lnTo>
                <a:lnTo>
                  <a:pt x="79785" y="82920"/>
                </a:lnTo>
                <a:lnTo>
                  <a:pt x="79688" y="83456"/>
                </a:lnTo>
                <a:lnTo>
                  <a:pt x="79586" y="84023"/>
                </a:lnTo>
                <a:lnTo>
                  <a:pt x="79518" y="84401"/>
                </a:lnTo>
                <a:close/>
              </a:path>
              <a:path w="182879" h="292100">
                <a:moveTo>
                  <a:pt x="180180" y="231009"/>
                </a:moveTo>
                <a:lnTo>
                  <a:pt x="63252" y="231009"/>
                </a:lnTo>
                <a:lnTo>
                  <a:pt x="63292" y="226809"/>
                </a:lnTo>
                <a:lnTo>
                  <a:pt x="102190" y="220384"/>
                </a:lnTo>
                <a:lnTo>
                  <a:pt x="121201" y="219249"/>
                </a:lnTo>
                <a:lnTo>
                  <a:pt x="139724" y="219249"/>
                </a:lnTo>
                <a:lnTo>
                  <a:pt x="145258" y="219533"/>
                </a:lnTo>
                <a:lnTo>
                  <a:pt x="149536" y="219880"/>
                </a:lnTo>
                <a:lnTo>
                  <a:pt x="154062" y="220384"/>
                </a:lnTo>
                <a:lnTo>
                  <a:pt x="158121" y="220794"/>
                </a:lnTo>
                <a:lnTo>
                  <a:pt x="158404" y="220794"/>
                </a:lnTo>
                <a:lnTo>
                  <a:pt x="162756" y="221582"/>
                </a:lnTo>
                <a:lnTo>
                  <a:pt x="169781" y="223537"/>
                </a:lnTo>
                <a:lnTo>
                  <a:pt x="171748" y="224420"/>
                </a:lnTo>
                <a:lnTo>
                  <a:pt x="173287" y="225145"/>
                </a:lnTo>
                <a:lnTo>
                  <a:pt x="179088" y="229307"/>
                </a:lnTo>
                <a:lnTo>
                  <a:pt x="180180" y="231009"/>
                </a:lnTo>
                <a:close/>
              </a:path>
              <a:path w="182879" h="292100">
                <a:moveTo>
                  <a:pt x="63252" y="231009"/>
                </a:moveTo>
                <a:lnTo>
                  <a:pt x="58523" y="231009"/>
                </a:lnTo>
                <a:lnTo>
                  <a:pt x="63176" y="226809"/>
                </a:lnTo>
                <a:lnTo>
                  <a:pt x="63252" y="231009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682211" y="3720885"/>
            <a:ext cx="182880" cy="292100"/>
          </a:xfrm>
          <a:custGeom>
            <a:avLst/>
            <a:gdLst/>
            <a:ahLst/>
            <a:cxnLst/>
            <a:rect l="l" t="t" r="r" b="b"/>
            <a:pathLst>
              <a:path w="182879" h="292100">
                <a:moveTo>
                  <a:pt x="55244" y="291639"/>
                </a:moveTo>
                <a:lnTo>
                  <a:pt x="45694" y="291639"/>
                </a:lnTo>
                <a:lnTo>
                  <a:pt x="41529" y="290976"/>
                </a:lnTo>
                <a:lnTo>
                  <a:pt x="13594" y="264492"/>
                </a:lnTo>
                <a:lnTo>
                  <a:pt x="3456" y="222591"/>
                </a:lnTo>
                <a:lnTo>
                  <a:pt x="3335" y="221771"/>
                </a:lnTo>
                <a:lnTo>
                  <a:pt x="3307" y="221582"/>
                </a:lnTo>
                <a:lnTo>
                  <a:pt x="3190" y="220794"/>
                </a:lnTo>
                <a:lnTo>
                  <a:pt x="2126" y="211808"/>
                </a:lnTo>
                <a:lnTo>
                  <a:pt x="1298" y="202633"/>
                </a:lnTo>
                <a:lnTo>
                  <a:pt x="678" y="193305"/>
                </a:lnTo>
                <a:lnTo>
                  <a:pt x="234" y="183858"/>
                </a:lnTo>
                <a:lnTo>
                  <a:pt x="0" y="175416"/>
                </a:lnTo>
                <a:lnTo>
                  <a:pt x="80" y="150209"/>
                </a:lnTo>
                <a:lnTo>
                  <a:pt x="2552" y="108544"/>
                </a:lnTo>
                <a:lnTo>
                  <a:pt x="8055" y="65177"/>
                </a:lnTo>
                <a:lnTo>
                  <a:pt x="16988" y="24245"/>
                </a:lnTo>
                <a:lnTo>
                  <a:pt x="44997" y="1166"/>
                </a:lnTo>
                <a:lnTo>
                  <a:pt x="50075" y="0"/>
                </a:lnTo>
                <a:lnTo>
                  <a:pt x="54456" y="0"/>
                </a:lnTo>
                <a:lnTo>
                  <a:pt x="59374" y="882"/>
                </a:lnTo>
                <a:lnTo>
                  <a:pt x="67445" y="2522"/>
                </a:lnTo>
                <a:lnTo>
                  <a:pt x="74224" y="6022"/>
                </a:lnTo>
                <a:lnTo>
                  <a:pt x="79710" y="11381"/>
                </a:lnTo>
                <a:lnTo>
                  <a:pt x="85259" y="16741"/>
                </a:lnTo>
                <a:lnTo>
                  <a:pt x="87893" y="23867"/>
                </a:lnTo>
                <a:lnTo>
                  <a:pt x="87963" y="24056"/>
                </a:lnTo>
                <a:lnTo>
                  <a:pt x="35633" y="24056"/>
                </a:lnTo>
                <a:lnTo>
                  <a:pt x="34309" y="29100"/>
                </a:lnTo>
                <a:lnTo>
                  <a:pt x="33268" y="34176"/>
                </a:lnTo>
                <a:lnTo>
                  <a:pt x="31755" y="44329"/>
                </a:lnTo>
                <a:lnTo>
                  <a:pt x="30967" y="49310"/>
                </a:lnTo>
                <a:lnTo>
                  <a:pt x="29327" y="59084"/>
                </a:lnTo>
                <a:lnTo>
                  <a:pt x="28350" y="63876"/>
                </a:lnTo>
                <a:lnTo>
                  <a:pt x="27215" y="68606"/>
                </a:lnTo>
                <a:lnTo>
                  <a:pt x="26143" y="73335"/>
                </a:lnTo>
                <a:lnTo>
                  <a:pt x="24819" y="77812"/>
                </a:lnTo>
                <a:lnTo>
                  <a:pt x="23286" y="81919"/>
                </a:lnTo>
                <a:lnTo>
                  <a:pt x="22972" y="81919"/>
                </a:lnTo>
                <a:lnTo>
                  <a:pt x="25260" y="82920"/>
                </a:lnTo>
                <a:lnTo>
                  <a:pt x="26332" y="83456"/>
                </a:lnTo>
                <a:lnTo>
                  <a:pt x="26458" y="83645"/>
                </a:lnTo>
                <a:lnTo>
                  <a:pt x="26001" y="83645"/>
                </a:lnTo>
                <a:lnTo>
                  <a:pt x="27940" y="84023"/>
                </a:lnTo>
                <a:lnTo>
                  <a:pt x="30336" y="84401"/>
                </a:lnTo>
                <a:lnTo>
                  <a:pt x="79518" y="84401"/>
                </a:lnTo>
                <a:lnTo>
                  <a:pt x="78108" y="92489"/>
                </a:lnTo>
                <a:lnTo>
                  <a:pt x="71670" y="133302"/>
                </a:lnTo>
                <a:lnTo>
                  <a:pt x="66636" y="174293"/>
                </a:lnTo>
                <a:lnTo>
                  <a:pt x="63536" y="216017"/>
                </a:lnTo>
                <a:lnTo>
                  <a:pt x="63292" y="226809"/>
                </a:lnTo>
                <a:lnTo>
                  <a:pt x="60409" y="229307"/>
                </a:lnTo>
                <a:lnTo>
                  <a:pt x="58523" y="231009"/>
                </a:lnTo>
                <a:lnTo>
                  <a:pt x="180180" y="231009"/>
                </a:lnTo>
                <a:lnTo>
                  <a:pt x="180948" y="232207"/>
                </a:lnTo>
                <a:lnTo>
                  <a:pt x="181768" y="235928"/>
                </a:lnTo>
                <a:lnTo>
                  <a:pt x="182777" y="241666"/>
                </a:lnTo>
                <a:lnTo>
                  <a:pt x="180759" y="246994"/>
                </a:lnTo>
                <a:lnTo>
                  <a:pt x="147023" y="267078"/>
                </a:lnTo>
                <a:lnTo>
                  <a:pt x="110356" y="278964"/>
                </a:lnTo>
                <a:lnTo>
                  <a:pt x="68832" y="289495"/>
                </a:lnTo>
                <a:lnTo>
                  <a:pt x="58396" y="291323"/>
                </a:lnTo>
                <a:lnTo>
                  <a:pt x="57871" y="291323"/>
                </a:lnTo>
                <a:lnTo>
                  <a:pt x="55244" y="291639"/>
                </a:lnTo>
                <a:close/>
              </a:path>
              <a:path w="182879" h="292100">
                <a:moveTo>
                  <a:pt x="30336" y="84401"/>
                </a:moveTo>
                <a:lnTo>
                  <a:pt x="27940" y="84023"/>
                </a:lnTo>
                <a:lnTo>
                  <a:pt x="26001" y="83645"/>
                </a:lnTo>
                <a:lnTo>
                  <a:pt x="26458" y="83645"/>
                </a:lnTo>
                <a:lnTo>
                  <a:pt x="26332" y="83456"/>
                </a:lnTo>
                <a:lnTo>
                  <a:pt x="25260" y="82920"/>
                </a:lnTo>
                <a:lnTo>
                  <a:pt x="22972" y="81919"/>
                </a:lnTo>
                <a:lnTo>
                  <a:pt x="23286" y="81919"/>
                </a:lnTo>
                <a:lnTo>
                  <a:pt x="24819" y="77812"/>
                </a:lnTo>
                <a:lnTo>
                  <a:pt x="26143" y="73335"/>
                </a:lnTo>
                <a:lnTo>
                  <a:pt x="27215" y="68606"/>
                </a:lnTo>
                <a:lnTo>
                  <a:pt x="28274" y="64192"/>
                </a:lnTo>
                <a:lnTo>
                  <a:pt x="29327" y="59084"/>
                </a:lnTo>
                <a:lnTo>
                  <a:pt x="30967" y="49310"/>
                </a:lnTo>
                <a:lnTo>
                  <a:pt x="31715" y="44581"/>
                </a:lnTo>
                <a:lnTo>
                  <a:pt x="33268" y="34176"/>
                </a:lnTo>
                <a:lnTo>
                  <a:pt x="34309" y="29100"/>
                </a:lnTo>
                <a:lnTo>
                  <a:pt x="35583" y="24245"/>
                </a:lnTo>
                <a:lnTo>
                  <a:pt x="35633" y="24056"/>
                </a:lnTo>
                <a:lnTo>
                  <a:pt x="39101" y="24939"/>
                </a:lnTo>
                <a:lnTo>
                  <a:pt x="42538" y="26704"/>
                </a:lnTo>
                <a:lnTo>
                  <a:pt x="40772" y="30740"/>
                </a:lnTo>
                <a:lnTo>
                  <a:pt x="39290" y="35122"/>
                </a:lnTo>
                <a:lnTo>
                  <a:pt x="32102" y="74470"/>
                </a:lnTo>
                <a:lnTo>
                  <a:pt x="31282" y="79483"/>
                </a:lnTo>
                <a:lnTo>
                  <a:pt x="30621" y="82920"/>
                </a:lnTo>
                <a:lnTo>
                  <a:pt x="30518" y="83456"/>
                </a:lnTo>
                <a:lnTo>
                  <a:pt x="30409" y="84023"/>
                </a:lnTo>
                <a:lnTo>
                  <a:pt x="30336" y="84401"/>
                </a:lnTo>
                <a:close/>
              </a:path>
              <a:path w="182879" h="292100">
                <a:moveTo>
                  <a:pt x="79518" y="84401"/>
                </a:moveTo>
                <a:lnTo>
                  <a:pt x="30336" y="84401"/>
                </a:lnTo>
                <a:lnTo>
                  <a:pt x="31282" y="79483"/>
                </a:lnTo>
                <a:lnTo>
                  <a:pt x="32102" y="74470"/>
                </a:lnTo>
                <a:lnTo>
                  <a:pt x="39290" y="35122"/>
                </a:lnTo>
                <a:lnTo>
                  <a:pt x="42538" y="26704"/>
                </a:lnTo>
                <a:lnTo>
                  <a:pt x="39101" y="24939"/>
                </a:lnTo>
                <a:lnTo>
                  <a:pt x="35633" y="24056"/>
                </a:lnTo>
                <a:lnTo>
                  <a:pt x="87963" y="24056"/>
                </a:lnTo>
                <a:lnTo>
                  <a:pt x="87844" y="38527"/>
                </a:lnTo>
                <a:lnTo>
                  <a:pt x="87718" y="40104"/>
                </a:lnTo>
                <a:lnTo>
                  <a:pt x="87498" y="41680"/>
                </a:lnTo>
                <a:lnTo>
                  <a:pt x="86981" y="44329"/>
                </a:lnTo>
                <a:lnTo>
                  <a:pt x="80803" y="77260"/>
                </a:lnTo>
                <a:lnTo>
                  <a:pt x="79785" y="82920"/>
                </a:lnTo>
                <a:lnTo>
                  <a:pt x="79688" y="83456"/>
                </a:lnTo>
                <a:lnTo>
                  <a:pt x="79586" y="84023"/>
                </a:lnTo>
                <a:lnTo>
                  <a:pt x="79518" y="84401"/>
                </a:lnTo>
                <a:close/>
              </a:path>
              <a:path w="182879" h="292100">
                <a:moveTo>
                  <a:pt x="180180" y="231009"/>
                </a:moveTo>
                <a:lnTo>
                  <a:pt x="63252" y="231009"/>
                </a:lnTo>
                <a:lnTo>
                  <a:pt x="63292" y="226809"/>
                </a:lnTo>
                <a:lnTo>
                  <a:pt x="102190" y="220384"/>
                </a:lnTo>
                <a:lnTo>
                  <a:pt x="121201" y="219249"/>
                </a:lnTo>
                <a:lnTo>
                  <a:pt x="139724" y="219249"/>
                </a:lnTo>
                <a:lnTo>
                  <a:pt x="145258" y="219533"/>
                </a:lnTo>
                <a:lnTo>
                  <a:pt x="149536" y="219880"/>
                </a:lnTo>
                <a:lnTo>
                  <a:pt x="154062" y="220384"/>
                </a:lnTo>
                <a:lnTo>
                  <a:pt x="158121" y="220794"/>
                </a:lnTo>
                <a:lnTo>
                  <a:pt x="158404" y="220794"/>
                </a:lnTo>
                <a:lnTo>
                  <a:pt x="162756" y="221582"/>
                </a:lnTo>
                <a:lnTo>
                  <a:pt x="169781" y="223537"/>
                </a:lnTo>
                <a:lnTo>
                  <a:pt x="171748" y="224420"/>
                </a:lnTo>
                <a:lnTo>
                  <a:pt x="173287" y="225145"/>
                </a:lnTo>
                <a:lnTo>
                  <a:pt x="179088" y="229307"/>
                </a:lnTo>
                <a:lnTo>
                  <a:pt x="180180" y="231009"/>
                </a:lnTo>
                <a:close/>
              </a:path>
              <a:path w="182879" h="292100">
                <a:moveTo>
                  <a:pt x="63252" y="231009"/>
                </a:moveTo>
                <a:lnTo>
                  <a:pt x="58523" y="231009"/>
                </a:lnTo>
                <a:lnTo>
                  <a:pt x="63176" y="226809"/>
                </a:lnTo>
                <a:lnTo>
                  <a:pt x="63252" y="231009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059899" y="3723943"/>
            <a:ext cx="685677" cy="286531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813514" y="3723187"/>
            <a:ext cx="486384" cy="28702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505049" y="3720885"/>
            <a:ext cx="2463454" cy="291639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12154062" y="3722241"/>
            <a:ext cx="208279" cy="290195"/>
          </a:xfrm>
          <a:custGeom>
            <a:avLst/>
            <a:gdLst/>
            <a:ahLst/>
            <a:cxnLst/>
            <a:rect l="l" t="t" r="r" b="b"/>
            <a:pathLst>
              <a:path w="208279" h="290195">
                <a:moveTo>
                  <a:pt x="161779" y="12390"/>
                </a:moveTo>
                <a:lnTo>
                  <a:pt x="71644" y="12390"/>
                </a:lnTo>
                <a:lnTo>
                  <a:pt x="77571" y="9048"/>
                </a:lnTo>
                <a:lnTo>
                  <a:pt x="113906" y="189"/>
                </a:lnTo>
                <a:lnTo>
                  <a:pt x="114675" y="189"/>
                </a:lnTo>
                <a:lnTo>
                  <a:pt x="119977" y="0"/>
                </a:lnTo>
                <a:lnTo>
                  <a:pt x="123697" y="0"/>
                </a:lnTo>
                <a:lnTo>
                  <a:pt x="127418" y="189"/>
                </a:lnTo>
                <a:lnTo>
                  <a:pt x="131138" y="567"/>
                </a:lnTo>
                <a:lnTo>
                  <a:pt x="139397" y="2281"/>
                </a:lnTo>
                <a:lnTo>
                  <a:pt x="147336" y="4871"/>
                </a:lnTo>
                <a:lnTo>
                  <a:pt x="154956" y="8335"/>
                </a:lnTo>
                <a:lnTo>
                  <a:pt x="161779" y="12390"/>
                </a:lnTo>
                <a:close/>
              </a:path>
              <a:path w="208279" h="290195">
                <a:moveTo>
                  <a:pt x="42858" y="289621"/>
                </a:moveTo>
                <a:lnTo>
                  <a:pt x="35732" y="289621"/>
                </a:lnTo>
                <a:lnTo>
                  <a:pt x="32327" y="288170"/>
                </a:lnTo>
                <a:lnTo>
                  <a:pt x="13190" y="254435"/>
                </a:lnTo>
                <a:lnTo>
                  <a:pt x="4961" y="217115"/>
                </a:lnTo>
                <a:lnTo>
                  <a:pt x="569" y="173730"/>
                </a:lnTo>
                <a:lnTo>
                  <a:pt x="131" y="164035"/>
                </a:lnTo>
                <a:lnTo>
                  <a:pt x="75" y="162781"/>
                </a:lnTo>
                <a:lnTo>
                  <a:pt x="0" y="120797"/>
                </a:lnTo>
                <a:lnTo>
                  <a:pt x="397" y="109979"/>
                </a:lnTo>
                <a:lnTo>
                  <a:pt x="1167" y="97630"/>
                </a:lnTo>
                <a:lnTo>
                  <a:pt x="1200" y="97107"/>
                </a:lnTo>
                <a:lnTo>
                  <a:pt x="1313" y="95289"/>
                </a:lnTo>
                <a:lnTo>
                  <a:pt x="6211" y="54102"/>
                </a:lnTo>
                <a:lnTo>
                  <a:pt x="18077" y="15322"/>
                </a:lnTo>
                <a:lnTo>
                  <a:pt x="37437" y="2553"/>
                </a:lnTo>
                <a:lnTo>
                  <a:pt x="37615" y="2553"/>
                </a:lnTo>
                <a:lnTo>
                  <a:pt x="41156" y="1891"/>
                </a:lnTo>
                <a:lnTo>
                  <a:pt x="47524" y="1891"/>
                </a:lnTo>
                <a:lnTo>
                  <a:pt x="49409" y="2074"/>
                </a:lnTo>
                <a:lnTo>
                  <a:pt x="49602" y="2074"/>
                </a:lnTo>
                <a:lnTo>
                  <a:pt x="52064" y="2553"/>
                </a:lnTo>
                <a:lnTo>
                  <a:pt x="56857" y="3562"/>
                </a:lnTo>
                <a:lnTo>
                  <a:pt x="61145" y="5233"/>
                </a:lnTo>
                <a:lnTo>
                  <a:pt x="64775" y="7472"/>
                </a:lnTo>
                <a:lnTo>
                  <a:pt x="68775" y="9836"/>
                </a:lnTo>
                <a:lnTo>
                  <a:pt x="71013" y="11444"/>
                </a:lnTo>
                <a:lnTo>
                  <a:pt x="71644" y="12390"/>
                </a:lnTo>
                <a:lnTo>
                  <a:pt x="161779" y="12390"/>
                </a:lnTo>
                <a:lnTo>
                  <a:pt x="162257" y="12674"/>
                </a:lnTo>
                <a:lnTo>
                  <a:pt x="169191" y="17823"/>
                </a:lnTo>
                <a:lnTo>
                  <a:pt x="172446" y="20808"/>
                </a:lnTo>
                <a:lnTo>
                  <a:pt x="39863" y="20808"/>
                </a:lnTo>
                <a:lnTo>
                  <a:pt x="38034" y="21250"/>
                </a:lnTo>
                <a:lnTo>
                  <a:pt x="35922" y="21943"/>
                </a:lnTo>
                <a:lnTo>
                  <a:pt x="31429" y="23717"/>
                </a:lnTo>
                <a:lnTo>
                  <a:pt x="31238" y="23717"/>
                </a:lnTo>
                <a:lnTo>
                  <a:pt x="22125" y="53771"/>
                </a:lnTo>
                <a:lnTo>
                  <a:pt x="21242" y="59525"/>
                </a:lnTo>
                <a:lnTo>
                  <a:pt x="21135" y="60219"/>
                </a:lnTo>
                <a:lnTo>
                  <a:pt x="20455" y="65831"/>
                </a:lnTo>
                <a:lnTo>
                  <a:pt x="19905" y="72074"/>
                </a:lnTo>
                <a:lnTo>
                  <a:pt x="19464" y="77938"/>
                </a:lnTo>
                <a:lnTo>
                  <a:pt x="18348" y="83266"/>
                </a:lnTo>
                <a:lnTo>
                  <a:pt x="16500" y="88342"/>
                </a:lnTo>
                <a:lnTo>
                  <a:pt x="18581" y="89162"/>
                </a:lnTo>
                <a:lnTo>
                  <a:pt x="19685" y="89667"/>
                </a:lnTo>
                <a:lnTo>
                  <a:pt x="19811" y="89856"/>
                </a:lnTo>
                <a:lnTo>
                  <a:pt x="78527" y="89856"/>
                </a:lnTo>
                <a:lnTo>
                  <a:pt x="76121" y="93482"/>
                </a:lnTo>
                <a:lnTo>
                  <a:pt x="68333" y="143013"/>
                </a:lnTo>
                <a:lnTo>
                  <a:pt x="63868" y="188509"/>
                </a:lnTo>
                <a:lnTo>
                  <a:pt x="61712" y="216695"/>
                </a:lnTo>
                <a:lnTo>
                  <a:pt x="63162" y="218398"/>
                </a:lnTo>
                <a:lnTo>
                  <a:pt x="95826" y="230978"/>
                </a:lnTo>
                <a:lnTo>
                  <a:pt x="181255" y="230978"/>
                </a:lnTo>
                <a:lnTo>
                  <a:pt x="180322" y="232562"/>
                </a:lnTo>
                <a:lnTo>
                  <a:pt x="151787" y="265224"/>
                </a:lnTo>
                <a:lnTo>
                  <a:pt x="148419" y="267582"/>
                </a:lnTo>
                <a:lnTo>
                  <a:pt x="55753" y="267582"/>
                </a:lnTo>
                <a:lnTo>
                  <a:pt x="58074" y="270319"/>
                </a:lnTo>
                <a:lnTo>
                  <a:pt x="57320" y="273257"/>
                </a:lnTo>
                <a:lnTo>
                  <a:pt x="56762" y="275590"/>
                </a:lnTo>
                <a:lnTo>
                  <a:pt x="55659" y="278302"/>
                </a:lnTo>
                <a:lnTo>
                  <a:pt x="52695" y="283283"/>
                </a:lnTo>
                <a:lnTo>
                  <a:pt x="50829" y="285270"/>
                </a:lnTo>
                <a:lnTo>
                  <a:pt x="45822" y="288769"/>
                </a:lnTo>
                <a:lnTo>
                  <a:pt x="42858" y="289621"/>
                </a:lnTo>
                <a:close/>
              </a:path>
              <a:path w="208279" h="290195">
                <a:moveTo>
                  <a:pt x="23692" y="89856"/>
                </a:moveTo>
                <a:lnTo>
                  <a:pt x="19811" y="89856"/>
                </a:lnTo>
                <a:lnTo>
                  <a:pt x="19685" y="89667"/>
                </a:lnTo>
                <a:lnTo>
                  <a:pt x="18581" y="89162"/>
                </a:lnTo>
                <a:lnTo>
                  <a:pt x="16500" y="88342"/>
                </a:lnTo>
                <a:lnTo>
                  <a:pt x="18348" y="83266"/>
                </a:lnTo>
                <a:lnTo>
                  <a:pt x="19431" y="78096"/>
                </a:lnTo>
                <a:lnTo>
                  <a:pt x="19464" y="77938"/>
                </a:lnTo>
                <a:lnTo>
                  <a:pt x="20236" y="68227"/>
                </a:lnTo>
                <a:lnTo>
                  <a:pt x="20348" y="66931"/>
                </a:lnTo>
                <a:lnTo>
                  <a:pt x="20455" y="65831"/>
                </a:lnTo>
                <a:lnTo>
                  <a:pt x="21135" y="60219"/>
                </a:lnTo>
                <a:lnTo>
                  <a:pt x="22081" y="54102"/>
                </a:lnTo>
                <a:lnTo>
                  <a:pt x="23616" y="42721"/>
                </a:lnTo>
                <a:lnTo>
                  <a:pt x="31238" y="23717"/>
                </a:lnTo>
                <a:lnTo>
                  <a:pt x="31429" y="23717"/>
                </a:lnTo>
                <a:lnTo>
                  <a:pt x="35922" y="21943"/>
                </a:lnTo>
                <a:lnTo>
                  <a:pt x="38034" y="21250"/>
                </a:lnTo>
                <a:lnTo>
                  <a:pt x="39863" y="20808"/>
                </a:lnTo>
                <a:lnTo>
                  <a:pt x="40098" y="21943"/>
                </a:lnTo>
                <a:lnTo>
                  <a:pt x="40137" y="22133"/>
                </a:lnTo>
                <a:lnTo>
                  <a:pt x="40241" y="22637"/>
                </a:lnTo>
                <a:lnTo>
                  <a:pt x="40511" y="23717"/>
                </a:lnTo>
                <a:lnTo>
                  <a:pt x="40714" y="24213"/>
                </a:lnTo>
                <a:lnTo>
                  <a:pt x="40903" y="24592"/>
                </a:lnTo>
                <a:lnTo>
                  <a:pt x="41053" y="25821"/>
                </a:lnTo>
                <a:lnTo>
                  <a:pt x="41072" y="26074"/>
                </a:lnTo>
                <a:lnTo>
                  <a:pt x="41187" y="28091"/>
                </a:lnTo>
                <a:lnTo>
                  <a:pt x="37908" y="28407"/>
                </a:lnTo>
                <a:lnTo>
                  <a:pt x="35259" y="29573"/>
                </a:lnTo>
                <a:lnTo>
                  <a:pt x="25391" y="59525"/>
                </a:lnTo>
                <a:lnTo>
                  <a:pt x="25013" y="63561"/>
                </a:lnTo>
                <a:lnTo>
                  <a:pt x="23904" y="80870"/>
                </a:lnTo>
                <a:lnTo>
                  <a:pt x="23783" y="85127"/>
                </a:lnTo>
                <a:lnTo>
                  <a:pt x="23692" y="89856"/>
                </a:lnTo>
                <a:close/>
              </a:path>
              <a:path w="208279" h="290195">
                <a:moveTo>
                  <a:pt x="78527" y="89856"/>
                </a:moveTo>
                <a:lnTo>
                  <a:pt x="23692" y="89856"/>
                </a:lnTo>
                <a:lnTo>
                  <a:pt x="23783" y="85127"/>
                </a:lnTo>
                <a:lnTo>
                  <a:pt x="23904" y="80870"/>
                </a:lnTo>
                <a:lnTo>
                  <a:pt x="24025" y="76109"/>
                </a:lnTo>
                <a:lnTo>
                  <a:pt x="25013" y="63561"/>
                </a:lnTo>
                <a:lnTo>
                  <a:pt x="26148" y="50981"/>
                </a:lnTo>
                <a:lnTo>
                  <a:pt x="41187" y="28091"/>
                </a:lnTo>
                <a:lnTo>
                  <a:pt x="41072" y="26074"/>
                </a:lnTo>
                <a:lnTo>
                  <a:pt x="40903" y="24592"/>
                </a:lnTo>
                <a:lnTo>
                  <a:pt x="40714" y="24213"/>
                </a:lnTo>
                <a:lnTo>
                  <a:pt x="40511" y="23717"/>
                </a:lnTo>
                <a:lnTo>
                  <a:pt x="40241" y="22637"/>
                </a:lnTo>
                <a:lnTo>
                  <a:pt x="39954" y="21250"/>
                </a:lnTo>
                <a:lnTo>
                  <a:pt x="39863" y="20808"/>
                </a:lnTo>
                <a:lnTo>
                  <a:pt x="172446" y="20808"/>
                </a:lnTo>
                <a:lnTo>
                  <a:pt x="175617" y="23717"/>
                </a:lnTo>
                <a:lnTo>
                  <a:pt x="181534" y="30356"/>
                </a:lnTo>
                <a:lnTo>
                  <a:pt x="186944" y="37739"/>
                </a:lnTo>
                <a:lnTo>
                  <a:pt x="196130" y="55019"/>
                </a:lnTo>
                <a:lnTo>
                  <a:pt x="201923" y="72641"/>
                </a:lnTo>
                <a:lnTo>
                  <a:pt x="103961" y="72641"/>
                </a:lnTo>
                <a:lnTo>
                  <a:pt x="100813" y="73209"/>
                </a:lnTo>
                <a:lnTo>
                  <a:pt x="100441" y="73209"/>
                </a:lnTo>
                <a:lnTo>
                  <a:pt x="92925" y="76109"/>
                </a:lnTo>
                <a:lnTo>
                  <a:pt x="89615" y="78096"/>
                </a:lnTo>
                <a:lnTo>
                  <a:pt x="83561" y="83266"/>
                </a:lnTo>
                <a:lnTo>
                  <a:pt x="80850" y="86356"/>
                </a:lnTo>
                <a:lnTo>
                  <a:pt x="78653" y="89667"/>
                </a:lnTo>
                <a:lnTo>
                  <a:pt x="78527" y="89856"/>
                </a:lnTo>
                <a:close/>
              </a:path>
              <a:path w="208279" h="290195">
                <a:moveTo>
                  <a:pt x="181255" y="230978"/>
                </a:moveTo>
                <a:lnTo>
                  <a:pt x="106735" y="230978"/>
                </a:lnTo>
                <a:lnTo>
                  <a:pt x="113671" y="228455"/>
                </a:lnTo>
                <a:lnTo>
                  <a:pt x="119599" y="223411"/>
                </a:lnTo>
                <a:lnTo>
                  <a:pt x="140360" y="188509"/>
                </a:lnTo>
                <a:lnTo>
                  <a:pt x="147088" y="148735"/>
                </a:lnTo>
                <a:lnTo>
                  <a:pt x="147218" y="129842"/>
                </a:lnTo>
                <a:lnTo>
                  <a:pt x="146719" y="122961"/>
                </a:lnTo>
                <a:lnTo>
                  <a:pt x="136057" y="87870"/>
                </a:lnTo>
                <a:lnTo>
                  <a:pt x="132588" y="82636"/>
                </a:lnTo>
                <a:lnTo>
                  <a:pt x="128521" y="78789"/>
                </a:lnTo>
                <a:lnTo>
                  <a:pt x="119189" y="73871"/>
                </a:lnTo>
                <a:lnTo>
                  <a:pt x="113923" y="72641"/>
                </a:lnTo>
                <a:lnTo>
                  <a:pt x="201923" y="72641"/>
                </a:lnTo>
                <a:lnTo>
                  <a:pt x="202692" y="74982"/>
                </a:lnTo>
                <a:lnTo>
                  <a:pt x="206538" y="97107"/>
                </a:lnTo>
                <a:lnTo>
                  <a:pt x="206629" y="97630"/>
                </a:lnTo>
                <a:lnTo>
                  <a:pt x="207829" y="120797"/>
                </a:lnTo>
                <a:lnTo>
                  <a:pt x="207878" y="132703"/>
                </a:lnTo>
                <a:lnTo>
                  <a:pt x="207560" y="138284"/>
                </a:lnTo>
                <a:lnTo>
                  <a:pt x="207452" y="140175"/>
                </a:lnTo>
                <a:lnTo>
                  <a:pt x="207362" y="141748"/>
                </a:lnTo>
                <a:lnTo>
                  <a:pt x="200641" y="183354"/>
                </a:lnTo>
                <a:lnTo>
                  <a:pt x="186565" y="221401"/>
                </a:lnTo>
                <a:lnTo>
                  <a:pt x="183538" y="227100"/>
                </a:lnTo>
                <a:lnTo>
                  <a:pt x="181255" y="230978"/>
                </a:lnTo>
                <a:close/>
              </a:path>
              <a:path w="208279" h="290195">
                <a:moveTo>
                  <a:pt x="58074" y="270319"/>
                </a:moveTo>
                <a:lnTo>
                  <a:pt x="55753" y="267582"/>
                </a:lnTo>
                <a:lnTo>
                  <a:pt x="57645" y="268087"/>
                </a:lnTo>
                <a:lnTo>
                  <a:pt x="58212" y="269789"/>
                </a:lnTo>
                <a:lnTo>
                  <a:pt x="58074" y="270319"/>
                </a:lnTo>
                <a:close/>
              </a:path>
              <a:path w="208279" h="290195">
                <a:moveTo>
                  <a:pt x="101438" y="284135"/>
                </a:moveTo>
                <a:lnTo>
                  <a:pt x="59978" y="272564"/>
                </a:lnTo>
                <a:lnTo>
                  <a:pt x="58074" y="270319"/>
                </a:lnTo>
                <a:lnTo>
                  <a:pt x="58212" y="269789"/>
                </a:lnTo>
                <a:lnTo>
                  <a:pt x="57645" y="268087"/>
                </a:lnTo>
                <a:lnTo>
                  <a:pt x="55753" y="267582"/>
                </a:lnTo>
                <a:lnTo>
                  <a:pt x="148419" y="267582"/>
                </a:lnTo>
                <a:lnTo>
                  <a:pt x="142205" y="271933"/>
                </a:lnTo>
                <a:lnTo>
                  <a:pt x="132279" y="277271"/>
                </a:lnTo>
                <a:lnTo>
                  <a:pt x="122176" y="281084"/>
                </a:lnTo>
                <a:lnTo>
                  <a:pt x="112294" y="283283"/>
                </a:lnTo>
                <a:lnTo>
                  <a:pt x="113112" y="283283"/>
                </a:lnTo>
                <a:lnTo>
                  <a:pt x="101438" y="28413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2425877" y="3720885"/>
            <a:ext cx="1492909" cy="29163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3976441" y="3722934"/>
            <a:ext cx="1039247" cy="287981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5195612" y="3716755"/>
            <a:ext cx="1206512" cy="352426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865933" y="4390981"/>
            <a:ext cx="1837530" cy="37465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792112" y="4390981"/>
            <a:ext cx="1501943" cy="374650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9381176" y="4434910"/>
            <a:ext cx="84455" cy="294005"/>
          </a:xfrm>
          <a:custGeom>
            <a:avLst/>
            <a:gdLst/>
            <a:ahLst/>
            <a:cxnLst/>
            <a:rect l="l" t="t" r="r" b="b"/>
            <a:pathLst>
              <a:path w="84454" h="294004">
                <a:moveTo>
                  <a:pt x="48755" y="293512"/>
                </a:moveTo>
                <a:lnTo>
                  <a:pt x="37220" y="293512"/>
                </a:lnTo>
                <a:lnTo>
                  <a:pt x="31724" y="292407"/>
                </a:lnTo>
                <a:lnTo>
                  <a:pt x="2535" y="263162"/>
                </a:lnTo>
                <a:lnTo>
                  <a:pt x="1472" y="257763"/>
                </a:lnTo>
                <a:lnTo>
                  <a:pt x="1472" y="246311"/>
                </a:lnTo>
                <a:lnTo>
                  <a:pt x="26749" y="213876"/>
                </a:lnTo>
                <a:lnTo>
                  <a:pt x="31821" y="211667"/>
                </a:lnTo>
                <a:lnTo>
                  <a:pt x="37220" y="210562"/>
                </a:lnTo>
                <a:lnTo>
                  <a:pt x="48755" y="210562"/>
                </a:lnTo>
                <a:lnTo>
                  <a:pt x="54113" y="211667"/>
                </a:lnTo>
                <a:lnTo>
                  <a:pt x="63826" y="216002"/>
                </a:lnTo>
                <a:lnTo>
                  <a:pt x="68226" y="218947"/>
                </a:lnTo>
                <a:lnTo>
                  <a:pt x="74536" y="225164"/>
                </a:lnTo>
                <a:lnTo>
                  <a:pt x="35093" y="225164"/>
                </a:lnTo>
                <a:lnTo>
                  <a:pt x="38279" y="230492"/>
                </a:lnTo>
                <a:lnTo>
                  <a:pt x="36361" y="231259"/>
                </a:lnTo>
                <a:lnTo>
                  <a:pt x="34725" y="232895"/>
                </a:lnTo>
                <a:lnTo>
                  <a:pt x="33989" y="233549"/>
                </a:lnTo>
                <a:lnTo>
                  <a:pt x="33498" y="233877"/>
                </a:lnTo>
                <a:lnTo>
                  <a:pt x="28484" y="237435"/>
                </a:lnTo>
                <a:lnTo>
                  <a:pt x="25318" y="239603"/>
                </a:lnTo>
                <a:lnTo>
                  <a:pt x="18283" y="253878"/>
                </a:lnTo>
                <a:lnTo>
                  <a:pt x="21391" y="254532"/>
                </a:lnTo>
                <a:lnTo>
                  <a:pt x="22945" y="254941"/>
                </a:lnTo>
                <a:lnTo>
                  <a:pt x="22945" y="255186"/>
                </a:lnTo>
                <a:lnTo>
                  <a:pt x="83930" y="255186"/>
                </a:lnTo>
                <a:lnTo>
                  <a:pt x="83930" y="257763"/>
                </a:lnTo>
                <a:lnTo>
                  <a:pt x="82867" y="263162"/>
                </a:lnTo>
                <a:lnTo>
                  <a:pt x="80740" y="268234"/>
                </a:lnTo>
                <a:lnTo>
                  <a:pt x="78695" y="273306"/>
                </a:lnTo>
                <a:lnTo>
                  <a:pt x="75791" y="277683"/>
                </a:lnTo>
                <a:lnTo>
                  <a:pt x="72028" y="281364"/>
                </a:lnTo>
                <a:lnTo>
                  <a:pt x="68347" y="285045"/>
                </a:lnTo>
                <a:lnTo>
                  <a:pt x="64011" y="287990"/>
                </a:lnTo>
                <a:lnTo>
                  <a:pt x="54113" y="292407"/>
                </a:lnTo>
                <a:lnTo>
                  <a:pt x="48755" y="293512"/>
                </a:lnTo>
                <a:close/>
              </a:path>
              <a:path w="84454" h="294004">
                <a:moveTo>
                  <a:pt x="38351" y="230492"/>
                </a:moveTo>
                <a:lnTo>
                  <a:pt x="38095" y="230184"/>
                </a:lnTo>
                <a:lnTo>
                  <a:pt x="35093" y="225164"/>
                </a:lnTo>
                <a:lnTo>
                  <a:pt x="39845" y="230184"/>
                </a:lnTo>
                <a:lnTo>
                  <a:pt x="38351" y="230492"/>
                </a:lnTo>
                <a:close/>
              </a:path>
              <a:path w="84454" h="294004">
                <a:moveTo>
                  <a:pt x="39845" y="230184"/>
                </a:moveTo>
                <a:lnTo>
                  <a:pt x="35093" y="225164"/>
                </a:lnTo>
                <a:lnTo>
                  <a:pt x="74536" y="225164"/>
                </a:lnTo>
                <a:lnTo>
                  <a:pt x="75791" y="226391"/>
                </a:lnTo>
                <a:lnTo>
                  <a:pt x="78152" y="229950"/>
                </a:lnTo>
                <a:lnTo>
                  <a:pt x="40983" y="229950"/>
                </a:lnTo>
                <a:lnTo>
                  <a:pt x="39845" y="230184"/>
                </a:lnTo>
                <a:close/>
              </a:path>
              <a:path w="84454" h="294004">
                <a:moveTo>
                  <a:pt x="42210" y="232588"/>
                </a:moveTo>
                <a:lnTo>
                  <a:pt x="40863" y="231259"/>
                </a:lnTo>
                <a:lnTo>
                  <a:pt x="39845" y="230184"/>
                </a:lnTo>
                <a:lnTo>
                  <a:pt x="40983" y="229950"/>
                </a:lnTo>
                <a:lnTo>
                  <a:pt x="42210" y="229950"/>
                </a:lnTo>
                <a:lnTo>
                  <a:pt x="42210" y="232588"/>
                </a:lnTo>
                <a:close/>
              </a:path>
              <a:path w="84454" h="294004">
                <a:moveTo>
                  <a:pt x="42565" y="232895"/>
                </a:moveTo>
                <a:lnTo>
                  <a:pt x="42210" y="232588"/>
                </a:lnTo>
                <a:lnTo>
                  <a:pt x="42210" y="229950"/>
                </a:lnTo>
                <a:lnTo>
                  <a:pt x="78152" y="229950"/>
                </a:lnTo>
                <a:lnTo>
                  <a:pt x="78695" y="230768"/>
                </a:lnTo>
                <a:lnTo>
                  <a:pt x="79157" y="231913"/>
                </a:lnTo>
                <a:lnTo>
                  <a:pt x="42456" y="231913"/>
                </a:lnTo>
                <a:lnTo>
                  <a:pt x="42565" y="232895"/>
                </a:lnTo>
                <a:close/>
              </a:path>
              <a:path w="84454" h="294004">
                <a:moveTo>
                  <a:pt x="42210" y="234695"/>
                </a:moveTo>
                <a:lnTo>
                  <a:pt x="39534" y="232895"/>
                </a:lnTo>
                <a:lnTo>
                  <a:pt x="39716" y="232895"/>
                </a:lnTo>
                <a:lnTo>
                  <a:pt x="38444" y="230768"/>
                </a:lnTo>
                <a:lnTo>
                  <a:pt x="38351" y="230492"/>
                </a:lnTo>
                <a:lnTo>
                  <a:pt x="39845" y="230184"/>
                </a:lnTo>
                <a:lnTo>
                  <a:pt x="40863" y="231259"/>
                </a:lnTo>
                <a:lnTo>
                  <a:pt x="42210" y="232588"/>
                </a:lnTo>
                <a:lnTo>
                  <a:pt x="42210" y="234695"/>
                </a:lnTo>
                <a:close/>
              </a:path>
              <a:path w="84454" h="294004">
                <a:moveTo>
                  <a:pt x="22945" y="255186"/>
                </a:moveTo>
                <a:lnTo>
                  <a:pt x="22945" y="254941"/>
                </a:lnTo>
                <a:lnTo>
                  <a:pt x="21391" y="254532"/>
                </a:lnTo>
                <a:lnTo>
                  <a:pt x="18283" y="253878"/>
                </a:lnTo>
                <a:lnTo>
                  <a:pt x="18855" y="251342"/>
                </a:lnTo>
                <a:lnTo>
                  <a:pt x="28484" y="237435"/>
                </a:lnTo>
                <a:lnTo>
                  <a:pt x="33498" y="233877"/>
                </a:lnTo>
                <a:lnTo>
                  <a:pt x="33989" y="233549"/>
                </a:lnTo>
                <a:lnTo>
                  <a:pt x="34725" y="232895"/>
                </a:lnTo>
                <a:lnTo>
                  <a:pt x="36361" y="231259"/>
                </a:lnTo>
                <a:lnTo>
                  <a:pt x="38279" y="230492"/>
                </a:lnTo>
                <a:lnTo>
                  <a:pt x="39716" y="232895"/>
                </a:lnTo>
                <a:lnTo>
                  <a:pt x="39534" y="232895"/>
                </a:lnTo>
                <a:lnTo>
                  <a:pt x="42210" y="234695"/>
                </a:lnTo>
                <a:lnTo>
                  <a:pt x="43008" y="234695"/>
                </a:lnTo>
                <a:lnTo>
                  <a:pt x="43315" y="235104"/>
                </a:lnTo>
                <a:lnTo>
                  <a:pt x="43560" y="235349"/>
                </a:lnTo>
                <a:lnTo>
                  <a:pt x="42537" y="236453"/>
                </a:lnTo>
                <a:lnTo>
                  <a:pt x="41392" y="237435"/>
                </a:lnTo>
                <a:lnTo>
                  <a:pt x="39797" y="237435"/>
                </a:lnTo>
                <a:lnTo>
                  <a:pt x="38079" y="237926"/>
                </a:lnTo>
                <a:lnTo>
                  <a:pt x="36811" y="238376"/>
                </a:lnTo>
                <a:lnTo>
                  <a:pt x="35093" y="239030"/>
                </a:lnTo>
                <a:lnTo>
                  <a:pt x="33375" y="239603"/>
                </a:lnTo>
                <a:lnTo>
                  <a:pt x="28222" y="243448"/>
                </a:lnTo>
                <a:lnTo>
                  <a:pt x="27486" y="244838"/>
                </a:lnTo>
                <a:lnTo>
                  <a:pt x="27184" y="246311"/>
                </a:lnTo>
                <a:lnTo>
                  <a:pt x="27240" y="248233"/>
                </a:lnTo>
                <a:lnTo>
                  <a:pt x="27801" y="253878"/>
                </a:lnTo>
                <a:lnTo>
                  <a:pt x="27854" y="254368"/>
                </a:lnTo>
                <a:lnTo>
                  <a:pt x="24581" y="254941"/>
                </a:lnTo>
                <a:lnTo>
                  <a:pt x="22945" y="255186"/>
                </a:lnTo>
                <a:close/>
              </a:path>
              <a:path w="84454" h="294004">
                <a:moveTo>
                  <a:pt x="79948" y="233877"/>
                </a:moveTo>
                <a:lnTo>
                  <a:pt x="43519" y="233877"/>
                </a:lnTo>
                <a:lnTo>
                  <a:pt x="42946" y="232895"/>
                </a:lnTo>
                <a:lnTo>
                  <a:pt x="42456" y="231913"/>
                </a:lnTo>
                <a:lnTo>
                  <a:pt x="79157" y="231913"/>
                </a:lnTo>
                <a:lnTo>
                  <a:pt x="79948" y="233877"/>
                </a:lnTo>
                <a:close/>
              </a:path>
              <a:path w="84454" h="294004">
                <a:moveTo>
                  <a:pt x="43040" y="234695"/>
                </a:moveTo>
                <a:lnTo>
                  <a:pt x="42210" y="234695"/>
                </a:lnTo>
                <a:lnTo>
                  <a:pt x="42210" y="232588"/>
                </a:lnTo>
                <a:lnTo>
                  <a:pt x="42522" y="232895"/>
                </a:lnTo>
                <a:lnTo>
                  <a:pt x="42701" y="233549"/>
                </a:lnTo>
                <a:lnTo>
                  <a:pt x="42824" y="234081"/>
                </a:lnTo>
                <a:lnTo>
                  <a:pt x="43040" y="234695"/>
                </a:lnTo>
                <a:close/>
              </a:path>
              <a:path w="84454" h="294004">
                <a:moveTo>
                  <a:pt x="81803" y="238376"/>
                </a:moveTo>
                <a:lnTo>
                  <a:pt x="40295" y="238376"/>
                </a:lnTo>
                <a:lnTo>
                  <a:pt x="42537" y="236453"/>
                </a:lnTo>
                <a:lnTo>
                  <a:pt x="43560" y="235349"/>
                </a:lnTo>
                <a:lnTo>
                  <a:pt x="43315" y="235104"/>
                </a:lnTo>
                <a:lnTo>
                  <a:pt x="43040" y="234695"/>
                </a:lnTo>
                <a:lnTo>
                  <a:pt x="42824" y="234081"/>
                </a:lnTo>
                <a:lnTo>
                  <a:pt x="42550" y="232895"/>
                </a:lnTo>
                <a:lnTo>
                  <a:pt x="43519" y="233877"/>
                </a:lnTo>
                <a:lnTo>
                  <a:pt x="79948" y="233877"/>
                </a:lnTo>
                <a:lnTo>
                  <a:pt x="80740" y="235840"/>
                </a:lnTo>
                <a:lnTo>
                  <a:pt x="81803" y="238376"/>
                </a:lnTo>
                <a:close/>
              </a:path>
              <a:path w="84454" h="294004">
                <a:moveTo>
                  <a:pt x="83930" y="255186"/>
                </a:moveTo>
                <a:lnTo>
                  <a:pt x="22945" y="255186"/>
                </a:lnTo>
                <a:lnTo>
                  <a:pt x="24581" y="254941"/>
                </a:lnTo>
                <a:lnTo>
                  <a:pt x="27854" y="254368"/>
                </a:lnTo>
                <a:lnTo>
                  <a:pt x="27604" y="252037"/>
                </a:lnTo>
                <a:lnTo>
                  <a:pt x="27330" y="249174"/>
                </a:lnTo>
                <a:lnTo>
                  <a:pt x="27240" y="248233"/>
                </a:lnTo>
                <a:lnTo>
                  <a:pt x="27184" y="246311"/>
                </a:lnTo>
                <a:lnTo>
                  <a:pt x="27486" y="244838"/>
                </a:lnTo>
                <a:lnTo>
                  <a:pt x="28222" y="243448"/>
                </a:lnTo>
                <a:lnTo>
                  <a:pt x="28385" y="243039"/>
                </a:lnTo>
                <a:lnTo>
                  <a:pt x="35093" y="239030"/>
                </a:lnTo>
                <a:lnTo>
                  <a:pt x="36811" y="238376"/>
                </a:lnTo>
                <a:lnTo>
                  <a:pt x="38079" y="237926"/>
                </a:lnTo>
                <a:lnTo>
                  <a:pt x="39797" y="237435"/>
                </a:lnTo>
                <a:lnTo>
                  <a:pt x="40247" y="237680"/>
                </a:lnTo>
                <a:lnTo>
                  <a:pt x="40247" y="238376"/>
                </a:lnTo>
                <a:lnTo>
                  <a:pt x="81803" y="238376"/>
                </a:lnTo>
                <a:lnTo>
                  <a:pt x="82850" y="240871"/>
                </a:lnTo>
                <a:lnTo>
                  <a:pt x="83930" y="246311"/>
                </a:lnTo>
                <a:lnTo>
                  <a:pt x="83930" y="255186"/>
                </a:lnTo>
                <a:close/>
              </a:path>
              <a:path w="84454" h="294004">
                <a:moveTo>
                  <a:pt x="40295" y="238376"/>
                </a:moveTo>
                <a:lnTo>
                  <a:pt x="40247" y="237680"/>
                </a:lnTo>
                <a:lnTo>
                  <a:pt x="39797" y="237435"/>
                </a:lnTo>
                <a:lnTo>
                  <a:pt x="41392" y="237435"/>
                </a:lnTo>
                <a:lnTo>
                  <a:pt x="40295" y="238376"/>
                </a:lnTo>
                <a:close/>
              </a:path>
              <a:path w="84454" h="294004">
                <a:moveTo>
                  <a:pt x="47282" y="82949"/>
                </a:moveTo>
                <a:lnTo>
                  <a:pt x="35748" y="82949"/>
                </a:lnTo>
                <a:lnTo>
                  <a:pt x="30251" y="81844"/>
                </a:lnTo>
                <a:lnTo>
                  <a:pt x="1063" y="52599"/>
                </a:lnTo>
                <a:lnTo>
                  <a:pt x="0" y="47200"/>
                </a:lnTo>
                <a:lnTo>
                  <a:pt x="0" y="35748"/>
                </a:lnTo>
                <a:lnTo>
                  <a:pt x="25277" y="3313"/>
                </a:lnTo>
                <a:lnTo>
                  <a:pt x="30349" y="1104"/>
                </a:lnTo>
                <a:lnTo>
                  <a:pt x="35748" y="0"/>
                </a:lnTo>
                <a:lnTo>
                  <a:pt x="47282" y="0"/>
                </a:lnTo>
                <a:lnTo>
                  <a:pt x="52640" y="1104"/>
                </a:lnTo>
                <a:lnTo>
                  <a:pt x="62354" y="5439"/>
                </a:lnTo>
                <a:lnTo>
                  <a:pt x="66754" y="8384"/>
                </a:lnTo>
                <a:lnTo>
                  <a:pt x="73064" y="14601"/>
                </a:lnTo>
                <a:lnTo>
                  <a:pt x="33621" y="14601"/>
                </a:lnTo>
                <a:lnTo>
                  <a:pt x="36806" y="19929"/>
                </a:lnTo>
                <a:lnTo>
                  <a:pt x="34889" y="20696"/>
                </a:lnTo>
                <a:lnTo>
                  <a:pt x="33253" y="22332"/>
                </a:lnTo>
                <a:lnTo>
                  <a:pt x="32517" y="22986"/>
                </a:lnTo>
                <a:lnTo>
                  <a:pt x="32026" y="23314"/>
                </a:lnTo>
                <a:lnTo>
                  <a:pt x="27012" y="26872"/>
                </a:lnTo>
                <a:lnTo>
                  <a:pt x="23845" y="29040"/>
                </a:lnTo>
                <a:lnTo>
                  <a:pt x="16810" y="43315"/>
                </a:lnTo>
                <a:lnTo>
                  <a:pt x="19919" y="43969"/>
                </a:lnTo>
                <a:lnTo>
                  <a:pt x="21473" y="44378"/>
                </a:lnTo>
                <a:lnTo>
                  <a:pt x="21473" y="44623"/>
                </a:lnTo>
                <a:lnTo>
                  <a:pt x="82458" y="44623"/>
                </a:lnTo>
                <a:lnTo>
                  <a:pt x="82458" y="47200"/>
                </a:lnTo>
                <a:lnTo>
                  <a:pt x="81394" y="52599"/>
                </a:lnTo>
                <a:lnTo>
                  <a:pt x="79267" y="57671"/>
                </a:lnTo>
                <a:lnTo>
                  <a:pt x="77222" y="62743"/>
                </a:lnTo>
                <a:lnTo>
                  <a:pt x="74318" y="67120"/>
                </a:lnTo>
                <a:lnTo>
                  <a:pt x="70555" y="70801"/>
                </a:lnTo>
                <a:lnTo>
                  <a:pt x="66874" y="74482"/>
                </a:lnTo>
                <a:lnTo>
                  <a:pt x="62538" y="77427"/>
                </a:lnTo>
                <a:lnTo>
                  <a:pt x="52640" y="81844"/>
                </a:lnTo>
                <a:lnTo>
                  <a:pt x="47282" y="82949"/>
                </a:lnTo>
                <a:close/>
              </a:path>
              <a:path w="84454" h="294004">
                <a:moveTo>
                  <a:pt x="36879" y="19929"/>
                </a:moveTo>
                <a:lnTo>
                  <a:pt x="36622" y="19621"/>
                </a:lnTo>
                <a:lnTo>
                  <a:pt x="33621" y="14601"/>
                </a:lnTo>
                <a:lnTo>
                  <a:pt x="38373" y="19621"/>
                </a:lnTo>
                <a:lnTo>
                  <a:pt x="36879" y="19929"/>
                </a:lnTo>
                <a:close/>
              </a:path>
              <a:path w="84454" h="294004">
                <a:moveTo>
                  <a:pt x="38373" y="19621"/>
                </a:moveTo>
                <a:lnTo>
                  <a:pt x="33621" y="14601"/>
                </a:lnTo>
                <a:lnTo>
                  <a:pt x="73064" y="14601"/>
                </a:lnTo>
                <a:lnTo>
                  <a:pt x="74318" y="15829"/>
                </a:lnTo>
                <a:lnTo>
                  <a:pt x="76679" y="19387"/>
                </a:lnTo>
                <a:lnTo>
                  <a:pt x="39511" y="19387"/>
                </a:lnTo>
                <a:lnTo>
                  <a:pt x="38373" y="19621"/>
                </a:lnTo>
                <a:close/>
              </a:path>
              <a:path w="84454" h="294004">
                <a:moveTo>
                  <a:pt x="40738" y="22025"/>
                </a:moveTo>
                <a:lnTo>
                  <a:pt x="39390" y="20696"/>
                </a:lnTo>
                <a:lnTo>
                  <a:pt x="38373" y="19621"/>
                </a:lnTo>
                <a:lnTo>
                  <a:pt x="39511" y="19387"/>
                </a:lnTo>
                <a:lnTo>
                  <a:pt x="40738" y="19387"/>
                </a:lnTo>
                <a:lnTo>
                  <a:pt x="40738" y="22025"/>
                </a:lnTo>
                <a:close/>
              </a:path>
              <a:path w="84454" h="294004">
                <a:moveTo>
                  <a:pt x="41092" y="22332"/>
                </a:moveTo>
                <a:lnTo>
                  <a:pt x="40738" y="22025"/>
                </a:lnTo>
                <a:lnTo>
                  <a:pt x="40738" y="19387"/>
                </a:lnTo>
                <a:lnTo>
                  <a:pt x="76679" y="19387"/>
                </a:lnTo>
                <a:lnTo>
                  <a:pt x="77222" y="20205"/>
                </a:lnTo>
                <a:lnTo>
                  <a:pt x="77684" y="21350"/>
                </a:lnTo>
                <a:lnTo>
                  <a:pt x="40983" y="21350"/>
                </a:lnTo>
                <a:lnTo>
                  <a:pt x="41092" y="22332"/>
                </a:lnTo>
                <a:close/>
              </a:path>
              <a:path w="84454" h="294004">
                <a:moveTo>
                  <a:pt x="40738" y="24132"/>
                </a:moveTo>
                <a:lnTo>
                  <a:pt x="38061" y="22332"/>
                </a:lnTo>
                <a:lnTo>
                  <a:pt x="38243" y="22332"/>
                </a:lnTo>
                <a:lnTo>
                  <a:pt x="36971" y="20205"/>
                </a:lnTo>
                <a:lnTo>
                  <a:pt x="36879" y="19929"/>
                </a:lnTo>
                <a:lnTo>
                  <a:pt x="38373" y="19621"/>
                </a:lnTo>
                <a:lnTo>
                  <a:pt x="39390" y="20696"/>
                </a:lnTo>
                <a:lnTo>
                  <a:pt x="40738" y="22025"/>
                </a:lnTo>
                <a:lnTo>
                  <a:pt x="40738" y="24132"/>
                </a:lnTo>
                <a:close/>
              </a:path>
              <a:path w="84454" h="294004">
                <a:moveTo>
                  <a:pt x="21473" y="44623"/>
                </a:moveTo>
                <a:lnTo>
                  <a:pt x="21473" y="44378"/>
                </a:lnTo>
                <a:lnTo>
                  <a:pt x="19919" y="43969"/>
                </a:lnTo>
                <a:lnTo>
                  <a:pt x="16810" y="43315"/>
                </a:lnTo>
                <a:lnTo>
                  <a:pt x="17383" y="40779"/>
                </a:lnTo>
                <a:lnTo>
                  <a:pt x="27012" y="26872"/>
                </a:lnTo>
                <a:lnTo>
                  <a:pt x="32026" y="23314"/>
                </a:lnTo>
                <a:lnTo>
                  <a:pt x="32517" y="22986"/>
                </a:lnTo>
                <a:lnTo>
                  <a:pt x="33253" y="22332"/>
                </a:lnTo>
                <a:lnTo>
                  <a:pt x="34889" y="20696"/>
                </a:lnTo>
                <a:lnTo>
                  <a:pt x="36806" y="19929"/>
                </a:lnTo>
                <a:lnTo>
                  <a:pt x="38243" y="22332"/>
                </a:lnTo>
                <a:lnTo>
                  <a:pt x="38061" y="22332"/>
                </a:lnTo>
                <a:lnTo>
                  <a:pt x="40738" y="24132"/>
                </a:lnTo>
                <a:lnTo>
                  <a:pt x="41535" y="24132"/>
                </a:lnTo>
                <a:lnTo>
                  <a:pt x="41842" y="24541"/>
                </a:lnTo>
                <a:lnTo>
                  <a:pt x="42088" y="24786"/>
                </a:lnTo>
                <a:lnTo>
                  <a:pt x="41065" y="25890"/>
                </a:lnTo>
                <a:lnTo>
                  <a:pt x="39920" y="26872"/>
                </a:lnTo>
                <a:lnTo>
                  <a:pt x="38325" y="26872"/>
                </a:lnTo>
                <a:lnTo>
                  <a:pt x="36607" y="27363"/>
                </a:lnTo>
                <a:lnTo>
                  <a:pt x="35339" y="27813"/>
                </a:lnTo>
                <a:lnTo>
                  <a:pt x="33621" y="28467"/>
                </a:lnTo>
                <a:lnTo>
                  <a:pt x="31903" y="29040"/>
                </a:lnTo>
                <a:lnTo>
                  <a:pt x="26749" y="32885"/>
                </a:lnTo>
                <a:lnTo>
                  <a:pt x="26013" y="34275"/>
                </a:lnTo>
                <a:lnTo>
                  <a:pt x="25711" y="35748"/>
                </a:lnTo>
                <a:lnTo>
                  <a:pt x="25768" y="37670"/>
                </a:lnTo>
                <a:lnTo>
                  <a:pt x="26329" y="43315"/>
                </a:lnTo>
                <a:lnTo>
                  <a:pt x="26381" y="43805"/>
                </a:lnTo>
                <a:lnTo>
                  <a:pt x="23109" y="44378"/>
                </a:lnTo>
                <a:lnTo>
                  <a:pt x="21473" y="44623"/>
                </a:lnTo>
                <a:close/>
              </a:path>
              <a:path w="84454" h="294004">
                <a:moveTo>
                  <a:pt x="78476" y="23314"/>
                </a:moveTo>
                <a:lnTo>
                  <a:pt x="42047" y="23314"/>
                </a:lnTo>
                <a:lnTo>
                  <a:pt x="41474" y="22332"/>
                </a:lnTo>
                <a:lnTo>
                  <a:pt x="40983" y="21350"/>
                </a:lnTo>
                <a:lnTo>
                  <a:pt x="77684" y="21350"/>
                </a:lnTo>
                <a:lnTo>
                  <a:pt x="78476" y="23314"/>
                </a:lnTo>
                <a:close/>
              </a:path>
              <a:path w="84454" h="294004">
                <a:moveTo>
                  <a:pt x="41568" y="24132"/>
                </a:moveTo>
                <a:lnTo>
                  <a:pt x="40738" y="24132"/>
                </a:lnTo>
                <a:lnTo>
                  <a:pt x="40738" y="22025"/>
                </a:lnTo>
                <a:lnTo>
                  <a:pt x="41049" y="22332"/>
                </a:lnTo>
                <a:lnTo>
                  <a:pt x="41229" y="22986"/>
                </a:lnTo>
                <a:lnTo>
                  <a:pt x="41351" y="23518"/>
                </a:lnTo>
                <a:lnTo>
                  <a:pt x="41568" y="24132"/>
                </a:lnTo>
                <a:close/>
              </a:path>
              <a:path w="84454" h="294004">
                <a:moveTo>
                  <a:pt x="80331" y="27813"/>
                </a:moveTo>
                <a:lnTo>
                  <a:pt x="38822" y="27813"/>
                </a:lnTo>
                <a:lnTo>
                  <a:pt x="41065" y="25890"/>
                </a:lnTo>
                <a:lnTo>
                  <a:pt x="42088" y="24786"/>
                </a:lnTo>
                <a:lnTo>
                  <a:pt x="41842" y="24541"/>
                </a:lnTo>
                <a:lnTo>
                  <a:pt x="41568" y="24132"/>
                </a:lnTo>
                <a:lnTo>
                  <a:pt x="41351" y="23518"/>
                </a:lnTo>
                <a:lnTo>
                  <a:pt x="41078" y="22332"/>
                </a:lnTo>
                <a:lnTo>
                  <a:pt x="42047" y="23314"/>
                </a:lnTo>
                <a:lnTo>
                  <a:pt x="78476" y="23314"/>
                </a:lnTo>
                <a:lnTo>
                  <a:pt x="79267" y="25277"/>
                </a:lnTo>
                <a:lnTo>
                  <a:pt x="80331" y="27813"/>
                </a:lnTo>
                <a:close/>
              </a:path>
              <a:path w="84454" h="294004">
                <a:moveTo>
                  <a:pt x="82458" y="44623"/>
                </a:moveTo>
                <a:lnTo>
                  <a:pt x="21473" y="44623"/>
                </a:lnTo>
                <a:lnTo>
                  <a:pt x="23109" y="44378"/>
                </a:lnTo>
                <a:lnTo>
                  <a:pt x="26381" y="43805"/>
                </a:lnTo>
                <a:lnTo>
                  <a:pt x="26132" y="41474"/>
                </a:lnTo>
                <a:lnTo>
                  <a:pt x="25858" y="38611"/>
                </a:lnTo>
                <a:lnTo>
                  <a:pt x="25768" y="37670"/>
                </a:lnTo>
                <a:lnTo>
                  <a:pt x="25711" y="35748"/>
                </a:lnTo>
                <a:lnTo>
                  <a:pt x="26013" y="34275"/>
                </a:lnTo>
                <a:lnTo>
                  <a:pt x="26749" y="32885"/>
                </a:lnTo>
                <a:lnTo>
                  <a:pt x="26913" y="32476"/>
                </a:lnTo>
                <a:lnTo>
                  <a:pt x="33621" y="28467"/>
                </a:lnTo>
                <a:lnTo>
                  <a:pt x="35339" y="27813"/>
                </a:lnTo>
                <a:lnTo>
                  <a:pt x="36607" y="27363"/>
                </a:lnTo>
                <a:lnTo>
                  <a:pt x="38325" y="26872"/>
                </a:lnTo>
                <a:lnTo>
                  <a:pt x="38774" y="27117"/>
                </a:lnTo>
                <a:lnTo>
                  <a:pt x="38774" y="27813"/>
                </a:lnTo>
                <a:lnTo>
                  <a:pt x="80331" y="27813"/>
                </a:lnTo>
                <a:lnTo>
                  <a:pt x="81377" y="30308"/>
                </a:lnTo>
                <a:lnTo>
                  <a:pt x="82458" y="35748"/>
                </a:lnTo>
                <a:lnTo>
                  <a:pt x="82458" y="44623"/>
                </a:lnTo>
                <a:close/>
              </a:path>
              <a:path w="84454" h="294004">
                <a:moveTo>
                  <a:pt x="38822" y="27813"/>
                </a:moveTo>
                <a:lnTo>
                  <a:pt x="38774" y="27117"/>
                </a:lnTo>
                <a:lnTo>
                  <a:pt x="38325" y="26872"/>
                </a:lnTo>
                <a:lnTo>
                  <a:pt x="39920" y="26872"/>
                </a:lnTo>
                <a:lnTo>
                  <a:pt x="38822" y="27813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9584183" y="4388732"/>
            <a:ext cx="2245953" cy="378342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1928575" y="4390981"/>
            <a:ext cx="1837530" cy="37465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3860602" y="4539701"/>
            <a:ext cx="241591" cy="67283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14468963" y="4392700"/>
            <a:ext cx="184150" cy="369570"/>
          </a:xfrm>
          <a:custGeom>
            <a:avLst/>
            <a:gdLst/>
            <a:ahLst/>
            <a:cxnLst/>
            <a:rect l="l" t="t" r="r" b="b"/>
            <a:pathLst>
              <a:path w="184150" h="369570">
                <a:moveTo>
                  <a:pt x="45319" y="110435"/>
                </a:moveTo>
                <a:lnTo>
                  <a:pt x="35175" y="110435"/>
                </a:lnTo>
                <a:lnTo>
                  <a:pt x="29136" y="108969"/>
                </a:lnTo>
                <a:lnTo>
                  <a:pt x="3190" y="79145"/>
                </a:lnTo>
                <a:lnTo>
                  <a:pt x="2699" y="75423"/>
                </a:lnTo>
                <a:lnTo>
                  <a:pt x="2699" y="65361"/>
                </a:lnTo>
                <a:lnTo>
                  <a:pt x="74686" y="2208"/>
                </a:lnTo>
                <a:lnTo>
                  <a:pt x="81885" y="0"/>
                </a:lnTo>
                <a:lnTo>
                  <a:pt x="92765" y="0"/>
                </a:lnTo>
                <a:lnTo>
                  <a:pt x="95710" y="327"/>
                </a:lnTo>
                <a:lnTo>
                  <a:pt x="98655" y="981"/>
                </a:lnTo>
                <a:lnTo>
                  <a:pt x="101682" y="1554"/>
                </a:lnTo>
                <a:lnTo>
                  <a:pt x="104626" y="2658"/>
                </a:lnTo>
                <a:lnTo>
                  <a:pt x="107490" y="4294"/>
                </a:lnTo>
                <a:lnTo>
                  <a:pt x="113461" y="7321"/>
                </a:lnTo>
                <a:lnTo>
                  <a:pt x="118410" y="11861"/>
                </a:lnTo>
                <a:lnTo>
                  <a:pt x="122337" y="17915"/>
                </a:lnTo>
                <a:lnTo>
                  <a:pt x="124112" y="20614"/>
                </a:lnTo>
                <a:lnTo>
                  <a:pt x="92765" y="20614"/>
                </a:lnTo>
                <a:lnTo>
                  <a:pt x="90474" y="20941"/>
                </a:lnTo>
                <a:lnTo>
                  <a:pt x="88143" y="21678"/>
                </a:lnTo>
                <a:lnTo>
                  <a:pt x="81844" y="24704"/>
                </a:lnTo>
                <a:lnTo>
                  <a:pt x="81108" y="25031"/>
                </a:lnTo>
                <a:lnTo>
                  <a:pt x="66760" y="32517"/>
                </a:lnTo>
                <a:lnTo>
                  <a:pt x="62579" y="34643"/>
                </a:lnTo>
                <a:lnTo>
                  <a:pt x="57139" y="37670"/>
                </a:lnTo>
                <a:lnTo>
                  <a:pt x="50922" y="41351"/>
                </a:lnTo>
                <a:lnTo>
                  <a:pt x="53461" y="43969"/>
                </a:lnTo>
                <a:lnTo>
                  <a:pt x="54804" y="45278"/>
                </a:lnTo>
                <a:lnTo>
                  <a:pt x="57794" y="45278"/>
                </a:lnTo>
                <a:lnTo>
                  <a:pt x="58960" y="45646"/>
                </a:lnTo>
                <a:lnTo>
                  <a:pt x="129243" y="45646"/>
                </a:lnTo>
                <a:lnTo>
                  <a:pt x="129669" y="56874"/>
                </a:lnTo>
                <a:lnTo>
                  <a:pt x="130359" y="97919"/>
                </a:lnTo>
                <a:lnTo>
                  <a:pt x="59389" y="97919"/>
                </a:lnTo>
                <a:lnTo>
                  <a:pt x="54644" y="102418"/>
                </a:lnTo>
                <a:lnTo>
                  <a:pt x="52313" y="106426"/>
                </a:lnTo>
                <a:lnTo>
                  <a:pt x="52316" y="108969"/>
                </a:lnTo>
                <a:lnTo>
                  <a:pt x="49082" y="109903"/>
                </a:lnTo>
                <a:lnTo>
                  <a:pt x="45319" y="110435"/>
                </a:lnTo>
                <a:close/>
              </a:path>
              <a:path w="184150" h="369570">
                <a:moveTo>
                  <a:pt x="55534" y="45278"/>
                </a:moveTo>
                <a:lnTo>
                  <a:pt x="54804" y="45278"/>
                </a:lnTo>
                <a:lnTo>
                  <a:pt x="53461" y="43969"/>
                </a:lnTo>
                <a:lnTo>
                  <a:pt x="50922" y="41351"/>
                </a:lnTo>
                <a:lnTo>
                  <a:pt x="57139" y="37670"/>
                </a:lnTo>
                <a:lnTo>
                  <a:pt x="62579" y="34643"/>
                </a:lnTo>
                <a:lnTo>
                  <a:pt x="66760" y="32517"/>
                </a:lnTo>
                <a:lnTo>
                  <a:pt x="81108" y="25031"/>
                </a:lnTo>
                <a:lnTo>
                  <a:pt x="81844" y="24704"/>
                </a:lnTo>
                <a:lnTo>
                  <a:pt x="88143" y="21678"/>
                </a:lnTo>
                <a:lnTo>
                  <a:pt x="90474" y="20941"/>
                </a:lnTo>
                <a:lnTo>
                  <a:pt x="92765" y="20614"/>
                </a:lnTo>
                <a:lnTo>
                  <a:pt x="97428" y="20614"/>
                </a:lnTo>
                <a:lnTo>
                  <a:pt x="100986" y="25277"/>
                </a:lnTo>
                <a:lnTo>
                  <a:pt x="101725" y="27158"/>
                </a:lnTo>
                <a:lnTo>
                  <a:pt x="91293" y="27158"/>
                </a:lnTo>
                <a:lnTo>
                  <a:pt x="88789" y="27854"/>
                </a:lnTo>
                <a:lnTo>
                  <a:pt x="89039" y="27854"/>
                </a:lnTo>
                <a:lnTo>
                  <a:pt x="84994" y="29367"/>
                </a:lnTo>
                <a:lnTo>
                  <a:pt x="82417" y="30594"/>
                </a:lnTo>
                <a:lnTo>
                  <a:pt x="64747" y="42088"/>
                </a:lnTo>
                <a:lnTo>
                  <a:pt x="62947" y="43315"/>
                </a:lnTo>
                <a:lnTo>
                  <a:pt x="62048" y="43969"/>
                </a:lnTo>
                <a:lnTo>
                  <a:pt x="61478" y="44419"/>
                </a:lnTo>
                <a:lnTo>
                  <a:pt x="59757" y="44419"/>
                </a:lnTo>
                <a:lnTo>
                  <a:pt x="55534" y="45278"/>
                </a:lnTo>
                <a:close/>
              </a:path>
              <a:path w="184150" h="369570">
                <a:moveTo>
                  <a:pt x="128606" y="33089"/>
                </a:moveTo>
                <a:lnTo>
                  <a:pt x="97550" y="33089"/>
                </a:lnTo>
                <a:lnTo>
                  <a:pt x="99187" y="32762"/>
                </a:lnTo>
                <a:lnTo>
                  <a:pt x="102459" y="32026"/>
                </a:lnTo>
                <a:lnTo>
                  <a:pt x="102336" y="29203"/>
                </a:lnTo>
                <a:lnTo>
                  <a:pt x="102133" y="28467"/>
                </a:lnTo>
                <a:lnTo>
                  <a:pt x="102055" y="28181"/>
                </a:lnTo>
                <a:lnTo>
                  <a:pt x="101998" y="27854"/>
                </a:lnTo>
                <a:lnTo>
                  <a:pt x="100986" y="25277"/>
                </a:lnTo>
                <a:lnTo>
                  <a:pt x="97428" y="20614"/>
                </a:lnTo>
                <a:lnTo>
                  <a:pt x="124112" y="20614"/>
                </a:lnTo>
                <a:lnTo>
                  <a:pt x="126264" y="23886"/>
                </a:lnTo>
                <a:lnTo>
                  <a:pt x="128431" y="30226"/>
                </a:lnTo>
                <a:lnTo>
                  <a:pt x="128541" y="32026"/>
                </a:lnTo>
                <a:lnTo>
                  <a:pt x="128606" y="33089"/>
                </a:lnTo>
                <a:close/>
              </a:path>
              <a:path w="184150" h="369570">
                <a:moveTo>
                  <a:pt x="93313" y="27854"/>
                </a:moveTo>
                <a:lnTo>
                  <a:pt x="88789" y="27854"/>
                </a:lnTo>
                <a:lnTo>
                  <a:pt x="91293" y="27158"/>
                </a:lnTo>
                <a:lnTo>
                  <a:pt x="92062" y="27158"/>
                </a:lnTo>
                <a:lnTo>
                  <a:pt x="93313" y="27854"/>
                </a:lnTo>
                <a:close/>
              </a:path>
              <a:path w="184150" h="369570">
                <a:moveTo>
                  <a:pt x="97550" y="33089"/>
                </a:moveTo>
                <a:lnTo>
                  <a:pt x="97550" y="32762"/>
                </a:lnTo>
                <a:lnTo>
                  <a:pt x="97162" y="32762"/>
                </a:lnTo>
                <a:lnTo>
                  <a:pt x="95996" y="32517"/>
                </a:lnTo>
                <a:lnTo>
                  <a:pt x="92888" y="32026"/>
                </a:lnTo>
                <a:lnTo>
                  <a:pt x="93031" y="30594"/>
                </a:lnTo>
                <a:lnTo>
                  <a:pt x="93133" y="28181"/>
                </a:lnTo>
                <a:lnTo>
                  <a:pt x="92888" y="27854"/>
                </a:lnTo>
                <a:lnTo>
                  <a:pt x="93313" y="27854"/>
                </a:lnTo>
                <a:lnTo>
                  <a:pt x="92062" y="27158"/>
                </a:lnTo>
                <a:lnTo>
                  <a:pt x="101725" y="27158"/>
                </a:lnTo>
                <a:lnTo>
                  <a:pt x="101998" y="27854"/>
                </a:lnTo>
                <a:lnTo>
                  <a:pt x="102055" y="28181"/>
                </a:lnTo>
                <a:lnTo>
                  <a:pt x="102336" y="29203"/>
                </a:lnTo>
                <a:lnTo>
                  <a:pt x="102459" y="32026"/>
                </a:lnTo>
                <a:lnTo>
                  <a:pt x="99187" y="32762"/>
                </a:lnTo>
                <a:lnTo>
                  <a:pt x="97550" y="33089"/>
                </a:lnTo>
                <a:close/>
              </a:path>
              <a:path w="184150" h="369570">
                <a:moveTo>
                  <a:pt x="129243" y="45646"/>
                </a:moveTo>
                <a:lnTo>
                  <a:pt x="60043" y="45646"/>
                </a:lnTo>
                <a:lnTo>
                  <a:pt x="61271" y="44583"/>
                </a:lnTo>
                <a:lnTo>
                  <a:pt x="62048" y="43969"/>
                </a:lnTo>
                <a:lnTo>
                  <a:pt x="62947" y="43315"/>
                </a:lnTo>
                <a:lnTo>
                  <a:pt x="64747" y="42088"/>
                </a:lnTo>
                <a:lnTo>
                  <a:pt x="66956" y="40451"/>
                </a:lnTo>
                <a:lnTo>
                  <a:pt x="89039" y="27854"/>
                </a:lnTo>
                <a:lnTo>
                  <a:pt x="92888" y="27854"/>
                </a:lnTo>
                <a:lnTo>
                  <a:pt x="93133" y="28181"/>
                </a:lnTo>
                <a:lnTo>
                  <a:pt x="93031" y="30594"/>
                </a:lnTo>
                <a:lnTo>
                  <a:pt x="92888" y="32026"/>
                </a:lnTo>
                <a:lnTo>
                  <a:pt x="95996" y="32517"/>
                </a:lnTo>
                <a:lnTo>
                  <a:pt x="97162" y="32762"/>
                </a:lnTo>
                <a:lnTo>
                  <a:pt x="97550" y="32762"/>
                </a:lnTo>
                <a:lnTo>
                  <a:pt x="97550" y="33089"/>
                </a:lnTo>
                <a:lnTo>
                  <a:pt x="128606" y="33089"/>
                </a:lnTo>
                <a:lnTo>
                  <a:pt x="128701" y="34643"/>
                </a:lnTo>
                <a:lnTo>
                  <a:pt x="128746" y="35380"/>
                </a:lnTo>
                <a:lnTo>
                  <a:pt x="128840" y="36934"/>
                </a:lnTo>
                <a:lnTo>
                  <a:pt x="128942" y="39143"/>
                </a:lnTo>
                <a:lnTo>
                  <a:pt x="129044" y="41351"/>
                </a:lnTo>
                <a:lnTo>
                  <a:pt x="129165" y="43969"/>
                </a:lnTo>
                <a:lnTo>
                  <a:pt x="129243" y="45646"/>
                </a:lnTo>
                <a:close/>
              </a:path>
              <a:path w="184150" h="369570">
                <a:moveTo>
                  <a:pt x="57794" y="45278"/>
                </a:moveTo>
                <a:lnTo>
                  <a:pt x="55534" y="45278"/>
                </a:lnTo>
                <a:lnTo>
                  <a:pt x="59757" y="44419"/>
                </a:lnTo>
                <a:lnTo>
                  <a:pt x="58203" y="44910"/>
                </a:lnTo>
                <a:lnTo>
                  <a:pt x="57794" y="45278"/>
                </a:lnTo>
                <a:close/>
              </a:path>
              <a:path w="184150" h="369570">
                <a:moveTo>
                  <a:pt x="60043" y="45646"/>
                </a:moveTo>
                <a:lnTo>
                  <a:pt x="58960" y="45646"/>
                </a:lnTo>
                <a:lnTo>
                  <a:pt x="57794" y="45278"/>
                </a:lnTo>
                <a:lnTo>
                  <a:pt x="58203" y="44910"/>
                </a:lnTo>
                <a:lnTo>
                  <a:pt x="59757" y="44419"/>
                </a:lnTo>
                <a:lnTo>
                  <a:pt x="61478" y="44419"/>
                </a:lnTo>
                <a:lnTo>
                  <a:pt x="60043" y="45646"/>
                </a:lnTo>
                <a:close/>
              </a:path>
              <a:path w="184150" h="369570">
                <a:moveTo>
                  <a:pt x="52316" y="108969"/>
                </a:moveTo>
                <a:lnTo>
                  <a:pt x="52313" y="106426"/>
                </a:lnTo>
                <a:lnTo>
                  <a:pt x="54644" y="102418"/>
                </a:lnTo>
                <a:lnTo>
                  <a:pt x="59389" y="97919"/>
                </a:lnTo>
                <a:lnTo>
                  <a:pt x="59634" y="98532"/>
                </a:lnTo>
                <a:lnTo>
                  <a:pt x="58735" y="104258"/>
                </a:lnTo>
                <a:lnTo>
                  <a:pt x="56444" y="107694"/>
                </a:lnTo>
                <a:lnTo>
                  <a:pt x="52316" y="108969"/>
                </a:lnTo>
                <a:close/>
              </a:path>
              <a:path w="184150" h="369570">
                <a:moveTo>
                  <a:pt x="52517" y="290444"/>
                </a:moveTo>
                <a:lnTo>
                  <a:pt x="50881" y="285699"/>
                </a:lnTo>
                <a:lnTo>
                  <a:pt x="50104" y="279196"/>
                </a:lnTo>
                <a:lnTo>
                  <a:pt x="50186" y="270934"/>
                </a:lnTo>
                <a:lnTo>
                  <a:pt x="50800" y="245165"/>
                </a:lnTo>
                <a:lnTo>
                  <a:pt x="51605" y="200462"/>
                </a:lnTo>
                <a:lnTo>
                  <a:pt x="51906" y="184794"/>
                </a:lnTo>
                <a:lnTo>
                  <a:pt x="52172" y="169218"/>
                </a:lnTo>
                <a:lnTo>
                  <a:pt x="52364" y="153535"/>
                </a:lnTo>
                <a:lnTo>
                  <a:pt x="52316" y="108969"/>
                </a:lnTo>
                <a:lnTo>
                  <a:pt x="56444" y="107694"/>
                </a:lnTo>
                <a:lnTo>
                  <a:pt x="58735" y="104258"/>
                </a:lnTo>
                <a:lnTo>
                  <a:pt x="59564" y="98982"/>
                </a:lnTo>
                <a:lnTo>
                  <a:pt x="59634" y="98532"/>
                </a:lnTo>
                <a:lnTo>
                  <a:pt x="59389" y="97919"/>
                </a:lnTo>
                <a:lnTo>
                  <a:pt x="130359" y="97919"/>
                </a:lnTo>
                <a:lnTo>
                  <a:pt x="130403" y="153535"/>
                </a:lnTo>
                <a:lnTo>
                  <a:pt x="130213" y="169057"/>
                </a:lnTo>
                <a:lnTo>
                  <a:pt x="129945" y="184794"/>
                </a:lnTo>
                <a:lnTo>
                  <a:pt x="129093" y="231269"/>
                </a:lnTo>
                <a:lnTo>
                  <a:pt x="128861" y="245165"/>
                </a:lnTo>
                <a:lnTo>
                  <a:pt x="128828" y="251792"/>
                </a:lnTo>
                <a:lnTo>
                  <a:pt x="128610" y="258050"/>
                </a:lnTo>
                <a:lnTo>
                  <a:pt x="128411" y="264553"/>
                </a:lnTo>
                <a:lnTo>
                  <a:pt x="128242" y="270934"/>
                </a:lnTo>
                <a:lnTo>
                  <a:pt x="127941" y="285372"/>
                </a:lnTo>
                <a:lnTo>
                  <a:pt x="127872" y="287867"/>
                </a:lnTo>
                <a:lnTo>
                  <a:pt x="52517" y="287867"/>
                </a:lnTo>
                <a:lnTo>
                  <a:pt x="52517" y="290444"/>
                </a:lnTo>
                <a:close/>
              </a:path>
              <a:path w="184150" h="369570">
                <a:moveTo>
                  <a:pt x="48438" y="369282"/>
                </a:moveTo>
                <a:lnTo>
                  <a:pt x="35407" y="369282"/>
                </a:lnTo>
                <a:lnTo>
                  <a:pt x="30062" y="368321"/>
                </a:lnTo>
                <a:lnTo>
                  <a:pt x="981" y="339649"/>
                </a:lnTo>
                <a:lnTo>
                  <a:pt x="0" y="334413"/>
                </a:lnTo>
                <a:lnTo>
                  <a:pt x="0" y="323206"/>
                </a:lnTo>
                <a:lnTo>
                  <a:pt x="29981" y="289830"/>
                </a:lnTo>
                <a:lnTo>
                  <a:pt x="41351" y="288112"/>
                </a:lnTo>
                <a:lnTo>
                  <a:pt x="43805" y="287867"/>
                </a:lnTo>
                <a:lnTo>
                  <a:pt x="51629" y="287867"/>
                </a:lnTo>
                <a:lnTo>
                  <a:pt x="52517" y="290444"/>
                </a:lnTo>
                <a:lnTo>
                  <a:pt x="127802" y="290444"/>
                </a:lnTo>
                <a:lnTo>
                  <a:pt x="127747" y="292039"/>
                </a:lnTo>
                <a:lnTo>
                  <a:pt x="127621" y="294933"/>
                </a:lnTo>
                <a:lnTo>
                  <a:pt x="127613" y="295107"/>
                </a:lnTo>
                <a:lnTo>
                  <a:pt x="129055" y="295107"/>
                </a:lnTo>
                <a:lnTo>
                  <a:pt x="136530" y="296497"/>
                </a:lnTo>
                <a:lnTo>
                  <a:pt x="170070" y="308482"/>
                </a:lnTo>
                <a:lnTo>
                  <a:pt x="173833" y="310609"/>
                </a:lnTo>
                <a:lnTo>
                  <a:pt x="177023" y="313349"/>
                </a:lnTo>
                <a:lnTo>
                  <a:pt x="179641" y="316703"/>
                </a:lnTo>
                <a:lnTo>
                  <a:pt x="182258" y="319975"/>
                </a:lnTo>
                <a:lnTo>
                  <a:pt x="183567" y="324024"/>
                </a:lnTo>
                <a:lnTo>
                  <a:pt x="183567" y="335886"/>
                </a:lnTo>
                <a:lnTo>
                  <a:pt x="144915" y="358668"/>
                </a:lnTo>
                <a:lnTo>
                  <a:pt x="97060" y="365908"/>
                </a:lnTo>
                <a:lnTo>
                  <a:pt x="55094" y="369098"/>
                </a:lnTo>
                <a:lnTo>
                  <a:pt x="48438" y="369282"/>
                </a:lnTo>
                <a:close/>
              </a:path>
              <a:path w="184150" h="369570">
                <a:moveTo>
                  <a:pt x="127802" y="290444"/>
                </a:moveTo>
                <a:lnTo>
                  <a:pt x="52517" y="290444"/>
                </a:lnTo>
                <a:lnTo>
                  <a:pt x="52517" y="287867"/>
                </a:lnTo>
                <a:lnTo>
                  <a:pt x="127872" y="287867"/>
                </a:lnTo>
                <a:lnTo>
                  <a:pt x="127802" y="290444"/>
                </a:lnTo>
                <a:close/>
              </a:path>
              <a:path w="184150" h="369570">
                <a:moveTo>
                  <a:pt x="128895" y="295107"/>
                </a:moveTo>
                <a:lnTo>
                  <a:pt x="127613" y="295107"/>
                </a:lnTo>
                <a:lnTo>
                  <a:pt x="127700" y="294933"/>
                </a:lnTo>
                <a:lnTo>
                  <a:pt x="128895" y="295107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651454" y="5615585"/>
            <a:ext cx="876479" cy="377033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9651456" y="5611167"/>
            <a:ext cx="2259965" cy="388620"/>
            <a:chOff x="9651456" y="5611167"/>
            <a:chExt cx="2259965" cy="388620"/>
          </a:xfrm>
        </p:grpSpPr>
        <p:pic>
          <p:nvPicPr>
            <p:cNvPr id="58" name="object 5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51456" y="5615339"/>
              <a:ext cx="1262477" cy="37592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949846" y="5611167"/>
              <a:ext cx="961020" cy="388620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899709" y="6783053"/>
            <a:ext cx="1348003" cy="32205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344224" y="6783471"/>
            <a:ext cx="1097822" cy="41520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548138" y="6783679"/>
            <a:ext cx="844406" cy="317042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480533" y="6767807"/>
            <a:ext cx="249304" cy="34544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0835757" y="6781591"/>
            <a:ext cx="1847622" cy="410818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2773307" y="6782217"/>
            <a:ext cx="994209" cy="319827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097859" y="8862050"/>
            <a:ext cx="1429267" cy="316171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618777" y="8860209"/>
            <a:ext cx="460931" cy="404315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1076272" y="9411096"/>
            <a:ext cx="87947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spc="-385" dirty="0">
                <a:latin typeface="Times New Roman"/>
                <a:cs typeface="Times New Roman"/>
              </a:rPr>
              <a:t>B.GOWTHAM KUMAR</a:t>
            </a:r>
            <a:r>
              <a:rPr sz="3200" spc="229" dirty="0">
                <a:latin typeface="Times New Roman"/>
                <a:cs typeface="Times New Roman"/>
              </a:rPr>
              <a:t>–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VTU266</a:t>
            </a:r>
            <a:r>
              <a:rPr lang="en-US" sz="3200" spc="-45" dirty="0">
                <a:latin typeface="Times New Roman"/>
                <a:cs typeface="Times New Roman"/>
              </a:rPr>
              <a:t>16</a:t>
            </a:r>
            <a:r>
              <a:rPr sz="3200" spc="-45" dirty="0">
                <a:latin typeface="Times New Roman"/>
                <a:cs typeface="Times New Roman"/>
              </a:rPr>
              <a:t>–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23UECS0</a:t>
            </a:r>
            <a:r>
              <a:rPr lang="en-US" sz="3200" spc="-35" dirty="0">
                <a:latin typeface="Times New Roman"/>
                <a:cs typeface="Times New Roman"/>
              </a:rPr>
              <a:t>520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69" name="object 6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1924854" y="8706214"/>
            <a:ext cx="1116183" cy="311467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3139914" y="8704987"/>
            <a:ext cx="1378465" cy="401656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4615638" y="8704782"/>
            <a:ext cx="1238550" cy="40267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8206978" y="9460415"/>
            <a:ext cx="212725" cy="301625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3851089" y="10214319"/>
            <a:ext cx="212725" cy="301625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11892696" y="9076028"/>
            <a:ext cx="7152640" cy="153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900"/>
              </a:lnSpc>
              <a:spcBef>
                <a:spcPts val="100"/>
              </a:spcBef>
              <a:tabLst>
                <a:tab pos="2179955" algn="l"/>
                <a:tab pos="6535420" algn="l"/>
              </a:tabLst>
            </a:pPr>
            <a:r>
              <a:rPr sz="3300" spc="-200" dirty="0">
                <a:latin typeface="Times New Roman"/>
                <a:cs typeface="Times New Roman"/>
              </a:rPr>
              <a:t>Dr.</a:t>
            </a:r>
            <a:r>
              <a:rPr sz="3300" spc="-300" dirty="0">
                <a:latin typeface="Times New Roman"/>
                <a:cs typeface="Times New Roman"/>
              </a:rPr>
              <a:t> </a:t>
            </a:r>
            <a:r>
              <a:rPr sz="3300" spc="-360" dirty="0">
                <a:latin typeface="Times New Roman"/>
                <a:cs typeface="Times New Roman"/>
              </a:rPr>
              <a:t>HAFIZUR</a:t>
            </a:r>
            <a:r>
              <a:rPr sz="3300" spc="-100" dirty="0">
                <a:latin typeface="Times New Roman"/>
                <a:cs typeface="Times New Roman"/>
              </a:rPr>
              <a:t> </a:t>
            </a:r>
            <a:r>
              <a:rPr sz="3300" spc="-430" dirty="0">
                <a:latin typeface="Times New Roman"/>
                <a:cs typeface="Times New Roman"/>
              </a:rPr>
              <a:t>RAHMAN</a:t>
            </a:r>
            <a:r>
              <a:rPr sz="3300" spc="-114" dirty="0">
                <a:latin typeface="Times New Roman"/>
                <a:cs typeface="Times New Roman"/>
              </a:rPr>
              <a:t> </a:t>
            </a:r>
            <a:r>
              <a:rPr sz="3300" spc="150" dirty="0">
                <a:latin typeface="Times New Roman"/>
                <a:cs typeface="Times New Roman"/>
              </a:rPr>
              <a:t>-</a:t>
            </a:r>
            <a:r>
              <a:rPr sz="3300" spc="-85" dirty="0">
                <a:latin typeface="Times New Roman"/>
                <a:cs typeface="Times New Roman"/>
              </a:rPr>
              <a:t> </a:t>
            </a:r>
            <a:r>
              <a:rPr sz="3300" spc="-95" dirty="0">
                <a:latin typeface="Times New Roman"/>
                <a:cs typeface="Times New Roman"/>
              </a:rPr>
              <a:t>B.E.,</a:t>
            </a:r>
            <a:r>
              <a:rPr sz="3300" spc="-160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M.Tech.,</a:t>
            </a:r>
            <a:r>
              <a:rPr sz="3300" dirty="0">
                <a:latin typeface="Times New Roman"/>
                <a:cs typeface="Times New Roman"/>
              </a:rPr>
              <a:t>	</a:t>
            </a:r>
            <a:r>
              <a:rPr sz="3300" spc="-250" dirty="0" err="1">
                <a:latin typeface="Times New Roman"/>
                <a:cs typeface="Times New Roman"/>
              </a:rPr>
              <a:t>h.D.</a:t>
            </a:r>
            <a:r>
              <a:rPr sz="3300" spc="-250" dirty="0">
                <a:latin typeface="Times New Roman"/>
                <a:cs typeface="Times New Roman"/>
              </a:rPr>
              <a:t> </a:t>
            </a:r>
            <a:r>
              <a:rPr sz="3300" spc="-380" dirty="0">
                <a:latin typeface="Times New Roman"/>
                <a:cs typeface="Times New Roman"/>
              </a:rPr>
              <a:t>ASSISTANT</a:t>
            </a:r>
            <a:r>
              <a:rPr lang="en-IN" sz="3300" dirty="0">
                <a:latin typeface="Times New Roman"/>
                <a:cs typeface="Times New Roman"/>
              </a:rPr>
              <a:t>	</a:t>
            </a:r>
            <a:r>
              <a:rPr sz="3300" spc="-265" dirty="0">
                <a:latin typeface="Times New Roman"/>
                <a:cs typeface="Times New Roman"/>
              </a:rPr>
              <a:t>ROFESSOR</a:t>
            </a:r>
            <a:endParaRPr sz="3300" dirty="0">
              <a:latin typeface="Times New Roman"/>
              <a:cs typeface="Times New Roman"/>
            </a:endParaRPr>
          </a:p>
        </p:txBody>
      </p:sp>
      <p:pic>
        <p:nvPicPr>
          <p:cNvPr id="75" name="object 75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536788" y="7756584"/>
            <a:ext cx="1214872" cy="214520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3817010" y="7842125"/>
            <a:ext cx="135890" cy="37465"/>
          </a:xfrm>
          <a:custGeom>
            <a:avLst/>
            <a:gdLst/>
            <a:ahLst/>
            <a:cxnLst/>
            <a:rect l="l" t="t" r="r" b="b"/>
            <a:pathLst>
              <a:path w="135889" h="37465">
                <a:moveTo>
                  <a:pt x="92423" y="828"/>
                </a:moveTo>
                <a:lnTo>
                  <a:pt x="15280" y="828"/>
                </a:lnTo>
                <a:lnTo>
                  <a:pt x="34330" y="0"/>
                </a:lnTo>
                <a:lnTo>
                  <a:pt x="78757" y="0"/>
                </a:lnTo>
                <a:lnTo>
                  <a:pt x="92423" y="828"/>
                </a:lnTo>
                <a:close/>
              </a:path>
              <a:path w="135889" h="37465">
                <a:moveTo>
                  <a:pt x="88415" y="37363"/>
                </a:moveTo>
                <a:lnTo>
                  <a:pt x="19789" y="37363"/>
                </a:lnTo>
                <a:lnTo>
                  <a:pt x="16959" y="36857"/>
                </a:lnTo>
                <a:lnTo>
                  <a:pt x="0" y="21879"/>
                </a:lnTo>
                <a:lnTo>
                  <a:pt x="65" y="15783"/>
                </a:lnTo>
                <a:lnTo>
                  <a:pt x="7112" y="5636"/>
                </a:lnTo>
                <a:lnTo>
                  <a:pt x="9275" y="4026"/>
                </a:lnTo>
                <a:lnTo>
                  <a:pt x="11668" y="2783"/>
                </a:lnTo>
                <a:lnTo>
                  <a:pt x="16959" y="1035"/>
                </a:lnTo>
                <a:lnTo>
                  <a:pt x="18182" y="828"/>
                </a:lnTo>
                <a:lnTo>
                  <a:pt x="93021" y="828"/>
                </a:lnTo>
                <a:lnTo>
                  <a:pt x="129247" y="9502"/>
                </a:lnTo>
                <a:lnTo>
                  <a:pt x="16016" y="9502"/>
                </a:lnTo>
                <a:lnTo>
                  <a:pt x="15740" y="10146"/>
                </a:lnTo>
                <a:lnTo>
                  <a:pt x="15359" y="10698"/>
                </a:lnTo>
                <a:lnTo>
                  <a:pt x="15087" y="11020"/>
                </a:lnTo>
                <a:lnTo>
                  <a:pt x="13991" y="12193"/>
                </a:lnTo>
                <a:lnTo>
                  <a:pt x="13232" y="13091"/>
                </a:lnTo>
                <a:lnTo>
                  <a:pt x="11530" y="15253"/>
                </a:lnTo>
                <a:lnTo>
                  <a:pt x="10914" y="16588"/>
                </a:lnTo>
                <a:lnTo>
                  <a:pt x="10839" y="16749"/>
                </a:lnTo>
                <a:lnTo>
                  <a:pt x="9742" y="20545"/>
                </a:lnTo>
                <a:lnTo>
                  <a:pt x="10499" y="22524"/>
                </a:lnTo>
                <a:lnTo>
                  <a:pt x="10701" y="22754"/>
                </a:lnTo>
                <a:lnTo>
                  <a:pt x="12634" y="24686"/>
                </a:lnTo>
                <a:lnTo>
                  <a:pt x="133878" y="24686"/>
                </a:lnTo>
                <a:lnTo>
                  <a:pt x="127671" y="28621"/>
                </a:lnTo>
                <a:lnTo>
                  <a:pt x="92446" y="37179"/>
                </a:lnTo>
                <a:lnTo>
                  <a:pt x="88415" y="37363"/>
                </a:lnTo>
                <a:close/>
              </a:path>
              <a:path w="135889" h="37465">
                <a:moveTo>
                  <a:pt x="12634" y="24686"/>
                </a:moveTo>
                <a:lnTo>
                  <a:pt x="10701" y="22754"/>
                </a:lnTo>
                <a:lnTo>
                  <a:pt x="10499" y="22524"/>
                </a:lnTo>
                <a:lnTo>
                  <a:pt x="9742" y="20545"/>
                </a:lnTo>
                <a:lnTo>
                  <a:pt x="10839" y="16749"/>
                </a:lnTo>
                <a:lnTo>
                  <a:pt x="11530" y="15253"/>
                </a:lnTo>
                <a:lnTo>
                  <a:pt x="13232" y="13091"/>
                </a:lnTo>
                <a:lnTo>
                  <a:pt x="13991" y="12193"/>
                </a:lnTo>
                <a:lnTo>
                  <a:pt x="15087" y="11020"/>
                </a:lnTo>
                <a:lnTo>
                  <a:pt x="15359" y="10698"/>
                </a:lnTo>
                <a:lnTo>
                  <a:pt x="15740" y="10146"/>
                </a:lnTo>
                <a:lnTo>
                  <a:pt x="16016" y="9502"/>
                </a:lnTo>
                <a:lnTo>
                  <a:pt x="17465" y="10146"/>
                </a:lnTo>
                <a:lnTo>
                  <a:pt x="18501" y="10698"/>
                </a:lnTo>
                <a:lnTo>
                  <a:pt x="18547" y="11020"/>
                </a:lnTo>
                <a:lnTo>
                  <a:pt x="19099" y="11664"/>
                </a:lnTo>
                <a:lnTo>
                  <a:pt x="20157" y="12815"/>
                </a:lnTo>
                <a:lnTo>
                  <a:pt x="19191" y="13689"/>
                </a:lnTo>
                <a:lnTo>
                  <a:pt x="18271" y="14287"/>
                </a:lnTo>
                <a:lnTo>
                  <a:pt x="16568" y="14931"/>
                </a:lnTo>
                <a:lnTo>
                  <a:pt x="15878" y="15253"/>
                </a:lnTo>
                <a:lnTo>
                  <a:pt x="14498" y="16082"/>
                </a:lnTo>
                <a:lnTo>
                  <a:pt x="13922" y="16588"/>
                </a:lnTo>
                <a:lnTo>
                  <a:pt x="13324" y="17554"/>
                </a:lnTo>
                <a:lnTo>
                  <a:pt x="13301" y="18704"/>
                </a:lnTo>
                <a:lnTo>
                  <a:pt x="13761" y="19303"/>
                </a:lnTo>
                <a:lnTo>
                  <a:pt x="14336" y="19625"/>
                </a:lnTo>
                <a:lnTo>
                  <a:pt x="15257" y="19993"/>
                </a:lnTo>
                <a:lnTo>
                  <a:pt x="15015" y="20545"/>
                </a:lnTo>
                <a:lnTo>
                  <a:pt x="13600" y="20545"/>
                </a:lnTo>
                <a:lnTo>
                  <a:pt x="13738" y="21304"/>
                </a:lnTo>
                <a:lnTo>
                  <a:pt x="14106" y="22524"/>
                </a:lnTo>
                <a:lnTo>
                  <a:pt x="14152" y="22754"/>
                </a:lnTo>
                <a:lnTo>
                  <a:pt x="14244" y="22938"/>
                </a:lnTo>
                <a:lnTo>
                  <a:pt x="13738" y="23582"/>
                </a:lnTo>
                <a:lnTo>
                  <a:pt x="12634" y="24686"/>
                </a:lnTo>
                <a:close/>
              </a:path>
              <a:path w="135889" h="37465">
                <a:moveTo>
                  <a:pt x="135838" y="21879"/>
                </a:moveTo>
                <a:lnTo>
                  <a:pt x="14152" y="21879"/>
                </a:lnTo>
                <a:lnTo>
                  <a:pt x="14613" y="21465"/>
                </a:lnTo>
                <a:lnTo>
                  <a:pt x="15257" y="19993"/>
                </a:lnTo>
                <a:lnTo>
                  <a:pt x="14336" y="19625"/>
                </a:lnTo>
                <a:lnTo>
                  <a:pt x="13761" y="19303"/>
                </a:lnTo>
                <a:lnTo>
                  <a:pt x="13301" y="18704"/>
                </a:lnTo>
                <a:lnTo>
                  <a:pt x="13324" y="17554"/>
                </a:lnTo>
                <a:lnTo>
                  <a:pt x="18271" y="14287"/>
                </a:lnTo>
                <a:lnTo>
                  <a:pt x="19191" y="13689"/>
                </a:lnTo>
                <a:lnTo>
                  <a:pt x="20157" y="12815"/>
                </a:lnTo>
                <a:lnTo>
                  <a:pt x="19099" y="11664"/>
                </a:lnTo>
                <a:lnTo>
                  <a:pt x="18547" y="11020"/>
                </a:lnTo>
                <a:lnTo>
                  <a:pt x="18501" y="10698"/>
                </a:lnTo>
                <a:lnTo>
                  <a:pt x="17465" y="10146"/>
                </a:lnTo>
                <a:lnTo>
                  <a:pt x="16016" y="9502"/>
                </a:lnTo>
                <a:lnTo>
                  <a:pt x="129247" y="9502"/>
                </a:lnTo>
                <a:lnTo>
                  <a:pt x="134287" y="13091"/>
                </a:lnTo>
                <a:lnTo>
                  <a:pt x="134647" y="13689"/>
                </a:lnTo>
                <a:lnTo>
                  <a:pt x="135838" y="15783"/>
                </a:lnTo>
                <a:lnTo>
                  <a:pt x="135838" y="21879"/>
                </a:lnTo>
                <a:close/>
              </a:path>
              <a:path w="135889" h="37465">
                <a:moveTo>
                  <a:pt x="133878" y="24686"/>
                </a:moveTo>
                <a:lnTo>
                  <a:pt x="12634" y="24686"/>
                </a:lnTo>
                <a:lnTo>
                  <a:pt x="13738" y="23582"/>
                </a:lnTo>
                <a:lnTo>
                  <a:pt x="14244" y="22938"/>
                </a:lnTo>
                <a:lnTo>
                  <a:pt x="14152" y="22754"/>
                </a:lnTo>
                <a:lnTo>
                  <a:pt x="14106" y="22524"/>
                </a:lnTo>
                <a:lnTo>
                  <a:pt x="13912" y="21879"/>
                </a:lnTo>
                <a:lnTo>
                  <a:pt x="13836" y="21626"/>
                </a:lnTo>
                <a:lnTo>
                  <a:pt x="13738" y="21304"/>
                </a:lnTo>
                <a:lnTo>
                  <a:pt x="13600" y="20545"/>
                </a:lnTo>
                <a:lnTo>
                  <a:pt x="13914" y="21304"/>
                </a:lnTo>
                <a:lnTo>
                  <a:pt x="13981" y="21465"/>
                </a:lnTo>
                <a:lnTo>
                  <a:pt x="14048" y="21626"/>
                </a:lnTo>
                <a:lnTo>
                  <a:pt x="14152" y="21879"/>
                </a:lnTo>
                <a:lnTo>
                  <a:pt x="135883" y="21879"/>
                </a:lnTo>
                <a:lnTo>
                  <a:pt x="134205" y="24479"/>
                </a:lnTo>
                <a:lnTo>
                  <a:pt x="133878" y="24686"/>
                </a:lnTo>
                <a:close/>
              </a:path>
              <a:path w="135889" h="37465">
                <a:moveTo>
                  <a:pt x="14152" y="21879"/>
                </a:moveTo>
                <a:lnTo>
                  <a:pt x="13600" y="20545"/>
                </a:lnTo>
                <a:lnTo>
                  <a:pt x="15015" y="20545"/>
                </a:lnTo>
                <a:lnTo>
                  <a:pt x="14683" y="21304"/>
                </a:lnTo>
                <a:lnTo>
                  <a:pt x="14613" y="21465"/>
                </a:lnTo>
                <a:lnTo>
                  <a:pt x="14152" y="21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7" name="object 77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4034072" y="7756446"/>
            <a:ext cx="812674" cy="274017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4913417" y="7754099"/>
            <a:ext cx="1055882" cy="255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77370" y="2144470"/>
            <a:ext cx="1089025" cy="1092835"/>
          </a:xfrm>
          <a:custGeom>
            <a:avLst/>
            <a:gdLst/>
            <a:ahLst/>
            <a:cxnLst/>
            <a:rect l="l" t="t" r="r" b="b"/>
            <a:pathLst>
              <a:path w="1089025" h="1092835">
                <a:moveTo>
                  <a:pt x="544494" y="1092339"/>
                </a:moveTo>
                <a:lnTo>
                  <a:pt x="492055" y="1089839"/>
                </a:lnTo>
                <a:lnTo>
                  <a:pt x="441027" y="1082492"/>
                </a:lnTo>
                <a:lnTo>
                  <a:pt x="391637" y="1070528"/>
                </a:lnTo>
                <a:lnTo>
                  <a:pt x="344115" y="1054173"/>
                </a:lnTo>
                <a:lnTo>
                  <a:pt x="298686" y="1033659"/>
                </a:lnTo>
                <a:lnTo>
                  <a:pt x="255581" y="1009212"/>
                </a:lnTo>
                <a:lnTo>
                  <a:pt x="215027" y="981062"/>
                </a:lnTo>
                <a:lnTo>
                  <a:pt x="177252" y="949437"/>
                </a:lnTo>
                <a:lnTo>
                  <a:pt x="142485" y="914566"/>
                </a:lnTo>
                <a:lnTo>
                  <a:pt x="110953" y="876677"/>
                </a:lnTo>
                <a:lnTo>
                  <a:pt x="82885" y="835999"/>
                </a:lnTo>
                <a:lnTo>
                  <a:pt x="58510" y="792761"/>
                </a:lnTo>
                <a:lnTo>
                  <a:pt x="38055" y="747191"/>
                </a:lnTo>
                <a:lnTo>
                  <a:pt x="21747" y="699518"/>
                </a:lnTo>
                <a:lnTo>
                  <a:pt x="9818" y="649972"/>
                </a:lnTo>
                <a:lnTo>
                  <a:pt x="2492" y="598778"/>
                </a:lnTo>
                <a:lnTo>
                  <a:pt x="0" y="546169"/>
                </a:lnTo>
                <a:lnTo>
                  <a:pt x="2492" y="493559"/>
                </a:lnTo>
                <a:lnTo>
                  <a:pt x="9818" y="442366"/>
                </a:lnTo>
                <a:lnTo>
                  <a:pt x="21747" y="392819"/>
                </a:lnTo>
                <a:lnTo>
                  <a:pt x="38055" y="345146"/>
                </a:lnTo>
                <a:lnTo>
                  <a:pt x="58510" y="299576"/>
                </a:lnTo>
                <a:lnTo>
                  <a:pt x="82885" y="256338"/>
                </a:lnTo>
                <a:lnTo>
                  <a:pt x="110953" y="215660"/>
                </a:lnTo>
                <a:lnTo>
                  <a:pt x="142485" y="177771"/>
                </a:lnTo>
                <a:lnTo>
                  <a:pt x="177252" y="142900"/>
                </a:lnTo>
                <a:lnTo>
                  <a:pt x="215027" y="111275"/>
                </a:lnTo>
                <a:lnTo>
                  <a:pt x="255581" y="83125"/>
                </a:lnTo>
                <a:lnTo>
                  <a:pt x="298686" y="58678"/>
                </a:lnTo>
                <a:lnTo>
                  <a:pt x="344115" y="38163"/>
                </a:lnTo>
                <a:lnTo>
                  <a:pt x="391637" y="21809"/>
                </a:lnTo>
                <a:lnTo>
                  <a:pt x="441027" y="9845"/>
                </a:lnTo>
                <a:lnTo>
                  <a:pt x="492055" y="2498"/>
                </a:lnTo>
                <a:lnTo>
                  <a:pt x="544494" y="0"/>
                </a:lnTo>
                <a:lnTo>
                  <a:pt x="596934" y="2498"/>
                </a:lnTo>
                <a:lnTo>
                  <a:pt x="647963" y="9845"/>
                </a:lnTo>
                <a:lnTo>
                  <a:pt x="697355" y="21809"/>
                </a:lnTo>
                <a:lnTo>
                  <a:pt x="744878" y="38163"/>
                </a:lnTo>
                <a:lnTo>
                  <a:pt x="790307" y="58678"/>
                </a:lnTo>
                <a:lnTo>
                  <a:pt x="833412" y="83125"/>
                </a:lnTo>
                <a:lnTo>
                  <a:pt x="873966" y="111275"/>
                </a:lnTo>
                <a:lnTo>
                  <a:pt x="911740" y="142900"/>
                </a:lnTo>
                <a:lnTo>
                  <a:pt x="946507" y="177771"/>
                </a:lnTo>
                <a:lnTo>
                  <a:pt x="978038" y="215660"/>
                </a:lnTo>
                <a:lnTo>
                  <a:pt x="1006105" y="256338"/>
                </a:lnTo>
                <a:lnTo>
                  <a:pt x="1030479" y="299576"/>
                </a:lnTo>
                <a:lnTo>
                  <a:pt x="1050934" y="345146"/>
                </a:lnTo>
                <a:lnTo>
                  <a:pt x="1067240" y="392819"/>
                </a:lnTo>
                <a:lnTo>
                  <a:pt x="1079170" y="442366"/>
                </a:lnTo>
                <a:lnTo>
                  <a:pt x="1086495" y="493559"/>
                </a:lnTo>
                <a:lnTo>
                  <a:pt x="1088988" y="546169"/>
                </a:lnTo>
                <a:lnTo>
                  <a:pt x="1086495" y="598778"/>
                </a:lnTo>
                <a:lnTo>
                  <a:pt x="1079170" y="649972"/>
                </a:lnTo>
                <a:lnTo>
                  <a:pt x="1067240" y="699518"/>
                </a:lnTo>
                <a:lnTo>
                  <a:pt x="1050934" y="747191"/>
                </a:lnTo>
                <a:lnTo>
                  <a:pt x="1030479" y="792761"/>
                </a:lnTo>
                <a:lnTo>
                  <a:pt x="1006105" y="835999"/>
                </a:lnTo>
                <a:lnTo>
                  <a:pt x="978038" y="876677"/>
                </a:lnTo>
                <a:lnTo>
                  <a:pt x="946507" y="914566"/>
                </a:lnTo>
                <a:lnTo>
                  <a:pt x="911740" y="949437"/>
                </a:lnTo>
                <a:lnTo>
                  <a:pt x="873966" y="981062"/>
                </a:lnTo>
                <a:lnTo>
                  <a:pt x="833412" y="1009212"/>
                </a:lnTo>
                <a:lnTo>
                  <a:pt x="790307" y="1033659"/>
                </a:lnTo>
                <a:lnTo>
                  <a:pt x="744878" y="1054173"/>
                </a:lnTo>
                <a:lnTo>
                  <a:pt x="697355" y="1070528"/>
                </a:lnTo>
                <a:lnTo>
                  <a:pt x="647963" y="1082492"/>
                </a:lnTo>
                <a:lnTo>
                  <a:pt x="596934" y="1089839"/>
                </a:lnTo>
                <a:lnTo>
                  <a:pt x="544494" y="1092339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1451" y="2332778"/>
            <a:ext cx="22796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65" dirty="0">
                <a:solidFill>
                  <a:srgbClr val="FFFDFD"/>
                </a:solidFill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3753" y="4890395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5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5" y="599781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33335" y="4971441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43753" y="3416072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5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5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33335" y="3495046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3753" y="5624206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5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5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33335" y="5704403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43753" y="4153235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5" y="0"/>
                </a:moveTo>
                <a:lnTo>
                  <a:pt x="229493" y="4803"/>
                </a:lnTo>
                <a:lnTo>
                  <a:pt x="182158" y="18650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8"/>
                </a:lnTo>
                <a:lnTo>
                  <a:pt x="99521" y="526307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5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7"/>
                </a:lnTo>
                <a:lnTo>
                  <a:pt x="493781" y="490368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0"/>
                </a:lnTo>
                <a:lnTo>
                  <a:pt x="330086" y="4803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33335" y="4228008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3753" y="7098530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5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5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33335" y="7170327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43753" y="6361369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5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5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33335" y="6437365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3753" y="7832342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5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5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33335" y="7913760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43753" y="8566151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5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2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5" y="599781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33335" y="864672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80237" y="521925"/>
            <a:ext cx="1231265" cy="474345"/>
          </a:xfrm>
          <a:custGeom>
            <a:avLst/>
            <a:gdLst/>
            <a:ahLst/>
            <a:cxnLst/>
            <a:rect l="l" t="t" r="r" b="b"/>
            <a:pathLst>
              <a:path w="1231265" h="474344">
                <a:moveTo>
                  <a:pt x="131533" y="55041"/>
                </a:moveTo>
                <a:lnTo>
                  <a:pt x="114985" y="15633"/>
                </a:lnTo>
                <a:lnTo>
                  <a:pt x="78854" y="571"/>
                </a:lnTo>
                <a:lnTo>
                  <a:pt x="71793" y="571"/>
                </a:lnTo>
                <a:lnTo>
                  <a:pt x="64084" y="2336"/>
                </a:lnTo>
                <a:lnTo>
                  <a:pt x="56934" y="3886"/>
                </a:lnTo>
                <a:lnTo>
                  <a:pt x="50355" y="6743"/>
                </a:lnTo>
                <a:lnTo>
                  <a:pt x="38709" y="14744"/>
                </a:lnTo>
                <a:lnTo>
                  <a:pt x="38709" y="76568"/>
                </a:lnTo>
                <a:lnTo>
                  <a:pt x="38608" y="77114"/>
                </a:lnTo>
                <a:lnTo>
                  <a:pt x="36106" y="89992"/>
                </a:lnTo>
                <a:lnTo>
                  <a:pt x="38709" y="76568"/>
                </a:lnTo>
                <a:lnTo>
                  <a:pt x="38709" y="14744"/>
                </a:lnTo>
                <a:lnTo>
                  <a:pt x="38442" y="14922"/>
                </a:lnTo>
                <a:lnTo>
                  <a:pt x="33312" y="20053"/>
                </a:lnTo>
                <a:lnTo>
                  <a:pt x="32143" y="21729"/>
                </a:lnTo>
                <a:lnTo>
                  <a:pt x="32143" y="116649"/>
                </a:lnTo>
                <a:lnTo>
                  <a:pt x="32080" y="117157"/>
                </a:lnTo>
                <a:lnTo>
                  <a:pt x="30289" y="131025"/>
                </a:lnTo>
                <a:lnTo>
                  <a:pt x="28956" y="142227"/>
                </a:lnTo>
                <a:lnTo>
                  <a:pt x="30454" y="129578"/>
                </a:lnTo>
                <a:lnTo>
                  <a:pt x="32143" y="116649"/>
                </a:lnTo>
                <a:lnTo>
                  <a:pt x="32143" y="21729"/>
                </a:lnTo>
                <a:lnTo>
                  <a:pt x="28956" y="26276"/>
                </a:lnTo>
                <a:lnTo>
                  <a:pt x="24612" y="32385"/>
                </a:lnTo>
                <a:lnTo>
                  <a:pt x="11277" y="86347"/>
                </a:lnTo>
                <a:lnTo>
                  <a:pt x="5029" y="131025"/>
                </a:lnTo>
                <a:lnTo>
                  <a:pt x="1181" y="179095"/>
                </a:lnTo>
                <a:lnTo>
                  <a:pt x="0" y="221437"/>
                </a:lnTo>
                <a:lnTo>
                  <a:pt x="76" y="247421"/>
                </a:lnTo>
                <a:lnTo>
                  <a:pt x="2692" y="302006"/>
                </a:lnTo>
                <a:lnTo>
                  <a:pt x="8902" y="354749"/>
                </a:lnTo>
                <a:lnTo>
                  <a:pt x="16916" y="395528"/>
                </a:lnTo>
                <a:lnTo>
                  <a:pt x="28371" y="432904"/>
                </a:lnTo>
                <a:lnTo>
                  <a:pt x="49161" y="466598"/>
                </a:lnTo>
                <a:lnTo>
                  <a:pt x="60198" y="473748"/>
                </a:lnTo>
                <a:lnTo>
                  <a:pt x="75120" y="473748"/>
                </a:lnTo>
                <a:lnTo>
                  <a:pt x="98120" y="434886"/>
                </a:lnTo>
                <a:lnTo>
                  <a:pt x="100190" y="406171"/>
                </a:lnTo>
                <a:lnTo>
                  <a:pt x="100304" y="402145"/>
                </a:lnTo>
                <a:lnTo>
                  <a:pt x="101854" y="356793"/>
                </a:lnTo>
                <a:lnTo>
                  <a:pt x="105308" y="311213"/>
                </a:lnTo>
                <a:lnTo>
                  <a:pt x="109639" y="265671"/>
                </a:lnTo>
                <a:lnTo>
                  <a:pt x="114376" y="221437"/>
                </a:lnTo>
                <a:lnTo>
                  <a:pt x="119227" y="179095"/>
                </a:lnTo>
                <a:lnTo>
                  <a:pt x="123482" y="143573"/>
                </a:lnTo>
                <a:lnTo>
                  <a:pt x="123520" y="143256"/>
                </a:lnTo>
                <a:lnTo>
                  <a:pt x="128905" y="95453"/>
                </a:lnTo>
                <a:lnTo>
                  <a:pt x="131406" y="67233"/>
                </a:lnTo>
                <a:lnTo>
                  <a:pt x="131533" y="55041"/>
                </a:lnTo>
                <a:close/>
              </a:path>
              <a:path w="1231265" h="474344">
                <a:moveTo>
                  <a:pt x="511263" y="53860"/>
                </a:moveTo>
                <a:lnTo>
                  <a:pt x="509968" y="42430"/>
                </a:lnTo>
                <a:lnTo>
                  <a:pt x="508558" y="37350"/>
                </a:lnTo>
                <a:lnTo>
                  <a:pt x="507149" y="32270"/>
                </a:lnTo>
                <a:lnTo>
                  <a:pt x="472478" y="1790"/>
                </a:lnTo>
                <a:lnTo>
                  <a:pt x="465531" y="520"/>
                </a:lnTo>
                <a:lnTo>
                  <a:pt x="458851" y="520"/>
                </a:lnTo>
                <a:lnTo>
                  <a:pt x="425538" y="19570"/>
                </a:lnTo>
                <a:lnTo>
                  <a:pt x="411746" y="55130"/>
                </a:lnTo>
                <a:lnTo>
                  <a:pt x="405536" y="94500"/>
                </a:lnTo>
                <a:lnTo>
                  <a:pt x="403123" y="117360"/>
                </a:lnTo>
                <a:lnTo>
                  <a:pt x="402069" y="127520"/>
                </a:lnTo>
                <a:lnTo>
                  <a:pt x="401967" y="128790"/>
                </a:lnTo>
                <a:lnTo>
                  <a:pt x="401853" y="130060"/>
                </a:lnTo>
                <a:lnTo>
                  <a:pt x="401751" y="131330"/>
                </a:lnTo>
                <a:lnTo>
                  <a:pt x="401116" y="138950"/>
                </a:lnTo>
                <a:lnTo>
                  <a:pt x="401027" y="140220"/>
                </a:lnTo>
                <a:lnTo>
                  <a:pt x="400951" y="141490"/>
                </a:lnTo>
                <a:lnTo>
                  <a:pt x="400862" y="142760"/>
                </a:lnTo>
                <a:lnTo>
                  <a:pt x="400786" y="144030"/>
                </a:lnTo>
                <a:lnTo>
                  <a:pt x="400697" y="145300"/>
                </a:lnTo>
                <a:lnTo>
                  <a:pt x="399567" y="163080"/>
                </a:lnTo>
                <a:lnTo>
                  <a:pt x="398957" y="174510"/>
                </a:lnTo>
                <a:lnTo>
                  <a:pt x="398868" y="177050"/>
                </a:lnTo>
                <a:lnTo>
                  <a:pt x="398487" y="187210"/>
                </a:lnTo>
                <a:lnTo>
                  <a:pt x="398411" y="189750"/>
                </a:lnTo>
                <a:lnTo>
                  <a:pt x="398183" y="197370"/>
                </a:lnTo>
                <a:lnTo>
                  <a:pt x="398081" y="202450"/>
                </a:lnTo>
                <a:lnTo>
                  <a:pt x="397941" y="211340"/>
                </a:lnTo>
                <a:lnTo>
                  <a:pt x="398043" y="241820"/>
                </a:lnTo>
                <a:lnTo>
                  <a:pt x="398145" y="248170"/>
                </a:lnTo>
                <a:lnTo>
                  <a:pt x="398487" y="260870"/>
                </a:lnTo>
                <a:lnTo>
                  <a:pt x="398589" y="263410"/>
                </a:lnTo>
                <a:lnTo>
                  <a:pt x="398957" y="272300"/>
                </a:lnTo>
                <a:lnTo>
                  <a:pt x="399072" y="273939"/>
                </a:lnTo>
                <a:lnTo>
                  <a:pt x="396011" y="267220"/>
                </a:lnTo>
                <a:lnTo>
                  <a:pt x="372237" y="218960"/>
                </a:lnTo>
                <a:lnTo>
                  <a:pt x="370979" y="216420"/>
                </a:lnTo>
                <a:lnTo>
                  <a:pt x="358546" y="189750"/>
                </a:lnTo>
                <a:lnTo>
                  <a:pt x="334886" y="140220"/>
                </a:lnTo>
                <a:lnTo>
                  <a:pt x="324192" y="117360"/>
                </a:lnTo>
                <a:lnTo>
                  <a:pt x="317855" y="104660"/>
                </a:lnTo>
                <a:lnTo>
                  <a:pt x="311886" y="90690"/>
                </a:lnTo>
                <a:lnTo>
                  <a:pt x="306273" y="79260"/>
                </a:lnTo>
                <a:lnTo>
                  <a:pt x="301040" y="69100"/>
                </a:lnTo>
                <a:lnTo>
                  <a:pt x="290982" y="47510"/>
                </a:lnTo>
                <a:lnTo>
                  <a:pt x="269290" y="14490"/>
                </a:lnTo>
                <a:lnTo>
                  <a:pt x="248818" y="4330"/>
                </a:lnTo>
                <a:lnTo>
                  <a:pt x="246849" y="3060"/>
                </a:lnTo>
                <a:lnTo>
                  <a:pt x="243890" y="3060"/>
                </a:lnTo>
                <a:lnTo>
                  <a:pt x="239953" y="1790"/>
                </a:lnTo>
                <a:lnTo>
                  <a:pt x="232600" y="520"/>
                </a:lnTo>
                <a:lnTo>
                  <a:pt x="225552" y="520"/>
                </a:lnTo>
                <a:lnTo>
                  <a:pt x="212090" y="3060"/>
                </a:lnTo>
                <a:lnTo>
                  <a:pt x="183070" y="32270"/>
                </a:lnTo>
                <a:lnTo>
                  <a:pt x="173228" y="75450"/>
                </a:lnTo>
                <a:lnTo>
                  <a:pt x="170078" y="97040"/>
                </a:lnTo>
                <a:lnTo>
                  <a:pt x="168694" y="107200"/>
                </a:lnTo>
                <a:lnTo>
                  <a:pt x="167436" y="118630"/>
                </a:lnTo>
                <a:lnTo>
                  <a:pt x="166166" y="131330"/>
                </a:lnTo>
                <a:lnTo>
                  <a:pt x="165252" y="141490"/>
                </a:lnTo>
                <a:lnTo>
                  <a:pt x="165163" y="142760"/>
                </a:lnTo>
                <a:lnTo>
                  <a:pt x="165074" y="144030"/>
                </a:lnTo>
                <a:lnTo>
                  <a:pt x="164985" y="145300"/>
                </a:lnTo>
                <a:lnTo>
                  <a:pt x="163550" y="165620"/>
                </a:lnTo>
                <a:lnTo>
                  <a:pt x="162864" y="177050"/>
                </a:lnTo>
                <a:lnTo>
                  <a:pt x="162318" y="189750"/>
                </a:lnTo>
                <a:lnTo>
                  <a:pt x="161937" y="202450"/>
                </a:lnTo>
                <a:lnTo>
                  <a:pt x="161747" y="211340"/>
                </a:lnTo>
                <a:lnTo>
                  <a:pt x="161861" y="248170"/>
                </a:lnTo>
                <a:lnTo>
                  <a:pt x="162280" y="263410"/>
                </a:lnTo>
                <a:lnTo>
                  <a:pt x="163106" y="282460"/>
                </a:lnTo>
                <a:lnTo>
                  <a:pt x="163195" y="283730"/>
                </a:lnTo>
                <a:lnTo>
                  <a:pt x="164261" y="300240"/>
                </a:lnTo>
                <a:lnTo>
                  <a:pt x="169799" y="353580"/>
                </a:lnTo>
                <a:lnTo>
                  <a:pt x="176618" y="394220"/>
                </a:lnTo>
                <a:lnTo>
                  <a:pt x="186524" y="432320"/>
                </a:lnTo>
                <a:lnTo>
                  <a:pt x="210007" y="470420"/>
                </a:lnTo>
                <a:lnTo>
                  <a:pt x="215290" y="472960"/>
                </a:lnTo>
                <a:lnTo>
                  <a:pt x="229387" y="472960"/>
                </a:lnTo>
                <a:lnTo>
                  <a:pt x="250317" y="437400"/>
                </a:lnTo>
                <a:lnTo>
                  <a:pt x="251421" y="428510"/>
                </a:lnTo>
                <a:lnTo>
                  <a:pt x="252183" y="413270"/>
                </a:lnTo>
                <a:lnTo>
                  <a:pt x="252285" y="410730"/>
                </a:lnTo>
                <a:lnTo>
                  <a:pt x="252501" y="405650"/>
                </a:lnTo>
                <a:lnTo>
                  <a:pt x="252564" y="403110"/>
                </a:lnTo>
                <a:lnTo>
                  <a:pt x="252704" y="398030"/>
                </a:lnTo>
                <a:lnTo>
                  <a:pt x="252806" y="387870"/>
                </a:lnTo>
                <a:lnTo>
                  <a:pt x="253009" y="386600"/>
                </a:lnTo>
                <a:lnTo>
                  <a:pt x="256311" y="326910"/>
                </a:lnTo>
                <a:lnTo>
                  <a:pt x="258191" y="302780"/>
                </a:lnTo>
                <a:lnTo>
                  <a:pt x="259080" y="291350"/>
                </a:lnTo>
                <a:lnTo>
                  <a:pt x="260197" y="278650"/>
                </a:lnTo>
                <a:lnTo>
                  <a:pt x="261137" y="267220"/>
                </a:lnTo>
                <a:lnTo>
                  <a:pt x="262191" y="255790"/>
                </a:lnTo>
                <a:lnTo>
                  <a:pt x="264718" y="227850"/>
                </a:lnTo>
                <a:lnTo>
                  <a:pt x="264668" y="225907"/>
                </a:lnTo>
                <a:lnTo>
                  <a:pt x="264858" y="226580"/>
                </a:lnTo>
                <a:lnTo>
                  <a:pt x="282232" y="260870"/>
                </a:lnTo>
                <a:lnTo>
                  <a:pt x="307873" y="306590"/>
                </a:lnTo>
                <a:lnTo>
                  <a:pt x="316433" y="320560"/>
                </a:lnTo>
                <a:lnTo>
                  <a:pt x="324916" y="334530"/>
                </a:lnTo>
                <a:lnTo>
                  <a:pt x="333286" y="347230"/>
                </a:lnTo>
                <a:lnTo>
                  <a:pt x="341553" y="359930"/>
                </a:lnTo>
                <a:lnTo>
                  <a:pt x="349694" y="371360"/>
                </a:lnTo>
                <a:lnTo>
                  <a:pt x="357708" y="382790"/>
                </a:lnTo>
                <a:lnTo>
                  <a:pt x="365429" y="392950"/>
                </a:lnTo>
                <a:lnTo>
                  <a:pt x="372859" y="403110"/>
                </a:lnTo>
                <a:lnTo>
                  <a:pt x="387172" y="418350"/>
                </a:lnTo>
                <a:lnTo>
                  <a:pt x="394068" y="425970"/>
                </a:lnTo>
                <a:lnTo>
                  <a:pt x="400685" y="433590"/>
                </a:lnTo>
                <a:lnTo>
                  <a:pt x="407047" y="438670"/>
                </a:lnTo>
                <a:lnTo>
                  <a:pt x="413194" y="443750"/>
                </a:lnTo>
                <a:lnTo>
                  <a:pt x="419087" y="448830"/>
                </a:lnTo>
                <a:lnTo>
                  <a:pt x="424700" y="452640"/>
                </a:lnTo>
                <a:lnTo>
                  <a:pt x="430047" y="456450"/>
                </a:lnTo>
                <a:lnTo>
                  <a:pt x="436981" y="460260"/>
                </a:lnTo>
                <a:lnTo>
                  <a:pt x="443623" y="462800"/>
                </a:lnTo>
                <a:lnTo>
                  <a:pt x="456260" y="465340"/>
                </a:lnTo>
                <a:lnTo>
                  <a:pt x="461695" y="465340"/>
                </a:lnTo>
                <a:lnTo>
                  <a:pt x="466255" y="461530"/>
                </a:lnTo>
                <a:lnTo>
                  <a:pt x="470509" y="458990"/>
                </a:lnTo>
                <a:lnTo>
                  <a:pt x="473671" y="455180"/>
                </a:lnTo>
                <a:lnTo>
                  <a:pt x="475742" y="451370"/>
                </a:lnTo>
                <a:lnTo>
                  <a:pt x="477913" y="447560"/>
                </a:lnTo>
                <a:lnTo>
                  <a:pt x="483362" y="422160"/>
                </a:lnTo>
                <a:lnTo>
                  <a:pt x="483971" y="417080"/>
                </a:lnTo>
                <a:lnTo>
                  <a:pt x="484390" y="412000"/>
                </a:lnTo>
                <a:lnTo>
                  <a:pt x="484441" y="410730"/>
                </a:lnTo>
                <a:lnTo>
                  <a:pt x="485216" y="391680"/>
                </a:lnTo>
                <a:lnTo>
                  <a:pt x="485330" y="381520"/>
                </a:lnTo>
                <a:lnTo>
                  <a:pt x="485533" y="378980"/>
                </a:lnTo>
                <a:lnTo>
                  <a:pt x="486206" y="365010"/>
                </a:lnTo>
                <a:lnTo>
                  <a:pt x="488950" y="318020"/>
                </a:lnTo>
                <a:lnTo>
                  <a:pt x="490537" y="296430"/>
                </a:lnTo>
                <a:lnTo>
                  <a:pt x="491210" y="287540"/>
                </a:lnTo>
                <a:lnTo>
                  <a:pt x="494563" y="245630"/>
                </a:lnTo>
                <a:lnTo>
                  <a:pt x="498894" y="197370"/>
                </a:lnTo>
                <a:lnTo>
                  <a:pt x="500278" y="182130"/>
                </a:lnTo>
                <a:lnTo>
                  <a:pt x="503936" y="145300"/>
                </a:lnTo>
                <a:lnTo>
                  <a:pt x="504063" y="144030"/>
                </a:lnTo>
                <a:lnTo>
                  <a:pt x="504190" y="142760"/>
                </a:lnTo>
                <a:lnTo>
                  <a:pt x="505383" y="131330"/>
                </a:lnTo>
                <a:lnTo>
                  <a:pt x="506476" y="121170"/>
                </a:lnTo>
                <a:lnTo>
                  <a:pt x="506590" y="119900"/>
                </a:lnTo>
                <a:lnTo>
                  <a:pt x="506704" y="118630"/>
                </a:lnTo>
                <a:lnTo>
                  <a:pt x="506806" y="117360"/>
                </a:lnTo>
                <a:lnTo>
                  <a:pt x="506920" y="116090"/>
                </a:lnTo>
                <a:lnTo>
                  <a:pt x="507034" y="114820"/>
                </a:lnTo>
                <a:lnTo>
                  <a:pt x="507479" y="109740"/>
                </a:lnTo>
                <a:lnTo>
                  <a:pt x="508381" y="100850"/>
                </a:lnTo>
                <a:lnTo>
                  <a:pt x="508482" y="99580"/>
                </a:lnTo>
                <a:lnTo>
                  <a:pt x="508584" y="98310"/>
                </a:lnTo>
                <a:lnTo>
                  <a:pt x="508685" y="97040"/>
                </a:lnTo>
                <a:lnTo>
                  <a:pt x="509181" y="90690"/>
                </a:lnTo>
                <a:lnTo>
                  <a:pt x="509892" y="83070"/>
                </a:lnTo>
                <a:lnTo>
                  <a:pt x="509981" y="81800"/>
                </a:lnTo>
                <a:lnTo>
                  <a:pt x="510070" y="80530"/>
                </a:lnTo>
                <a:lnTo>
                  <a:pt x="510159" y="79260"/>
                </a:lnTo>
                <a:lnTo>
                  <a:pt x="511022" y="66560"/>
                </a:lnTo>
                <a:lnTo>
                  <a:pt x="511073" y="64020"/>
                </a:lnTo>
                <a:lnTo>
                  <a:pt x="511187" y="57670"/>
                </a:lnTo>
                <a:lnTo>
                  <a:pt x="511263" y="53860"/>
                </a:lnTo>
                <a:close/>
              </a:path>
              <a:path w="1231265" h="474344">
                <a:moveTo>
                  <a:pt x="857631" y="55854"/>
                </a:moveTo>
                <a:lnTo>
                  <a:pt x="855294" y="50368"/>
                </a:lnTo>
                <a:lnTo>
                  <a:pt x="850633" y="46012"/>
                </a:lnTo>
                <a:lnTo>
                  <a:pt x="845972" y="41554"/>
                </a:lnTo>
                <a:lnTo>
                  <a:pt x="800430" y="24599"/>
                </a:lnTo>
                <a:lnTo>
                  <a:pt x="747039" y="15582"/>
                </a:lnTo>
                <a:lnTo>
                  <a:pt x="706399" y="11557"/>
                </a:lnTo>
                <a:lnTo>
                  <a:pt x="663105" y="9004"/>
                </a:lnTo>
                <a:lnTo>
                  <a:pt x="660933" y="8940"/>
                </a:lnTo>
                <a:lnTo>
                  <a:pt x="660933" y="208381"/>
                </a:lnTo>
                <a:lnTo>
                  <a:pt x="660628" y="216979"/>
                </a:lnTo>
                <a:lnTo>
                  <a:pt x="660412" y="222237"/>
                </a:lnTo>
                <a:lnTo>
                  <a:pt x="660933" y="208381"/>
                </a:lnTo>
                <a:lnTo>
                  <a:pt x="660933" y="8940"/>
                </a:lnTo>
                <a:lnTo>
                  <a:pt x="652614" y="8674"/>
                </a:lnTo>
                <a:lnTo>
                  <a:pt x="642442" y="8470"/>
                </a:lnTo>
                <a:lnTo>
                  <a:pt x="616648" y="8470"/>
                </a:lnTo>
                <a:lnTo>
                  <a:pt x="605828" y="9232"/>
                </a:lnTo>
                <a:lnTo>
                  <a:pt x="599592" y="10083"/>
                </a:lnTo>
                <a:lnTo>
                  <a:pt x="599325" y="10083"/>
                </a:lnTo>
                <a:lnTo>
                  <a:pt x="557644" y="29070"/>
                </a:lnTo>
                <a:lnTo>
                  <a:pt x="543661" y="54610"/>
                </a:lnTo>
                <a:lnTo>
                  <a:pt x="543661" y="70053"/>
                </a:lnTo>
                <a:lnTo>
                  <a:pt x="569582" y="105384"/>
                </a:lnTo>
                <a:lnTo>
                  <a:pt x="605878" y="115379"/>
                </a:lnTo>
                <a:lnTo>
                  <a:pt x="638352" y="115379"/>
                </a:lnTo>
                <a:lnTo>
                  <a:pt x="644220" y="115176"/>
                </a:lnTo>
                <a:lnTo>
                  <a:pt x="644194" y="115379"/>
                </a:lnTo>
                <a:lnTo>
                  <a:pt x="637692" y="169113"/>
                </a:lnTo>
                <a:lnTo>
                  <a:pt x="635355" y="208381"/>
                </a:lnTo>
                <a:lnTo>
                  <a:pt x="634923" y="222326"/>
                </a:lnTo>
                <a:lnTo>
                  <a:pt x="634923" y="257441"/>
                </a:lnTo>
                <a:lnTo>
                  <a:pt x="635444" y="274218"/>
                </a:lnTo>
                <a:lnTo>
                  <a:pt x="636320" y="290931"/>
                </a:lnTo>
                <a:lnTo>
                  <a:pt x="636422" y="292366"/>
                </a:lnTo>
                <a:lnTo>
                  <a:pt x="636511" y="293560"/>
                </a:lnTo>
                <a:lnTo>
                  <a:pt x="637540" y="307594"/>
                </a:lnTo>
                <a:lnTo>
                  <a:pt x="643572" y="355942"/>
                </a:lnTo>
                <a:lnTo>
                  <a:pt x="651446" y="393738"/>
                </a:lnTo>
                <a:lnTo>
                  <a:pt x="666178" y="435165"/>
                </a:lnTo>
                <a:lnTo>
                  <a:pt x="694944" y="465975"/>
                </a:lnTo>
                <a:lnTo>
                  <a:pt x="709345" y="465975"/>
                </a:lnTo>
                <a:lnTo>
                  <a:pt x="732612" y="431888"/>
                </a:lnTo>
                <a:lnTo>
                  <a:pt x="735253" y="387172"/>
                </a:lnTo>
                <a:lnTo>
                  <a:pt x="735457" y="385622"/>
                </a:lnTo>
                <a:lnTo>
                  <a:pt x="738022" y="342988"/>
                </a:lnTo>
                <a:lnTo>
                  <a:pt x="741794" y="299821"/>
                </a:lnTo>
                <a:lnTo>
                  <a:pt x="742403" y="293560"/>
                </a:lnTo>
                <a:lnTo>
                  <a:pt x="742518" y="292366"/>
                </a:lnTo>
                <a:lnTo>
                  <a:pt x="747687" y="243090"/>
                </a:lnTo>
                <a:lnTo>
                  <a:pt x="752475" y="202577"/>
                </a:lnTo>
                <a:lnTo>
                  <a:pt x="757224" y="165074"/>
                </a:lnTo>
                <a:lnTo>
                  <a:pt x="758431" y="155371"/>
                </a:lnTo>
                <a:lnTo>
                  <a:pt x="760691" y="137033"/>
                </a:lnTo>
                <a:lnTo>
                  <a:pt x="763295" y="115176"/>
                </a:lnTo>
                <a:lnTo>
                  <a:pt x="763358" y="114668"/>
                </a:lnTo>
                <a:lnTo>
                  <a:pt x="763993" y="109169"/>
                </a:lnTo>
                <a:lnTo>
                  <a:pt x="764374" y="105702"/>
                </a:lnTo>
                <a:lnTo>
                  <a:pt x="766229" y="105384"/>
                </a:lnTo>
                <a:lnTo>
                  <a:pt x="807669" y="98590"/>
                </a:lnTo>
                <a:lnTo>
                  <a:pt x="848182" y="81457"/>
                </a:lnTo>
                <a:lnTo>
                  <a:pt x="857250" y="64973"/>
                </a:lnTo>
                <a:lnTo>
                  <a:pt x="857377" y="64147"/>
                </a:lnTo>
                <a:lnTo>
                  <a:pt x="857580" y="62801"/>
                </a:lnTo>
                <a:lnTo>
                  <a:pt x="857631" y="55854"/>
                </a:lnTo>
                <a:close/>
              </a:path>
              <a:path w="1231265" h="474344">
                <a:moveTo>
                  <a:pt x="1231112" y="156210"/>
                </a:moveTo>
                <a:lnTo>
                  <a:pt x="1229220" y="115570"/>
                </a:lnTo>
                <a:lnTo>
                  <a:pt x="1217066" y="76200"/>
                </a:lnTo>
                <a:lnTo>
                  <a:pt x="1195641" y="44450"/>
                </a:lnTo>
                <a:lnTo>
                  <a:pt x="1170152" y="25400"/>
                </a:lnTo>
                <a:lnTo>
                  <a:pt x="1162900" y="20320"/>
                </a:lnTo>
                <a:lnTo>
                  <a:pt x="1155230" y="17780"/>
                </a:lnTo>
                <a:lnTo>
                  <a:pt x="1152321" y="16510"/>
                </a:lnTo>
                <a:lnTo>
                  <a:pt x="1149413" y="15240"/>
                </a:lnTo>
                <a:lnTo>
                  <a:pt x="1140421" y="11430"/>
                </a:lnTo>
                <a:lnTo>
                  <a:pt x="1137208" y="10134"/>
                </a:lnTo>
                <a:lnTo>
                  <a:pt x="1131138" y="8890"/>
                </a:lnTo>
                <a:lnTo>
                  <a:pt x="1124915" y="6350"/>
                </a:lnTo>
                <a:lnTo>
                  <a:pt x="1119644" y="5283"/>
                </a:lnTo>
                <a:lnTo>
                  <a:pt x="1119644" y="163830"/>
                </a:lnTo>
                <a:lnTo>
                  <a:pt x="1119644" y="180340"/>
                </a:lnTo>
                <a:lnTo>
                  <a:pt x="1103071" y="224790"/>
                </a:lnTo>
                <a:lnTo>
                  <a:pt x="1064831" y="243840"/>
                </a:lnTo>
                <a:lnTo>
                  <a:pt x="1048804" y="243840"/>
                </a:lnTo>
                <a:lnTo>
                  <a:pt x="1042085" y="242570"/>
                </a:lnTo>
                <a:lnTo>
                  <a:pt x="1035126" y="242570"/>
                </a:lnTo>
                <a:lnTo>
                  <a:pt x="1027938" y="241300"/>
                </a:lnTo>
                <a:lnTo>
                  <a:pt x="1018298" y="238760"/>
                </a:lnTo>
                <a:lnTo>
                  <a:pt x="1011148" y="237490"/>
                </a:lnTo>
                <a:lnTo>
                  <a:pt x="1006487" y="234950"/>
                </a:lnTo>
                <a:lnTo>
                  <a:pt x="1006614" y="233680"/>
                </a:lnTo>
                <a:lnTo>
                  <a:pt x="1007478" y="224790"/>
                </a:lnTo>
                <a:lnTo>
                  <a:pt x="1009815" y="203200"/>
                </a:lnTo>
                <a:lnTo>
                  <a:pt x="1013714" y="170180"/>
                </a:lnTo>
                <a:lnTo>
                  <a:pt x="1015682" y="152400"/>
                </a:lnTo>
                <a:lnTo>
                  <a:pt x="1015822" y="151130"/>
                </a:lnTo>
                <a:lnTo>
                  <a:pt x="1019594" y="147320"/>
                </a:lnTo>
                <a:lnTo>
                  <a:pt x="1027366" y="140970"/>
                </a:lnTo>
                <a:lnTo>
                  <a:pt x="1031671" y="137160"/>
                </a:lnTo>
                <a:lnTo>
                  <a:pt x="1036332" y="134620"/>
                </a:lnTo>
                <a:lnTo>
                  <a:pt x="1041095" y="130810"/>
                </a:lnTo>
                <a:lnTo>
                  <a:pt x="1046226" y="128270"/>
                </a:lnTo>
                <a:lnTo>
                  <a:pt x="1057211" y="124460"/>
                </a:lnTo>
                <a:lnTo>
                  <a:pt x="1084313" y="124460"/>
                </a:lnTo>
                <a:lnTo>
                  <a:pt x="1090422" y="127000"/>
                </a:lnTo>
                <a:lnTo>
                  <a:pt x="1096645" y="128270"/>
                </a:lnTo>
                <a:lnTo>
                  <a:pt x="1101826" y="132080"/>
                </a:lnTo>
                <a:lnTo>
                  <a:pt x="1105966" y="134620"/>
                </a:lnTo>
                <a:lnTo>
                  <a:pt x="1110208" y="138430"/>
                </a:lnTo>
                <a:lnTo>
                  <a:pt x="1113523" y="143510"/>
                </a:lnTo>
                <a:lnTo>
                  <a:pt x="1115910" y="149860"/>
                </a:lnTo>
                <a:lnTo>
                  <a:pt x="1118400" y="156210"/>
                </a:lnTo>
                <a:lnTo>
                  <a:pt x="1119644" y="163830"/>
                </a:lnTo>
                <a:lnTo>
                  <a:pt x="1119644" y="5283"/>
                </a:lnTo>
                <a:lnTo>
                  <a:pt x="1106119" y="2540"/>
                </a:lnTo>
                <a:lnTo>
                  <a:pt x="1067384" y="2540"/>
                </a:lnTo>
                <a:lnTo>
                  <a:pt x="1057148" y="3810"/>
                </a:lnTo>
                <a:lnTo>
                  <a:pt x="1036726" y="8890"/>
                </a:lnTo>
                <a:lnTo>
                  <a:pt x="1027709" y="10134"/>
                </a:lnTo>
                <a:lnTo>
                  <a:pt x="1027582" y="10134"/>
                </a:lnTo>
                <a:lnTo>
                  <a:pt x="1018997" y="12700"/>
                </a:lnTo>
                <a:lnTo>
                  <a:pt x="1011313" y="16510"/>
                </a:lnTo>
                <a:lnTo>
                  <a:pt x="1006462" y="11430"/>
                </a:lnTo>
                <a:lnTo>
                  <a:pt x="1002830" y="10134"/>
                </a:lnTo>
                <a:lnTo>
                  <a:pt x="999375" y="8890"/>
                </a:lnTo>
                <a:lnTo>
                  <a:pt x="990066" y="8890"/>
                </a:lnTo>
                <a:lnTo>
                  <a:pt x="978814" y="10134"/>
                </a:lnTo>
                <a:lnTo>
                  <a:pt x="976541" y="2540"/>
                </a:lnTo>
                <a:lnTo>
                  <a:pt x="973124" y="0"/>
                </a:lnTo>
                <a:lnTo>
                  <a:pt x="955713" y="0"/>
                </a:lnTo>
                <a:lnTo>
                  <a:pt x="943597" y="5080"/>
                </a:lnTo>
                <a:lnTo>
                  <a:pt x="938212" y="8890"/>
                </a:lnTo>
                <a:lnTo>
                  <a:pt x="928674" y="16510"/>
                </a:lnTo>
                <a:lnTo>
                  <a:pt x="924534" y="21590"/>
                </a:lnTo>
                <a:lnTo>
                  <a:pt x="921004" y="27940"/>
                </a:lnTo>
                <a:lnTo>
                  <a:pt x="917486" y="33020"/>
                </a:lnTo>
                <a:lnTo>
                  <a:pt x="907084" y="74930"/>
                </a:lnTo>
                <a:lnTo>
                  <a:pt x="905306" y="86360"/>
                </a:lnTo>
                <a:lnTo>
                  <a:pt x="903643" y="96520"/>
                </a:lnTo>
                <a:lnTo>
                  <a:pt x="896759" y="154940"/>
                </a:lnTo>
                <a:lnTo>
                  <a:pt x="896670" y="156210"/>
                </a:lnTo>
                <a:lnTo>
                  <a:pt x="895832" y="167640"/>
                </a:lnTo>
                <a:lnTo>
                  <a:pt x="893978" y="205740"/>
                </a:lnTo>
                <a:lnTo>
                  <a:pt x="893813" y="213360"/>
                </a:lnTo>
                <a:lnTo>
                  <a:pt x="893826" y="247650"/>
                </a:lnTo>
                <a:lnTo>
                  <a:pt x="896454" y="300990"/>
                </a:lnTo>
                <a:lnTo>
                  <a:pt x="902487" y="353060"/>
                </a:lnTo>
                <a:lnTo>
                  <a:pt x="910361" y="393700"/>
                </a:lnTo>
                <a:lnTo>
                  <a:pt x="921816" y="431800"/>
                </a:lnTo>
                <a:lnTo>
                  <a:pt x="948156" y="469900"/>
                </a:lnTo>
                <a:lnTo>
                  <a:pt x="953744" y="472440"/>
                </a:lnTo>
                <a:lnTo>
                  <a:pt x="968362" y="472440"/>
                </a:lnTo>
                <a:lnTo>
                  <a:pt x="989545" y="443230"/>
                </a:lnTo>
                <a:lnTo>
                  <a:pt x="991514" y="435610"/>
                </a:lnTo>
                <a:lnTo>
                  <a:pt x="994054" y="397510"/>
                </a:lnTo>
                <a:lnTo>
                  <a:pt x="994156" y="387350"/>
                </a:lnTo>
                <a:lnTo>
                  <a:pt x="994371" y="386080"/>
                </a:lnTo>
                <a:lnTo>
                  <a:pt x="994740" y="375920"/>
                </a:lnTo>
                <a:lnTo>
                  <a:pt x="995222" y="365760"/>
                </a:lnTo>
                <a:lnTo>
                  <a:pt x="995819" y="355600"/>
                </a:lnTo>
                <a:lnTo>
                  <a:pt x="996543" y="345440"/>
                </a:lnTo>
                <a:lnTo>
                  <a:pt x="996607" y="344170"/>
                </a:lnTo>
                <a:lnTo>
                  <a:pt x="996848" y="339090"/>
                </a:lnTo>
                <a:lnTo>
                  <a:pt x="996937" y="325120"/>
                </a:lnTo>
                <a:lnTo>
                  <a:pt x="996251" y="316230"/>
                </a:lnTo>
                <a:lnTo>
                  <a:pt x="995705" y="312420"/>
                </a:lnTo>
                <a:lnTo>
                  <a:pt x="995921" y="312420"/>
                </a:lnTo>
                <a:lnTo>
                  <a:pt x="1001077" y="321310"/>
                </a:lnTo>
                <a:lnTo>
                  <a:pt x="1006881" y="330200"/>
                </a:lnTo>
                <a:lnTo>
                  <a:pt x="1013345" y="339090"/>
                </a:lnTo>
                <a:lnTo>
                  <a:pt x="1020483" y="349250"/>
                </a:lnTo>
                <a:lnTo>
                  <a:pt x="1035596" y="369570"/>
                </a:lnTo>
                <a:lnTo>
                  <a:pt x="1043178" y="378460"/>
                </a:lnTo>
                <a:lnTo>
                  <a:pt x="1050785" y="388620"/>
                </a:lnTo>
                <a:lnTo>
                  <a:pt x="1058303" y="397510"/>
                </a:lnTo>
                <a:lnTo>
                  <a:pt x="1065631" y="406400"/>
                </a:lnTo>
                <a:lnTo>
                  <a:pt x="1072756" y="414020"/>
                </a:lnTo>
                <a:lnTo>
                  <a:pt x="1079703" y="421640"/>
                </a:lnTo>
                <a:lnTo>
                  <a:pt x="1086281" y="429260"/>
                </a:lnTo>
                <a:lnTo>
                  <a:pt x="1092212" y="435610"/>
                </a:lnTo>
                <a:lnTo>
                  <a:pt x="1097470" y="440690"/>
                </a:lnTo>
                <a:lnTo>
                  <a:pt x="1102080" y="445770"/>
                </a:lnTo>
                <a:lnTo>
                  <a:pt x="1110983" y="454660"/>
                </a:lnTo>
                <a:lnTo>
                  <a:pt x="1119492" y="462280"/>
                </a:lnTo>
                <a:lnTo>
                  <a:pt x="1127607" y="467360"/>
                </a:lnTo>
                <a:lnTo>
                  <a:pt x="1135341" y="471170"/>
                </a:lnTo>
                <a:lnTo>
                  <a:pt x="1142682" y="473710"/>
                </a:lnTo>
                <a:lnTo>
                  <a:pt x="1149489" y="473710"/>
                </a:lnTo>
                <a:lnTo>
                  <a:pt x="1155738" y="472440"/>
                </a:lnTo>
                <a:lnTo>
                  <a:pt x="1161453" y="469900"/>
                </a:lnTo>
                <a:lnTo>
                  <a:pt x="1168184" y="464820"/>
                </a:lnTo>
                <a:lnTo>
                  <a:pt x="1171549" y="457200"/>
                </a:lnTo>
                <a:lnTo>
                  <a:pt x="1171549" y="441960"/>
                </a:lnTo>
                <a:lnTo>
                  <a:pt x="1170317" y="434340"/>
                </a:lnTo>
                <a:lnTo>
                  <a:pt x="1165923" y="420370"/>
                </a:lnTo>
                <a:lnTo>
                  <a:pt x="1163789" y="414020"/>
                </a:lnTo>
                <a:lnTo>
                  <a:pt x="1161415" y="407670"/>
                </a:lnTo>
                <a:lnTo>
                  <a:pt x="1158811" y="400050"/>
                </a:lnTo>
                <a:lnTo>
                  <a:pt x="1156639" y="394970"/>
                </a:lnTo>
                <a:lnTo>
                  <a:pt x="1153680" y="388620"/>
                </a:lnTo>
                <a:lnTo>
                  <a:pt x="1147051" y="375920"/>
                </a:lnTo>
                <a:lnTo>
                  <a:pt x="1143965" y="369570"/>
                </a:lnTo>
                <a:lnTo>
                  <a:pt x="1122133" y="331470"/>
                </a:lnTo>
                <a:lnTo>
                  <a:pt x="1116850" y="321310"/>
                </a:lnTo>
                <a:lnTo>
                  <a:pt x="1113790" y="316230"/>
                </a:lnTo>
                <a:lnTo>
                  <a:pt x="1112964" y="314960"/>
                </a:lnTo>
                <a:lnTo>
                  <a:pt x="1129245" y="309880"/>
                </a:lnTo>
                <a:lnTo>
                  <a:pt x="1133373" y="307340"/>
                </a:lnTo>
                <a:lnTo>
                  <a:pt x="1145755" y="299720"/>
                </a:lnTo>
                <a:lnTo>
                  <a:pt x="1162507" y="288290"/>
                </a:lnTo>
                <a:lnTo>
                  <a:pt x="1179487" y="271780"/>
                </a:lnTo>
                <a:lnTo>
                  <a:pt x="1190574" y="260350"/>
                </a:lnTo>
                <a:lnTo>
                  <a:pt x="1200391" y="247650"/>
                </a:lnTo>
                <a:lnTo>
                  <a:pt x="1202715" y="243840"/>
                </a:lnTo>
                <a:lnTo>
                  <a:pt x="1208913" y="233680"/>
                </a:lnTo>
                <a:lnTo>
                  <a:pt x="1226616" y="187960"/>
                </a:lnTo>
                <a:lnTo>
                  <a:pt x="1229779" y="170180"/>
                </a:lnTo>
                <a:lnTo>
                  <a:pt x="1231112" y="1562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62560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25" y="235481"/>
                </a:lnTo>
                <a:lnTo>
                  <a:pt x="0" y="234073"/>
                </a:lnTo>
                <a:lnTo>
                  <a:pt x="2711" y="193040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6295" y="234073"/>
                </a:lnTo>
                <a:lnTo>
                  <a:pt x="255254" y="221678"/>
                </a:lnTo>
                <a:lnTo>
                  <a:pt x="255172" y="220706"/>
                </a:lnTo>
                <a:lnTo>
                  <a:pt x="246956" y="182792"/>
                </a:lnTo>
                <a:lnTo>
                  <a:pt x="228477" y="145538"/>
                </a:lnTo>
                <a:lnTo>
                  <a:pt x="197936" y="121816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191721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4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7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4474" y="68018"/>
                </a:lnTo>
                <a:lnTo>
                  <a:pt x="30091" y="25179"/>
                </a:lnTo>
                <a:lnTo>
                  <a:pt x="61904" y="4196"/>
                </a:lnTo>
                <a:lnTo>
                  <a:pt x="62197" y="4196"/>
                </a:lnTo>
                <a:lnTo>
                  <a:pt x="68015" y="3108"/>
                </a:lnTo>
                <a:lnTo>
                  <a:pt x="78481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8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48172" y="42846"/>
                </a:lnTo>
                <a:lnTo>
                  <a:pt x="45238" y="48959"/>
                </a:lnTo>
                <a:lnTo>
                  <a:pt x="42370" y="55487"/>
                </a:lnTo>
                <a:lnTo>
                  <a:pt x="40456" y="62015"/>
                </a:lnTo>
                <a:lnTo>
                  <a:pt x="40349" y="62378"/>
                </a:lnTo>
                <a:lnTo>
                  <a:pt x="39313" y="69320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27500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0" y="147655"/>
                </a:lnTo>
                <a:lnTo>
                  <a:pt x="33174" y="147811"/>
                </a:lnTo>
                <a:lnTo>
                  <a:pt x="129306" y="147811"/>
                </a:lnTo>
                <a:lnTo>
                  <a:pt x="125472" y="153613"/>
                </a:lnTo>
                <a:lnTo>
                  <a:pt x="122467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70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1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0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0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1019" y="132890"/>
                </a:lnTo>
                <a:lnTo>
                  <a:pt x="31096" y="132579"/>
                </a:lnTo>
                <a:lnTo>
                  <a:pt x="31153" y="132346"/>
                </a:lnTo>
                <a:lnTo>
                  <a:pt x="32349" y="125429"/>
                </a:lnTo>
                <a:lnTo>
                  <a:pt x="32834" y="120883"/>
                </a:lnTo>
                <a:lnTo>
                  <a:pt x="33696" y="112114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1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2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41074" y="108177"/>
                </a:lnTo>
                <a:lnTo>
                  <a:pt x="40908" y="109984"/>
                </a:lnTo>
                <a:lnTo>
                  <a:pt x="40799" y="111169"/>
                </a:lnTo>
                <a:lnTo>
                  <a:pt x="40712" y="112114"/>
                </a:lnTo>
                <a:lnTo>
                  <a:pt x="40232" y="118435"/>
                </a:lnTo>
                <a:lnTo>
                  <a:pt x="40132" y="119746"/>
                </a:lnTo>
                <a:lnTo>
                  <a:pt x="40060" y="120883"/>
                </a:lnTo>
                <a:lnTo>
                  <a:pt x="39942" y="123214"/>
                </a:lnTo>
                <a:lnTo>
                  <a:pt x="39857" y="125429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6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2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8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2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4" y="119368"/>
                </a:lnTo>
                <a:lnTo>
                  <a:pt x="171218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6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1283" y="255930"/>
                </a:lnTo>
                <a:lnTo>
                  <a:pt x="241329" y="255522"/>
                </a:lnTo>
                <a:lnTo>
                  <a:pt x="242291" y="241417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41368" y="200501"/>
                </a:lnTo>
                <a:lnTo>
                  <a:pt x="231732" y="159118"/>
                </a:lnTo>
                <a:lnTo>
                  <a:pt x="203911" y="125429"/>
                </a:lnTo>
                <a:lnTo>
                  <a:pt x="177954" y="119368"/>
                </a:lnTo>
                <a:lnTo>
                  <a:pt x="332194" y="119368"/>
                </a:lnTo>
                <a:lnTo>
                  <a:pt x="333459" y="123214"/>
                </a:lnTo>
                <a:lnTo>
                  <a:pt x="339928" y="160430"/>
                </a:lnTo>
                <a:lnTo>
                  <a:pt x="342004" y="200501"/>
                </a:lnTo>
                <a:lnTo>
                  <a:pt x="341981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2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2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7468" y="532493"/>
            <a:ext cx="333857" cy="45974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9976904" y="522496"/>
            <a:ext cx="1259840" cy="473709"/>
          </a:xfrm>
          <a:custGeom>
            <a:avLst/>
            <a:gdLst/>
            <a:ahLst/>
            <a:cxnLst/>
            <a:rect l="l" t="t" r="r" b="b"/>
            <a:pathLst>
              <a:path w="1259840" h="473709">
                <a:moveTo>
                  <a:pt x="349046" y="326136"/>
                </a:moveTo>
                <a:lnTo>
                  <a:pt x="328841" y="297700"/>
                </a:lnTo>
                <a:lnTo>
                  <a:pt x="321589" y="298221"/>
                </a:lnTo>
                <a:lnTo>
                  <a:pt x="289521" y="324116"/>
                </a:lnTo>
                <a:lnTo>
                  <a:pt x="277926" y="337451"/>
                </a:lnTo>
                <a:lnTo>
                  <a:pt x="242900" y="367639"/>
                </a:lnTo>
                <a:lnTo>
                  <a:pt x="210019" y="381304"/>
                </a:lnTo>
                <a:lnTo>
                  <a:pt x="211467" y="381304"/>
                </a:lnTo>
                <a:lnTo>
                  <a:pt x="201028" y="381965"/>
                </a:lnTo>
                <a:lnTo>
                  <a:pt x="197332" y="381965"/>
                </a:lnTo>
                <a:lnTo>
                  <a:pt x="153466" y="365379"/>
                </a:lnTo>
                <a:lnTo>
                  <a:pt x="130708" y="332486"/>
                </a:lnTo>
                <a:lnTo>
                  <a:pt x="120777" y="297700"/>
                </a:lnTo>
                <a:lnTo>
                  <a:pt x="119024" y="285610"/>
                </a:lnTo>
                <a:lnTo>
                  <a:pt x="117779" y="272326"/>
                </a:lnTo>
                <a:lnTo>
                  <a:pt x="117157" y="258635"/>
                </a:lnTo>
                <a:lnTo>
                  <a:pt x="117157" y="244538"/>
                </a:lnTo>
                <a:lnTo>
                  <a:pt x="125463" y="200685"/>
                </a:lnTo>
                <a:lnTo>
                  <a:pt x="140462" y="166674"/>
                </a:lnTo>
                <a:lnTo>
                  <a:pt x="140627" y="166357"/>
                </a:lnTo>
                <a:lnTo>
                  <a:pt x="168871" y="134188"/>
                </a:lnTo>
                <a:lnTo>
                  <a:pt x="201066" y="122123"/>
                </a:lnTo>
                <a:lnTo>
                  <a:pt x="201485" y="122123"/>
                </a:lnTo>
                <a:lnTo>
                  <a:pt x="208394" y="121907"/>
                </a:lnTo>
                <a:lnTo>
                  <a:pt x="246468" y="129057"/>
                </a:lnTo>
                <a:lnTo>
                  <a:pt x="252171" y="130721"/>
                </a:lnTo>
                <a:lnTo>
                  <a:pt x="257810" y="132168"/>
                </a:lnTo>
                <a:lnTo>
                  <a:pt x="269011" y="134658"/>
                </a:lnTo>
                <a:lnTo>
                  <a:pt x="274650" y="135280"/>
                </a:lnTo>
                <a:lnTo>
                  <a:pt x="285534" y="135280"/>
                </a:lnTo>
                <a:lnTo>
                  <a:pt x="311315" y="121907"/>
                </a:lnTo>
                <a:lnTo>
                  <a:pt x="313486" y="119380"/>
                </a:lnTo>
                <a:lnTo>
                  <a:pt x="316839" y="112699"/>
                </a:lnTo>
                <a:lnTo>
                  <a:pt x="318846" y="104838"/>
                </a:lnTo>
                <a:lnTo>
                  <a:pt x="319519" y="95796"/>
                </a:lnTo>
                <a:lnTo>
                  <a:pt x="319074" y="88900"/>
                </a:lnTo>
                <a:lnTo>
                  <a:pt x="303352" y="51269"/>
                </a:lnTo>
                <a:lnTo>
                  <a:pt x="274091" y="24269"/>
                </a:lnTo>
                <a:lnTo>
                  <a:pt x="229489" y="5918"/>
                </a:lnTo>
                <a:lnTo>
                  <a:pt x="201079" y="2235"/>
                </a:lnTo>
                <a:lnTo>
                  <a:pt x="188620" y="2717"/>
                </a:lnTo>
                <a:lnTo>
                  <a:pt x="139903" y="14236"/>
                </a:lnTo>
                <a:lnTo>
                  <a:pt x="105803" y="32067"/>
                </a:lnTo>
                <a:lnTo>
                  <a:pt x="74828" y="57111"/>
                </a:lnTo>
                <a:lnTo>
                  <a:pt x="62623" y="70104"/>
                </a:lnTo>
                <a:lnTo>
                  <a:pt x="62623" y="131940"/>
                </a:lnTo>
                <a:lnTo>
                  <a:pt x="58928" y="138430"/>
                </a:lnTo>
                <a:lnTo>
                  <a:pt x="59029" y="138226"/>
                </a:lnTo>
                <a:lnTo>
                  <a:pt x="62623" y="131940"/>
                </a:lnTo>
                <a:lnTo>
                  <a:pt x="62623" y="70104"/>
                </a:lnTo>
                <a:lnTo>
                  <a:pt x="39649" y="101053"/>
                </a:lnTo>
                <a:lnTo>
                  <a:pt x="19659" y="141262"/>
                </a:lnTo>
                <a:lnTo>
                  <a:pt x="5930" y="187261"/>
                </a:lnTo>
                <a:lnTo>
                  <a:pt x="0" y="237909"/>
                </a:lnTo>
                <a:lnTo>
                  <a:pt x="63" y="244538"/>
                </a:lnTo>
                <a:lnTo>
                  <a:pt x="3873" y="294500"/>
                </a:lnTo>
                <a:lnTo>
                  <a:pt x="16205" y="342036"/>
                </a:lnTo>
                <a:lnTo>
                  <a:pt x="35293" y="381965"/>
                </a:lnTo>
                <a:lnTo>
                  <a:pt x="59804" y="414108"/>
                </a:lnTo>
                <a:lnTo>
                  <a:pt x="98818" y="445516"/>
                </a:lnTo>
                <a:lnTo>
                  <a:pt x="142024" y="464159"/>
                </a:lnTo>
                <a:lnTo>
                  <a:pt x="186626" y="470687"/>
                </a:lnTo>
                <a:lnTo>
                  <a:pt x="198069" y="470446"/>
                </a:lnTo>
                <a:lnTo>
                  <a:pt x="239560" y="461568"/>
                </a:lnTo>
                <a:lnTo>
                  <a:pt x="274053" y="442950"/>
                </a:lnTo>
                <a:lnTo>
                  <a:pt x="307200" y="412013"/>
                </a:lnTo>
                <a:lnTo>
                  <a:pt x="330276" y="379222"/>
                </a:lnTo>
                <a:lnTo>
                  <a:pt x="343776" y="350850"/>
                </a:lnTo>
                <a:lnTo>
                  <a:pt x="345427" y="346506"/>
                </a:lnTo>
                <a:lnTo>
                  <a:pt x="346760" y="342036"/>
                </a:lnTo>
                <a:lnTo>
                  <a:pt x="348589" y="333705"/>
                </a:lnTo>
                <a:lnTo>
                  <a:pt x="349046" y="329768"/>
                </a:lnTo>
                <a:lnTo>
                  <a:pt x="349046" y="326136"/>
                </a:lnTo>
                <a:close/>
              </a:path>
              <a:path w="1259840" h="473709">
                <a:moveTo>
                  <a:pt x="695960" y="55283"/>
                </a:moveTo>
                <a:lnTo>
                  <a:pt x="693635" y="49796"/>
                </a:lnTo>
                <a:lnTo>
                  <a:pt x="688975" y="45440"/>
                </a:lnTo>
                <a:lnTo>
                  <a:pt x="684314" y="40982"/>
                </a:lnTo>
                <a:lnTo>
                  <a:pt x="638771" y="24028"/>
                </a:lnTo>
                <a:lnTo>
                  <a:pt x="585381" y="15011"/>
                </a:lnTo>
                <a:lnTo>
                  <a:pt x="544741" y="10985"/>
                </a:lnTo>
                <a:lnTo>
                  <a:pt x="501446" y="8432"/>
                </a:lnTo>
                <a:lnTo>
                  <a:pt x="499275" y="8369"/>
                </a:lnTo>
                <a:lnTo>
                  <a:pt x="499275" y="207810"/>
                </a:lnTo>
                <a:lnTo>
                  <a:pt x="498970" y="216408"/>
                </a:lnTo>
                <a:lnTo>
                  <a:pt x="498754" y="221665"/>
                </a:lnTo>
                <a:lnTo>
                  <a:pt x="499275" y="207810"/>
                </a:lnTo>
                <a:lnTo>
                  <a:pt x="499275" y="8369"/>
                </a:lnTo>
                <a:lnTo>
                  <a:pt x="490956" y="8102"/>
                </a:lnTo>
                <a:lnTo>
                  <a:pt x="480771" y="7899"/>
                </a:lnTo>
                <a:lnTo>
                  <a:pt x="454990" y="7899"/>
                </a:lnTo>
                <a:lnTo>
                  <a:pt x="444157" y="8661"/>
                </a:lnTo>
                <a:lnTo>
                  <a:pt x="437934" y="9512"/>
                </a:lnTo>
                <a:lnTo>
                  <a:pt x="437667" y="9512"/>
                </a:lnTo>
                <a:lnTo>
                  <a:pt x="395986" y="28498"/>
                </a:lnTo>
                <a:lnTo>
                  <a:pt x="382003" y="54038"/>
                </a:lnTo>
                <a:lnTo>
                  <a:pt x="382003" y="69481"/>
                </a:lnTo>
                <a:lnTo>
                  <a:pt x="407924" y="104813"/>
                </a:lnTo>
                <a:lnTo>
                  <a:pt x="444220" y="114808"/>
                </a:lnTo>
                <a:lnTo>
                  <a:pt x="476681" y="114808"/>
                </a:lnTo>
                <a:lnTo>
                  <a:pt x="482561" y="114604"/>
                </a:lnTo>
                <a:lnTo>
                  <a:pt x="482523" y="114808"/>
                </a:lnTo>
                <a:lnTo>
                  <a:pt x="476034" y="168541"/>
                </a:lnTo>
                <a:lnTo>
                  <a:pt x="473697" y="207810"/>
                </a:lnTo>
                <a:lnTo>
                  <a:pt x="473252" y="256870"/>
                </a:lnTo>
                <a:lnTo>
                  <a:pt x="473786" y="273646"/>
                </a:lnTo>
                <a:lnTo>
                  <a:pt x="474649" y="290360"/>
                </a:lnTo>
                <a:lnTo>
                  <a:pt x="474764" y="291795"/>
                </a:lnTo>
                <a:lnTo>
                  <a:pt x="474853" y="292989"/>
                </a:lnTo>
                <a:lnTo>
                  <a:pt x="479488" y="339547"/>
                </a:lnTo>
                <a:lnTo>
                  <a:pt x="487210" y="382460"/>
                </a:lnTo>
                <a:lnTo>
                  <a:pt x="498297" y="420293"/>
                </a:lnTo>
                <a:lnTo>
                  <a:pt x="516966" y="454418"/>
                </a:lnTo>
                <a:lnTo>
                  <a:pt x="533285" y="465404"/>
                </a:lnTo>
                <a:lnTo>
                  <a:pt x="547687" y="465404"/>
                </a:lnTo>
                <a:lnTo>
                  <a:pt x="570953" y="431317"/>
                </a:lnTo>
                <a:lnTo>
                  <a:pt x="573595" y="386600"/>
                </a:lnTo>
                <a:lnTo>
                  <a:pt x="573798" y="385051"/>
                </a:lnTo>
                <a:lnTo>
                  <a:pt x="574497" y="370903"/>
                </a:lnTo>
                <a:lnTo>
                  <a:pt x="575348" y="356717"/>
                </a:lnTo>
                <a:lnTo>
                  <a:pt x="575449" y="355371"/>
                </a:lnTo>
                <a:lnTo>
                  <a:pt x="576364" y="342417"/>
                </a:lnTo>
                <a:lnTo>
                  <a:pt x="577532" y="328002"/>
                </a:lnTo>
                <a:lnTo>
                  <a:pt x="578802" y="313588"/>
                </a:lnTo>
                <a:lnTo>
                  <a:pt x="580136" y="299250"/>
                </a:lnTo>
                <a:lnTo>
                  <a:pt x="580745" y="292989"/>
                </a:lnTo>
                <a:lnTo>
                  <a:pt x="580859" y="291795"/>
                </a:lnTo>
                <a:lnTo>
                  <a:pt x="586016" y="242519"/>
                </a:lnTo>
                <a:lnTo>
                  <a:pt x="590804" y="202006"/>
                </a:lnTo>
                <a:lnTo>
                  <a:pt x="595553" y="164503"/>
                </a:lnTo>
                <a:lnTo>
                  <a:pt x="596773" y="154800"/>
                </a:lnTo>
                <a:lnTo>
                  <a:pt x="599020" y="136461"/>
                </a:lnTo>
                <a:lnTo>
                  <a:pt x="601637" y="114604"/>
                </a:lnTo>
                <a:lnTo>
                  <a:pt x="601700" y="114096"/>
                </a:lnTo>
                <a:lnTo>
                  <a:pt x="602335" y="108597"/>
                </a:lnTo>
                <a:lnTo>
                  <a:pt x="602703" y="105130"/>
                </a:lnTo>
                <a:lnTo>
                  <a:pt x="604570" y="104813"/>
                </a:lnTo>
                <a:lnTo>
                  <a:pt x="646010" y="98018"/>
                </a:lnTo>
                <a:lnTo>
                  <a:pt x="686523" y="80886"/>
                </a:lnTo>
                <a:lnTo>
                  <a:pt x="695591" y="64401"/>
                </a:lnTo>
                <a:lnTo>
                  <a:pt x="695718" y="63576"/>
                </a:lnTo>
                <a:lnTo>
                  <a:pt x="695921" y="62230"/>
                </a:lnTo>
                <a:lnTo>
                  <a:pt x="695960" y="55283"/>
                </a:lnTo>
                <a:close/>
              </a:path>
              <a:path w="1259840" h="473709">
                <a:moveTo>
                  <a:pt x="859904" y="54470"/>
                </a:moveTo>
                <a:lnTo>
                  <a:pt x="858316" y="42062"/>
                </a:lnTo>
                <a:lnTo>
                  <a:pt x="857237" y="38595"/>
                </a:lnTo>
                <a:lnTo>
                  <a:pt x="855002" y="31381"/>
                </a:lnTo>
                <a:lnTo>
                  <a:pt x="825855" y="4572"/>
                </a:lnTo>
                <a:lnTo>
                  <a:pt x="807224" y="0"/>
                </a:lnTo>
                <a:lnTo>
                  <a:pt x="800163" y="0"/>
                </a:lnTo>
                <a:lnTo>
                  <a:pt x="792454" y="1765"/>
                </a:lnTo>
                <a:lnTo>
                  <a:pt x="785304" y="3314"/>
                </a:lnTo>
                <a:lnTo>
                  <a:pt x="778725" y="6172"/>
                </a:lnTo>
                <a:lnTo>
                  <a:pt x="770331" y="11938"/>
                </a:lnTo>
                <a:lnTo>
                  <a:pt x="770331" y="103835"/>
                </a:lnTo>
                <a:lnTo>
                  <a:pt x="770229" y="105283"/>
                </a:lnTo>
                <a:lnTo>
                  <a:pt x="769442" y="116078"/>
                </a:lnTo>
                <a:lnTo>
                  <a:pt x="770331" y="103835"/>
                </a:lnTo>
                <a:lnTo>
                  <a:pt x="770331" y="11938"/>
                </a:lnTo>
                <a:lnTo>
                  <a:pt x="766813" y="14351"/>
                </a:lnTo>
                <a:lnTo>
                  <a:pt x="761682" y="19481"/>
                </a:lnTo>
                <a:lnTo>
                  <a:pt x="760514" y="21158"/>
                </a:lnTo>
                <a:lnTo>
                  <a:pt x="760514" y="116078"/>
                </a:lnTo>
                <a:lnTo>
                  <a:pt x="760450" y="116586"/>
                </a:lnTo>
                <a:lnTo>
                  <a:pt x="758825" y="129006"/>
                </a:lnTo>
                <a:lnTo>
                  <a:pt x="760514" y="116078"/>
                </a:lnTo>
                <a:lnTo>
                  <a:pt x="760514" y="21158"/>
                </a:lnTo>
                <a:lnTo>
                  <a:pt x="757326" y="25704"/>
                </a:lnTo>
                <a:lnTo>
                  <a:pt x="752970" y="31813"/>
                </a:lnTo>
                <a:lnTo>
                  <a:pt x="749833" y="38595"/>
                </a:lnTo>
                <a:lnTo>
                  <a:pt x="739648" y="85775"/>
                </a:lnTo>
                <a:lnTo>
                  <a:pt x="733386" y="130454"/>
                </a:lnTo>
                <a:lnTo>
                  <a:pt x="729551" y="178523"/>
                </a:lnTo>
                <a:lnTo>
                  <a:pt x="728357" y="220865"/>
                </a:lnTo>
                <a:lnTo>
                  <a:pt x="728433" y="246849"/>
                </a:lnTo>
                <a:lnTo>
                  <a:pt x="728535" y="250240"/>
                </a:lnTo>
                <a:lnTo>
                  <a:pt x="728954" y="265099"/>
                </a:lnTo>
                <a:lnTo>
                  <a:pt x="732675" y="319366"/>
                </a:lnTo>
                <a:lnTo>
                  <a:pt x="740219" y="371043"/>
                </a:lnTo>
                <a:lnTo>
                  <a:pt x="750798" y="415353"/>
                </a:lnTo>
                <a:lnTo>
                  <a:pt x="767422" y="454571"/>
                </a:lnTo>
                <a:lnTo>
                  <a:pt x="788568" y="473176"/>
                </a:lnTo>
                <a:lnTo>
                  <a:pt x="803490" y="473176"/>
                </a:lnTo>
                <a:lnTo>
                  <a:pt x="826490" y="434314"/>
                </a:lnTo>
                <a:lnTo>
                  <a:pt x="828776" y="383451"/>
                </a:lnTo>
                <a:lnTo>
                  <a:pt x="829360" y="371043"/>
                </a:lnTo>
                <a:lnTo>
                  <a:pt x="832396" y="325983"/>
                </a:lnTo>
                <a:lnTo>
                  <a:pt x="836472" y="280263"/>
                </a:lnTo>
                <a:lnTo>
                  <a:pt x="841133" y="235445"/>
                </a:lnTo>
                <a:lnTo>
                  <a:pt x="845985" y="192290"/>
                </a:lnTo>
                <a:lnTo>
                  <a:pt x="851852" y="143002"/>
                </a:lnTo>
                <a:lnTo>
                  <a:pt x="851890" y="142684"/>
                </a:lnTo>
                <a:lnTo>
                  <a:pt x="857275" y="94881"/>
                </a:lnTo>
                <a:lnTo>
                  <a:pt x="859777" y="66662"/>
                </a:lnTo>
                <a:lnTo>
                  <a:pt x="859904" y="54470"/>
                </a:lnTo>
                <a:close/>
              </a:path>
              <a:path w="1259840" h="473709">
                <a:moveTo>
                  <a:pt x="1259598" y="236931"/>
                </a:moveTo>
                <a:lnTo>
                  <a:pt x="1259395" y="226669"/>
                </a:lnTo>
                <a:lnTo>
                  <a:pt x="1259281" y="224536"/>
                </a:lnTo>
                <a:lnTo>
                  <a:pt x="1259217" y="223558"/>
                </a:lnTo>
                <a:lnTo>
                  <a:pt x="1258811" y="216408"/>
                </a:lnTo>
                <a:lnTo>
                  <a:pt x="1252804" y="175260"/>
                </a:lnTo>
                <a:lnTo>
                  <a:pt x="1252702" y="174866"/>
                </a:lnTo>
                <a:lnTo>
                  <a:pt x="1250569" y="165671"/>
                </a:lnTo>
                <a:lnTo>
                  <a:pt x="1238161" y="127342"/>
                </a:lnTo>
                <a:lnTo>
                  <a:pt x="1221295" y="92456"/>
                </a:lnTo>
                <a:lnTo>
                  <a:pt x="1195514" y="58280"/>
                </a:lnTo>
                <a:lnTo>
                  <a:pt x="1162786" y="30492"/>
                </a:lnTo>
                <a:lnTo>
                  <a:pt x="1147064" y="21196"/>
                </a:lnTo>
                <a:lnTo>
                  <a:pt x="1147064" y="252780"/>
                </a:lnTo>
                <a:lnTo>
                  <a:pt x="1146937" y="257479"/>
                </a:lnTo>
                <a:lnTo>
                  <a:pt x="1143571" y="295592"/>
                </a:lnTo>
                <a:lnTo>
                  <a:pt x="1129245" y="340588"/>
                </a:lnTo>
                <a:lnTo>
                  <a:pt x="1101369" y="374637"/>
                </a:lnTo>
                <a:lnTo>
                  <a:pt x="1088758" y="380809"/>
                </a:lnTo>
                <a:lnTo>
                  <a:pt x="1088948" y="380809"/>
                </a:lnTo>
                <a:lnTo>
                  <a:pt x="1082027" y="382473"/>
                </a:lnTo>
                <a:lnTo>
                  <a:pt x="1082268" y="382473"/>
                </a:lnTo>
                <a:lnTo>
                  <a:pt x="1075258" y="383032"/>
                </a:lnTo>
                <a:lnTo>
                  <a:pt x="1036828" y="363283"/>
                </a:lnTo>
                <a:lnTo>
                  <a:pt x="1016584" y="329450"/>
                </a:lnTo>
                <a:lnTo>
                  <a:pt x="1004697" y="281063"/>
                </a:lnTo>
                <a:lnTo>
                  <a:pt x="1003261" y="257479"/>
                </a:lnTo>
                <a:lnTo>
                  <a:pt x="1003300" y="247053"/>
                </a:lnTo>
                <a:lnTo>
                  <a:pt x="1009510" y="198843"/>
                </a:lnTo>
                <a:lnTo>
                  <a:pt x="1026147" y="157353"/>
                </a:lnTo>
                <a:lnTo>
                  <a:pt x="1055725" y="127508"/>
                </a:lnTo>
                <a:lnTo>
                  <a:pt x="1068755" y="123063"/>
                </a:lnTo>
                <a:lnTo>
                  <a:pt x="1068908" y="123063"/>
                </a:lnTo>
                <a:lnTo>
                  <a:pt x="1075258" y="122529"/>
                </a:lnTo>
                <a:lnTo>
                  <a:pt x="1113180" y="141566"/>
                </a:lnTo>
                <a:lnTo>
                  <a:pt x="1133348" y="174866"/>
                </a:lnTo>
                <a:lnTo>
                  <a:pt x="1145476" y="223558"/>
                </a:lnTo>
                <a:lnTo>
                  <a:pt x="1145552" y="224536"/>
                </a:lnTo>
                <a:lnTo>
                  <a:pt x="1146594" y="236931"/>
                </a:lnTo>
                <a:lnTo>
                  <a:pt x="1146683" y="238340"/>
                </a:lnTo>
                <a:lnTo>
                  <a:pt x="1147064" y="252780"/>
                </a:lnTo>
                <a:lnTo>
                  <a:pt x="1147064" y="21196"/>
                </a:lnTo>
                <a:lnTo>
                  <a:pt x="1105827" y="6083"/>
                </a:lnTo>
                <a:lnTo>
                  <a:pt x="1095184" y="4191"/>
                </a:lnTo>
                <a:lnTo>
                  <a:pt x="1094816" y="4191"/>
                </a:lnTo>
                <a:lnTo>
                  <a:pt x="1085545" y="3213"/>
                </a:lnTo>
                <a:lnTo>
                  <a:pt x="1034376" y="8216"/>
                </a:lnTo>
                <a:lnTo>
                  <a:pt x="996302" y="24307"/>
                </a:lnTo>
                <a:lnTo>
                  <a:pt x="962266" y="49987"/>
                </a:lnTo>
                <a:lnTo>
                  <a:pt x="933500" y="84455"/>
                </a:lnTo>
                <a:lnTo>
                  <a:pt x="915009" y="117983"/>
                </a:lnTo>
                <a:lnTo>
                  <a:pt x="901331" y="155486"/>
                </a:lnTo>
                <a:lnTo>
                  <a:pt x="901141" y="156260"/>
                </a:lnTo>
                <a:lnTo>
                  <a:pt x="896505" y="175260"/>
                </a:lnTo>
                <a:lnTo>
                  <a:pt x="896454" y="175577"/>
                </a:lnTo>
                <a:lnTo>
                  <a:pt x="896327" y="176276"/>
                </a:lnTo>
                <a:lnTo>
                  <a:pt x="893051" y="195427"/>
                </a:lnTo>
                <a:lnTo>
                  <a:pt x="893013" y="195897"/>
                </a:lnTo>
                <a:lnTo>
                  <a:pt x="890993" y="215988"/>
                </a:lnTo>
                <a:lnTo>
                  <a:pt x="890968" y="216408"/>
                </a:lnTo>
                <a:lnTo>
                  <a:pt x="890295" y="236931"/>
                </a:lnTo>
                <a:lnTo>
                  <a:pt x="890320" y="238340"/>
                </a:lnTo>
                <a:lnTo>
                  <a:pt x="890485" y="247192"/>
                </a:lnTo>
                <a:lnTo>
                  <a:pt x="894956" y="288302"/>
                </a:lnTo>
                <a:lnTo>
                  <a:pt x="904659" y="327596"/>
                </a:lnTo>
                <a:lnTo>
                  <a:pt x="919441" y="364070"/>
                </a:lnTo>
                <a:lnTo>
                  <a:pt x="947229" y="406996"/>
                </a:lnTo>
                <a:lnTo>
                  <a:pt x="978585" y="436956"/>
                </a:lnTo>
                <a:lnTo>
                  <a:pt x="1015187" y="458317"/>
                </a:lnTo>
                <a:lnTo>
                  <a:pt x="1054303" y="468985"/>
                </a:lnTo>
                <a:lnTo>
                  <a:pt x="1053693" y="468985"/>
                </a:lnTo>
                <a:lnTo>
                  <a:pt x="1075258" y="470382"/>
                </a:lnTo>
                <a:lnTo>
                  <a:pt x="1085481" y="470027"/>
                </a:lnTo>
                <a:lnTo>
                  <a:pt x="1095654" y="468985"/>
                </a:lnTo>
                <a:lnTo>
                  <a:pt x="1135367" y="457949"/>
                </a:lnTo>
                <a:lnTo>
                  <a:pt x="1171384" y="436956"/>
                </a:lnTo>
                <a:lnTo>
                  <a:pt x="1202867" y="406996"/>
                </a:lnTo>
                <a:lnTo>
                  <a:pt x="1225854" y="372656"/>
                </a:lnTo>
                <a:lnTo>
                  <a:pt x="1241717" y="337096"/>
                </a:lnTo>
                <a:lnTo>
                  <a:pt x="1252867" y="298081"/>
                </a:lnTo>
                <a:lnTo>
                  <a:pt x="1258811" y="257251"/>
                </a:lnTo>
                <a:lnTo>
                  <a:pt x="1259395" y="247053"/>
                </a:lnTo>
                <a:lnTo>
                  <a:pt x="1259598" y="236931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296333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837" y="262890"/>
                </a:lnTo>
                <a:lnTo>
                  <a:pt x="236731" y="260350"/>
                </a:lnTo>
                <a:lnTo>
                  <a:pt x="236391" y="247650"/>
                </a:lnTo>
                <a:lnTo>
                  <a:pt x="236289" y="24130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7112" y="176530"/>
                </a:lnTo>
                <a:lnTo>
                  <a:pt x="237207" y="173990"/>
                </a:lnTo>
                <a:lnTo>
                  <a:pt x="237809" y="16256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3784" y="93980"/>
                </a:lnTo>
                <a:lnTo>
                  <a:pt x="250001" y="5461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5823" y="2819183"/>
            <a:ext cx="1483520" cy="362037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4600571" y="2837533"/>
            <a:ext cx="254635" cy="262255"/>
            <a:chOff x="4600571" y="2837533"/>
            <a:chExt cx="254635" cy="262255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0571" y="2923959"/>
              <a:ext cx="139824" cy="17560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25855" y="2837533"/>
              <a:ext cx="129539" cy="262255"/>
            </a:xfrm>
            <a:custGeom>
              <a:avLst/>
              <a:gdLst/>
              <a:ahLst/>
              <a:cxnLst/>
              <a:rect l="l" t="t" r="r" b="b"/>
              <a:pathLst>
                <a:path w="129539" h="262255">
                  <a:moveTo>
                    <a:pt x="52235" y="262215"/>
                  </a:moveTo>
                  <a:lnTo>
                    <a:pt x="42387" y="262215"/>
                  </a:lnTo>
                  <a:lnTo>
                    <a:pt x="36271" y="260075"/>
                  </a:lnTo>
                  <a:lnTo>
                    <a:pt x="13853" y="222947"/>
                  </a:lnTo>
                  <a:lnTo>
                    <a:pt x="9165" y="174871"/>
                  </a:lnTo>
                  <a:lnTo>
                    <a:pt x="9083" y="145420"/>
                  </a:lnTo>
                  <a:lnTo>
                    <a:pt x="7248" y="144319"/>
                  </a:lnTo>
                  <a:lnTo>
                    <a:pt x="5260" y="141781"/>
                  </a:lnTo>
                  <a:lnTo>
                    <a:pt x="3119" y="137805"/>
                  </a:lnTo>
                  <a:lnTo>
                    <a:pt x="1039" y="133829"/>
                  </a:lnTo>
                  <a:lnTo>
                    <a:pt x="0" y="129425"/>
                  </a:lnTo>
                  <a:lnTo>
                    <a:pt x="0" y="118905"/>
                  </a:lnTo>
                  <a:lnTo>
                    <a:pt x="1482" y="113675"/>
                  </a:lnTo>
                  <a:lnTo>
                    <a:pt x="7034" y="104745"/>
                  </a:lnTo>
                  <a:lnTo>
                    <a:pt x="9725" y="101993"/>
                  </a:lnTo>
                  <a:lnTo>
                    <a:pt x="12294" y="101014"/>
                  </a:lnTo>
                  <a:lnTo>
                    <a:pt x="12752" y="97895"/>
                  </a:lnTo>
                  <a:lnTo>
                    <a:pt x="14980" y="85050"/>
                  </a:lnTo>
                  <a:lnTo>
                    <a:pt x="15092" y="84402"/>
                  </a:lnTo>
                  <a:lnTo>
                    <a:pt x="17799" y="72091"/>
                  </a:lnTo>
                  <a:lnTo>
                    <a:pt x="32203" y="34061"/>
                  </a:lnTo>
                  <a:lnTo>
                    <a:pt x="63122" y="4679"/>
                  </a:lnTo>
                  <a:lnTo>
                    <a:pt x="79331" y="0"/>
                  </a:lnTo>
                  <a:lnTo>
                    <a:pt x="91136" y="0"/>
                  </a:lnTo>
                  <a:lnTo>
                    <a:pt x="94714" y="489"/>
                  </a:lnTo>
                  <a:lnTo>
                    <a:pt x="102176" y="2446"/>
                  </a:lnTo>
                  <a:lnTo>
                    <a:pt x="105785" y="4006"/>
                  </a:lnTo>
                  <a:lnTo>
                    <a:pt x="109271" y="6147"/>
                  </a:lnTo>
                  <a:lnTo>
                    <a:pt x="112758" y="8226"/>
                  </a:lnTo>
                  <a:lnTo>
                    <a:pt x="115969" y="10826"/>
                  </a:lnTo>
                  <a:lnTo>
                    <a:pt x="118905" y="13945"/>
                  </a:lnTo>
                  <a:lnTo>
                    <a:pt x="69482" y="13945"/>
                  </a:lnTo>
                  <a:lnTo>
                    <a:pt x="67408" y="15516"/>
                  </a:lnTo>
                  <a:lnTo>
                    <a:pt x="44864" y="39451"/>
                  </a:lnTo>
                  <a:lnTo>
                    <a:pt x="42112" y="42876"/>
                  </a:lnTo>
                  <a:lnTo>
                    <a:pt x="40054" y="45812"/>
                  </a:lnTo>
                  <a:lnTo>
                    <a:pt x="38625" y="48351"/>
                  </a:lnTo>
                  <a:lnTo>
                    <a:pt x="40522" y="49696"/>
                  </a:lnTo>
                  <a:lnTo>
                    <a:pt x="41592" y="50400"/>
                  </a:lnTo>
                  <a:lnTo>
                    <a:pt x="43274" y="50614"/>
                  </a:lnTo>
                  <a:lnTo>
                    <a:pt x="45231" y="50920"/>
                  </a:lnTo>
                  <a:lnTo>
                    <a:pt x="83509" y="50920"/>
                  </a:lnTo>
                  <a:lnTo>
                    <a:pt x="82481" y="53060"/>
                  </a:lnTo>
                  <a:lnTo>
                    <a:pt x="81166" y="56792"/>
                  </a:lnTo>
                  <a:lnTo>
                    <a:pt x="78842" y="65599"/>
                  </a:lnTo>
                  <a:lnTo>
                    <a:pt x="77802" y="70248"/>
                  </a:lnTo>
                  <a:lnTo>
                    <a:pt x="75967" y="80034"/>
                  </a:lnTo>
                  <a:lnTo>
                    <a:pt x="75274" y="84402"/>
                  </a:lnTo>
                  <a:lnTo>
                    <a:pt x="75172" y="85050"/>
                  </a:lnTo>
                  <a:lnTo>
                    <a:pt x="74499" y="90188"/>
                  </a:lnTo>
                  <a:lnTo>
                    <a:pt x="73229" y="101014"/>
                  </a:lnTo>
                  <a:lnTo>
                    <a:pt x="73114" y="101993"/>
                  </a:lnTo>
                  <a:lnTo>
                    <a:pt x="73025" y="102757"/>
                  </a:lnTo>
                  <a:lnTo>
                    <a:pt x="72967" y="103247"/>
                  </a:lnTo>
                  <a:lnTo>
                    <a:pt x="70260" y="104745"/>
                  </a:lnTo>
                  <a:lnTo>
                    <a:pt x="67973" y="105968"/>
                  </a:lnTo>
                  <a:lnTo>
                    <a:pt x="90020" y="105968"/>
                  </a:lnTo>
                  <a:lnTo>
                    <a:pt x="91550" y="109877"/>
                  </a:lnTo>
                  <a:lnTo>
                    <a:pt x="109485" y="109877"/>
                  </a:lnTo>
                  <a:lnTo>
                    <a:pt x="117896" y="113675"/>
                  </a:lnTo>
                  <a:lnTo>
                    <a:pt x="120740" y="118171"/>
                  </a:lnTo>
                  <a:lnTo>
                    <a:pt x="120740" y="126795"/>
                  </a:lnTo>
                  <a:lnTo>
                    <a:pt x="120281" y="128936"/>
                  </a:lnTo>
                  <a:lnTo>
                    <a:pt x="119364" y="131016"/>
                  </a:lnTo>
                  <a:lnTo>
                    <a:pt x="118508" y="133095"/>
                  </a:lnTo>
                  <a:lnTo>
                    <a:pt x="117009" y="134930"/>
                  </a:lnTo>
                  <a:lnTo>
                    <a:pt x="114868" y="136521"/>
                  </a:lnTo>
                  <a:lnTo>
                    <a:pt x="112788" y="138111"/>
                  </a:lnTo>
                  <a:lnTo>
                    <a:pt x="71838" y="144961"/>
                  </a:lnTo>
                  <a:lnTo>
                    <a:pt x="71900" y="148387"/>
                  </a:lnTo>
                  <a:lnTo>
                    <a:pt x="74224" y="188756"/>
                  </a:lnTo>
                  <a:lnTo>
                    <a:pt x="78016" y="220929"/>
                  </a:lnTo>
                  <a:lnTo>
                    <a:pt x="78230" y="222672"/>
                  </a:lnTo>
                  <a:lnTo>
                    <a:pt x="78352" y="224507"/>
                  </a:lnTo>
                  <a:lnTo>
                    <a:pt x="78475" y="226281"/>
                  </a:lnTo>
                  <a:lnTo>
                    <a:pt x="78536" y="236954"/>
                  </a:lnTo>
                  <a:lnTo>
                    <a:pt x="55324" y="261757"/>
                  </a:lnTo>
                  <a:lnTo>
                    <a:pt x="52235" y="262215"/>
                  </a:lnTo>
                  <a:close/>
                </a:path>
                <a:path w="129539" h="262255">
                  <a:moveTo>
                    <a:pt x="45231" y="50920"/>
                  </a:moveTo>
                  <a:lnTo>
                    <a:pt x="43274" y="50614"/>
                  </a:lnTo>
                  <a:lnTo>
                    <a:pt x="41592" y="50400"/>
                  </a:lnTo>
                  <a:lnTo>
                    <a:pt x="40522" y="49696"/>
                  </a:lnTo>
                  <a:lnTo>
                    <a:pt x="38625" y="48351"/>
                  </a:lnTo>
                  <a:lnTo>
                    <a:pt x="40054" y="45812"/>
                  </a:lnTo>
                  <a:lnTo>
                    <a:pt x="42112" y="42876"/>
                  </a:lnTo>
                  <a:lnTo>
                    <a:pt x="44864" y="39451"/>
                  </a:lnTo>
                  <a:lnTo>
                    <a:pt x="47617" y="35965"/>
                  </a:lnTo>
                  <a:lnTo>
                    <a:pt x="69482" y="13945"/>
                  </a:lnTo>
                  <a:lnTo>
                    <a:pt x="69288" y="13945"/>
                  </a:lnTo>
                  <a:lnTo>
                    <a:pt x="70768" y="15811"/>
                  </a:lnTo>
                  <a:lnTo>
                    <a:pt x="71533" y="16728"/>
                  </a:lnTo>
                  <a:lnTo>
                    <a:pt x="71735" y="16728"/>
                  </a:lnTo>
                  <a:lnTo>
                    <a:pt x="72070" y="17707"/>
                  </a:lnTo>
                  <a:lnTo>
                    <a:pt x="72848" y="20276"/>
                  </a:lnTo>
                  <a:lnTo>
                    <a:pt x="71369" y="20704"/>
                  </a:lnTo>
                  <a:lnTo>
                    <a:pt x="70963" y="20704"/>
                  </a:lnTo>
                  <a:lnTo>
                    <a:pt x="67832" y="22447"/>
                  </a:lnTo>
                  <a:lnTo>
                    <a:pt x="45700" y="48351"/>
                  </a:lnTo>
                  <a:lnTo>
                    <a:pt x="45598" y="48595"/>
                  </a:lnTo>
                  <a:lnTo>
                    <a:pt x="45458" y="49482"/>
                  </a:lnTo>
                  <a:lnTo>
                    <a:pt x="45376" y="50002"/>
                  </a:lnTo>
                  <a:lnTo>
                    <a:pt x="45280" y="50614"/>
                  </a:lnTo>
                  <a:lnTo>
                    <a:pt x="45231" y="50920"/>
                  </a:lnTo>
                  <a:close/>
                </a:path>
                <a:path w="129539" h="262255">
                  <a:moveTo>
                    <a:pt x="83509" y="50920"/>
                  </a:moveTo>
                  <a:lnTo>
                    <a:pt x="45231" y="50920"/>
                  </a:lnTo>
                  <a:lnTo>
                    <a:pt x="45598" y="48595"/>
                  </a:lnTo>
                  <a:lnTo>
                    <a:pt x="46760" y="45812"/>
                  </a:lnTo>
                  <a:lnTo>
                    <a:pt x="50625" y="39451"/>
                  </a:lnTo>
                  <a:lnTo>
                    <a:pt x="50736" y="39268"/>
                  </a:lnTo>
                  <a:lnTo>
                    <a:pt x="70963" y="20704"/>
                  </a:lnTo>
                  <a:lnTo>
                    <a:pt x="71369" y="20704"/>
                  </a:lnTo>
                  <a:lnTo>
                    <a:pt x="72848" y="20276"/>
                  </a:lnTo>
                  <a:lnTo>
                    <a:pt x="72175" y="18013"/>
                  </a:lnTo>
                  <a:lnTo>
                    <a:pt x="71829" y="17003"/>
                  </a:lnTo>
                  <a:lnTo>
                    <a:pt x="71735" y="16728"/>
                  </a:lnTo>
                  <a:lnTo>
                    <a:pt x="71533" y="16728"/>
                  </a:lnTo>
                  <a:lnTo>
                    <a:pt x="70768" y="15811"/>
                  </a:lnTo>
                  <a:lnTo>
                    <a:pt x="69288" y="13945"/>
                  </a:lnTo>
                  <a:lnTo>
                    <a:pt x="118905" y="13945"/>
                  </a:lnTo>
                  <a:lnTo>
                    <a:pt x="129181" y="37066"/>
                  </a:lnTo>
                  <a:lnTo>
                    <a:pt x="129181" y="41286"/>
                  </a:lnTo>
                  <a:lnTo>
                    <a:pt x="91197" y="41286"/>
                  </a:lnTo>
                  <a:lnTo>
                    <a:pt x="89729" y="41959"/>
                  </a:lnTo>
                  <a:lnTo>
                    <a:pt x="88261" y="43305"/>
                  </a:lnTo>
                  <a:lnTo>
                    <a:pt x="86854" y="44650"/>
                  </a:lnTo>
                  <a:lnTo>
                    <a:pt x="85417" y="46883"/>
                  </a:lnTo>
                  <a:lnTo>
                    <a:pt x="83509" y="50920"/>
                  </a:lnTo>
                  <a:close/>
                </a:path>
                <a:path w="129539" h="262255">
                  <a:moveTo>
                    <a:pt x="119272" y="53947"/>
                  </a:moveTo>
                  <a:lnTo>
                    <a:pt x="113217" y="53947"/>
                  </a:lnTo>
                  <a:lnTo>
                    <a:pt x="110770" y="53366"/>
                  </a:lnTo>
                  <a:lnTo>
                    <a:pt x="98078" y="43794"/>
                  </a:lnTo>
                  <a:lnTo>
                    <a:pt x="96947" y="42662"/>
                  </a:lnTo>
                  <a:lnTo>
                    <a:pt x="95948" y="41959"/>
                  </a:lnTo>
                  <a:lnTo>
                    <a:pt x="95418" y="41561"/>
                  </a:lnTo>
                  <a:lnTo>
                    <a:pt x="94255" y="41286"/>
                  </a:lnTo>
                  <a:lnTo>
                    <a:pt x="129181" y="41286"/>
                  </a:lnTo>
                  <a:lnTo>
                    <a:pt x="129181" y="43794"/>
                  </a:lnTo>
                  <a:lnTo>
                    <a:pt x="127835" y="47525"/>
                  </a:lnTo>
                  <a:lnTo>
                    <a:pt x="122453" y="52663"/>
                  </a:lnTo>
                  <a:lnTo>
                    <a:pt x="119272" y="53947"/>
                  </a:lnTo>
                  <a:close/>
                </a:path>
                <a:path w="129539" h="262255">
                  <a:moveTo>
                    <a:pt x="90020" y="105968"/>
                  </a:moveTo>
                  <a:lnTo>
                    <a:pt x="72664" y="105968"/>
                  </a:lnTo>
                  <a:lnTo>
                    <a:pt x="72692" y="105693"/>
                  </a:lnTo>
                  <a:lnTo>
                    <a:pt x="72792" y="104745"/>
                  </a:lnTo>
                  <a:lnTo>
                    <a:pt x="73061" y="103247"/>
                  </a:lnTo>
                  <a:lnTo>
                    <a:pt x="77924" y="102146"/>
                  </a:lnTo>
                  <a:lnTo>
                    <a:pt x="82389" y="102757"/>
                  </a:lnTo>
                  <a:lnTo>
                    <a:pt x="86358" y="103247"/>
                  </a:lnTo>
                  <a:lnTo>
                    <a:pt x="86776" y="103247"/>
                  </a:lnTo>
                  <a:lnTo>
                    <a:pt x="89913" y="105693"/>
                  </a:lnTo>
                  <a:lnTo>
                    <a:pt x="90020" y="105968"/>
                  </a:lnTo>
                  <a:close/>
                </a:path>
                <a:path w="129539" h="262255">
                  <a:moveTo>
                    <a:pt x="72664" y="105968"/>
                  </a:moveTo>
                  <a:lnTo>
                    <a:pt x="67973" y="105968"/>
                  </a:lnTo>
                  <a:lnTo>
                    <a:pt x="73061" y="103247"/>
                  </a:lnTo>
                  <a:lnTo>
                    <a:pt x="72792" y="104745"/>
                  </a:lnTo>
                  <a:lnTo>
                    <a:pt x="72692" y="105693"/>
                  </a:lnTo>
                  <a:lnTo>
                    <a:pt x="72664" y="105968"/>
                  </a:lnTo>
                  <a:close/>
                </a:path>
                <a:path w="129539" h="262255">
                  <a:moveTo>
                    <a:pt x="109485" y="109877"/>
                  </a:moveTo>
                  <a:lnTo>
                    <a:pt x="91550" y="109877"/>
                  </a:lnTo>
                  <a:lnTo>
                    <a:pt x="99577" y="108140"/>
                  </a:lnTo>
                  <a:lnTo>
                    <a:pt x="106519" y="108537"/>
                  </a:lnTo>
                  <a:lnTo>
                    <a:pt x="109485" y="109877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33989" y="2826706"/>
            <a:ext cx="406378" cy="27395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16752" y="2829551"/>
            <a:ext cx="1032759" cy="357175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510783" y="2710882"/>
            <a:ext cx="14461490" cy="9480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85" dirty="0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514984" algn="l"/>
              </a:tabLst>
            </a:pPr>
            <a:r>
              <a:rPr sz="2950" spc="85" dirty="0">
                <a:latin typeface="Times New Roman"/>
                <a:cs typeface="Times New Roman"/>
              </a:rPr>
              <a:t>-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950" spc="-114" dirty="0">
                <a:latin typeface="Times New Roman"/>
                <a:cs typeface="Times New Roman"/>
              </a:rPr>
              <a:t>Traditional</a:t>
            </a:r>
            <a:r>
              <a:rPr sz="2950" spc="-210" dirty="0">
                <a:latin typeface="Times New Roman"/>
                <a:cs typeface="Times New Roman"/>
              </a:rPr>
              <a:t> </a:t>
            </a:r>
            <a:r>
              <a:rPr sz="2950" spc="-340" dirty="0">
                <a:latin typeface="Times New Roman"/>
                <a:cs typeface="Times New Roman"/>
              </a:rPr>
              <a:t>campus</a:t>
            </a:r>
            <a:r>
              <a:rPr sz="2950" spc="-85" dirty="0">
                <a:latin typeface="Times New Roman"/>
                <a:cs typeface="Times New Roman"/>
              </a:rPr>
              <a:t> </a:t>
            </a:r>
            <a:r>
              <a:rPr sz="2950" spc="-225" dirty="0">
                <a:latin typeface="Times New Roman"/>
                <a:cs typeface="Times New Roman"/>
              </a:rPr>
              <a:t>event</a:t>
            </a:r>
            <a:r>
              <a:rPr sz="2950" spc="-40" dirty="0">
                <a:latin typeface="Times New Roman"/>
                <a:cs typeface="Times New Roman"/>
              </a:rPr>
              <a:t> </a:t>
            </a:r>
            <a:r>
              <a:rPr sz="2950" spc="-310" dirty="0">
                <a:latin typeface="Times New Roman"/>
                <a:cs typeface="Times New Roman"/>
              </a:rPr>
              <a:t>management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spc="-70" dirty="0">
                <a:latin typeface="Times New Roman"/>
                <a:cs typeface="Times New Roman"/>
              </a:rPr>
              <a:t>is</a:t>
            </a:r>
            <a:r>
              <a:rPr sz="2950" spc="-95" dirty="0">
                <a:latin typeface="Times New Roman"/>
                <a:cs typeface="Times New Roman"/>
              </a:rPr>
              <a:t> </a:t>
            </a:r>
            <a:r>
              <a:rPr sz="2950" spc="-215" dirty="0">
                <a:latin typeface="Times New Roman"/>
                <a:cs typeface="Times New Roman"/>
              </a:rPr>
              <a:t>manual</a:t>
            </a:r>
            <a:r>
              <a:rPr sz="2950" spc="-114" dirty="0">
                <a:latin typeface="Times New Roman"/>
                <a:cs typeface="Times New Roman"/>
              </a:rPr>
              <a:t> </a:t>
            </a:r>
            <a:r>
              <a:rPr sz="2950" spc="-229" dirty="0">
                <a:latin typeface="Times New Roman"/>
                <a:cs typeface="Times New Roman"/>
              </a:rPr>
              <a:t>and</a:t>
            </a:r>
            <a:r>
              <a:rPr sz="2950" spc="-125" dirty="0">
                <a:latin typeface="Times New Roman"/>
                <a:cs typeface="Times New Roman"/>
              </a:rPr>
              <a:t> </a:t>
            </a:r>
            <a:r>
              <a:rPr sz="2950" spc="-120" dirty="0">
                <a:latin typeface="Times New Roman"/>
                <a:cs typeface="Times New Roman"/>
              </a:rPr>
              <a:t>inefficient,</a:t>
            </a:r>
            <a:r>
              <a:rPr sz="2950" spc="-125" dirty="0">
                <a:latin typeface="Times New Roman"/>
                <a:cs typeface="Times New Roman"/>
              </a:rPr>
              <a:t> </a:t>
            </a:r>
            <a:r>
              <a:rPr sz="2950" spc="-280" dirty="0">
                <a:latin typeface="Times New Roman"/>
                <a:cs typeface="Times New Roman"/>
              </a:rPr>
              <a:t>making</a:t>
            </a:r>
            <a:r>
              <a:rPr sz="2950" spc="-120" dirty="0">
                <a:latin typeface="Times New Roman"/>
                <a:cs typeface="Times New Roman"/>
              </a:rPr>
              <a:t> </a:t>
            </a:r>
            <a:r>
              <a:rPr sz="2950" spc="-114" dirty="0">
                <a:latin typeface="Times New Roman"/>
                <a:cs typeface="Times New Roman"/>
              </a:rPr>
              <a:t>registration</a:t>
            </a:r>
            <a:r>
              <a:rPr sz="2950" spc="-195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and</a:t>
            </a:r>
            <a:r>
              <a:rPr sz="2950" spc="-120" dirty="0">
                <a:latin typeface="Times New Roman"/>
                <a:cs typeface="Times New Roman"/>
              </a:rPr>
              <a:t> </a:t>
            </a:r>
            <a:r>
              <a:rPr sz="2950" spc="-155" dirty="0">
                <a:latin typeface="Times New Roman"/>
                <a:cs typeface="Times New Roman"/>
              </a:rPr>
              <a:t>tracking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difficult.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34239" y="4696040"/>
            <a:ext cx="565540" cy="36020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67011" y="4700995"/>
            <a:ext cx="511649" cy="27395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54484" y="4732006"/>
            <a:ext cx="914300" cy="32900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56024" y="4724666"/>
            <a:ext cx="221026" cy="24863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70151" y="4724666"/>
            <a:ext cx="1263504" cy="336348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2510783" y="4585170"/>
            <a:ext cx="11864340" cy="9480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85" dirty="0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514984" algn="l"/>
              </a:tabLst>
            </a:pPr>
            <a:r>
              <a:rPr sz="2950" spc="85" dirty="0">
                <a:latin typeface="Times New Roman"/>
                <a:cs typeface="Times New Roman"/>
              </a:rPr>
              <a:t>-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950" spc="-225" dirty="0">
                <a:latin typeface="Times New Roman"/>
                <a:cs typeface="Times New Roman"/>
              </a:rPr>
              <a:t>This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spc="-260" dirty="0">
                <a:latin typeface="Times New Roman"/>
                <a:cs typeface="Times New Roman"/>
              </a:rPr>
              <a:t>system</a:t>
            </a:r>
            <a:r>
              <a:rPr sz="2950" spc="-165" dirty="0">
                <a:latin typeface="Times New Roman"/>
                <a:cs typeface="Times New Roman"/>
              </a:rPr>
              <a:t> </a:t>
            </a:r>
            <a:r>
              <a:rPr sz="2950" spc="-210" dirty="0">
                <a:latin typeface="Times New Roman"/>
                <a:cs typeface="Times New Roman"/>
              </a:rPr>
              <a:t>automates</a:t>
            </a:r>
            <a:r>
              <a:rPr sz="2950" spc="-95" dirty="0">
                <a:latin typeface="Times New Roman"/>
                <a:cs typeface="Times New Roman"/>
              </a:rPr>
              <a:t> </a:t>
            </a:r>
            <a:r>
              <a:rPr sz="2950" spc="-245" dirty="0">
                <a:latin typeface="Times New Roman"/>
                <a:cs typeface="Times New Roman"/>
              </a:rPr>
              <a:t>event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spc="-114" dirty="0">
                <a:latin typeface="Times New Roman"/>
                <a:cs typeface="Times New Roman"/>
              </a:rPr>
              <a:t>registration</a:t>
            </a:r>
            <a:r>
              <a:rPr sz="2950" spc="-200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and</a:t>
            </a:r>
            <a:r>
              <a:rPr sz="2950" spc="-120" dirty="0">
                <a:latin typeface="Times New Roman"/>
                <a:cs typeface="Times New Roman"/>
              </a:rPr>
              <a:t> </a:t>
            </a:r>
            <a:r>
              <a:rPr sz="2950" spc="-310" dirty="0">
                <a:latin typeface="Times New Roman"/>
                <a:cs typeface="Times New Roman"/>
              </a:rPr>
              <a:t>management</a:t>
            </a:r>
            <a:r>
              <a:rPr sz="2950" spc="-40" dirty="0">
                <a:latin typeface="Times New Roman"/>
                <a:cs typeface="Times New Roman"/>
              </a:rPr>
              <a:t> </a:t>
            </a:r>
            <a:r>
              <a:rPr sz="2950" spc="-80" dirty="0">
                <a:latin typeface="Times New Roman"/>
                <a:cs typeface="Times New Roman"/>
              </a:rPr>
              <a:t>to</a:t>
            </a:r>
            <a:r>
              <a:rPr sz="2950" spc="-155" dirty="0">
                <a:latin typeface="Times New Roman"/>
                <a:cs typeface="Times New Roman"/>
              </a:rPr>
              <a:t> </a:t>
            </a:r>
            <a:r>
              <a:rPr sz="2950" spc="-265" dirty="0">
                <a:latin typeface="Times New Roman"/>
                <a:cs typeface="Times New Roman"/>
              </a:rPr>
              <a:t>save</a:t>
            </a:r>
            <a:r>
              <a:rPr sz="2950" spc="-180" dirty="0">
                <a:latin typeface="Times New Roman"/>
                <a:cs typeface="Times New Roman"/>
              </a:rPr>
              <a:t> </a:t>
            </a:r>
            <a:r>
              <a:rPr sz="2950" spc="-165" dirty="0">
                <a:latin typeface="Times New Roman"/>
                <a:cs typeface="Times New Roman"/>
              </a:rPr>
              <a:t>time</a:t>
            </a:r>
            <a:r>
              <a:rPr sz="2950" spc="-180" dirty="0">
                <a:latin typeface="Times New Roman"/>
                <a:cs typeface="Times New Roman"/>
              </a:rPr>
              <a:t> </a:t>
            </a:r>
            <a:r>
              <a:rPr sz="2950" spc="-229" dirty="0">
                <a:latin typeface="Times New Roman"/>
                <a:cs typeface="Times New Roman"/>
              </a:rPr>
              <a:t>and</a:t>
            </a:r>
            <a:r>
              <a:rPr sz="2950" spc="-120" dirty="0">
                <a:latin typeface="Times New Roman"/>
                <a:cs typeface="Times New Roman"/>
              </a:rPr>
              <a:t> </a:t>
            </a:r>
            <a:r>
              <a:rPr sz="2950" spc="-275" dirty="0">
                <a:latin typeface="Times New Roman"/>
                <a:cs typeface="Times New Roman"/>
              </a:rPr>
              <a:t>reduce</a:t>
            </a:r>
            <a:r>
              <a:rPr sz="2950" spc="-95" dirty="0">
                <a:latin typeface="Times New Roman"/>
                <a:cs typeface="Times New Roman"/>
              </a:rPr>
              <a:t> </a:t>
            </a:r>
            <a:r>
              <a:rPr sz="2950" spc="-50" dirty="0">
                <a:latin typeface="Times New Roman"/>
                <a:cs typeface="Times New Roman"/>
              </a:rPr>
              <a:t>errors.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43070" y="6097671"/>
            <a:ext cx="1517686" cy="28423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25183" y="6108314"/>
            <a:ext cx="1217786" cy="270901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510783" y="5988269"/>
            <a:ext cx="12880340" cy="9480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85" dirty="0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514984" algn="l"/>
              </a:tabLst>
            </a:pPr>
            <a:r>
              <a:rPr sz="2950" spc="85" dirty="0">
                <a:latin typeface="Times New Roman"/>
                <a:cs typeface="Times New Roman"/>
              </a:rPr>
              <a:t>-</a:t>
            </a:r>
            <a:r>
              <a:rPr sz="2950" dirty="0">
                <a:latin typeface="Times New Roman"/>
                <a:cs typeface="Times New Roman"/>
              </a:rPr>
              <a:t>	It</a:t>
            </a:r>
            <a:r>
              <a:rPr sz="2950" spc="-135" dirty="0">
                <a:latin typeface="Times New Roman"/>
                <a:cs typeface="Times New Roman"/>
              </a:rPr>
              <a:t> </a:t>
            </a:r>
            <a:r>
              <a:rPr sz="2950" spc="-70" dirty="0">
                <a:latin typeface="Times New Roman"/>
                <a:cs typeface="Times New Roman"/>
              </a:rPr>
              <a:t>is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-150" dirty="0">
                <a:latin typeface="Times New Roman"/>
                <a:cs typeface="Times New Roman"/>
              </a:rPr>
              <a:t>useful</a:t>
            </a:r>
            <a:r>
              <a:rPr sz="2950" spc="-125" dirty="0">
                <a:latin typeface="Times New Roman"/>
                <a:cs typeface="Times New Roman"/>
              </a:rPr>
              <a:t> </a:t>
            </a:r>
            <a:r>
              <a:rPr sz="2950" spc="-170" dirty="0">
                <a:latin typeface="Times New Roman"/>
                <a:cs typeface="Times New Roman"/>
              </a:rPr>
              <a:t>for</a:t>
            </a:r>
            <a:r>
              <a:rPr sz="2950" spc="-165" dirty="0">
                <a:latin typeface="Times New Roman"/>
                <a:cs typeface="Times New Roman"/>
              </a:rPr>
              <a:t> </a:t>
            </a:r>
            <a:r>
              <a:rPr sz="2950" spc="-270" dirty="0">
                <a:latin typeface="Times New Roman"/>
                <a:cs typeface="Times New Roman"/>
              </a:rPr>
              <a:t>managing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145" dirty="0">
                <a:latin typeface="Times New Roman"/>
                <a:cs typeface="Times New Roman"/>
              </a:rPr>
              <a:t>college</a:t>
            </a:r>
            <a:r>
              <a:rPr sz="2950" spc="-190" dirty="0">
                <a:latin typeface="Times New Roman"/>
                <a:cs typeface="Times New Roman"/>
              </a:rPr>
              <a:t> </a:t>
            </a:r>
            <a:r>
              <a:rPr sz="2950" spc="-240" dirty="0">
                <a:latin typeface="Times New Roman"/>
                <a:cs typeface="Times New Roman"/>
              </a:rPr>
              <a:t>events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-60" dirty="0">
                <a:latin typeface="Times New Roman"/>
                <a:cs typeface="Times New Roman"/>
              </a:rPr>
              <a:t>like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-295" dirty="0">
                <a:latin typeface="Times New Roman"/>
                <a:cs typeface="Times New Roman"/>
              </a:rPr>
              <a:t>workshops,</a:t>
            </a:r>
            <a:r>
              <a:rPr sz="2950" spc="-215" dirty="0">
                <a:latin typeface="Times New Roman"/>
                <a:cs typeface="Times New Roman"/>
              </a:rPr>
              <a:t> </a:t>
            </a:r>
            <a:r>
              <a:rPr sz="2950" spc="-195" dirty="0">
                <a:latin typeface="Times New Roman"/>
                <a:cs typeface="Times New Roman"/>
              </a:rPr>
              <a:t>seminars,</a:t>
            </a:r>
            <a:r>
              <a:rPr sz="2950" spc="-135" dirty="0">
                <a:latin typeface="Times New Roman"/>
                <a:cs typeface="Times New Roman"/>
              </a:rPr>
              <a:t> </a:t>
            </a:r>
            <a:r>
              <a:rPr sz="2950" spc="-80" dirty="0">
                <a:latin typeface="Times New Roman"/>
                <a:cs typeface="Times New Roman"/>
              </a:rPr>
              <a:t>fests,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229" dirty="0">
                <a:latin typeface="Times New Roman"/>
                <a:cs typeface="Times New Roman"/>
              </a:rPr>
              <a:t>and</a:t>
            </a:r>
            <a:r>
              <a:rPr sz="2950" spc="-215" dirty="0">
                <a:latin typeface="Times New Roman"/>
                <a:cs typeface="Times New Roman"/>
              </a:rPr>
              <a:t> </a:t>
            </a:r>
            <a:r>
              <a:rPr sz="2950" spc="-125" dirty="0">
                <a:latin typeface="Times New Roman"/>
                <a:cs typeface="Times New Roman"/>
              </a:rPr>
              <a:t>technical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265" dirty="0">
                <a:latin typeface="Times New Roman"/>
                <a:cs typeface="Times New Roman"/>
              </a:rPr>
              <a:t>programs.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045823" y="7510140"/>
            <a:ext cx="688829" cy="28221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04784" y="7541334"/>
            <a:ext cx="1099421" cy="250472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4977524" y="7528490"/>
            <a:ext cx="265430" cy="262255"/>
            <a:chOff x="4977524" y="7528490"/>
            <a:chExt cx="265430" cy="262255"/>
          </a:xfrm>
        </p:grpSpPr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7524" y="7614916"/>
              <a:ext cx="139824" cy="17560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113278" y="7528490"/>
              <a:ext cx="129539" cy="262255"/>
            </a:xfrm>
            <a:custGeom>
              <a:avLst/>
              <a:gdLst/>
              <a:ahLst/>
              <a:cxnLst/>
              <a:rect l="l" t="t" r="r" b="b"/>
              <a:pathLst>
                <a:path w="129539" h="262254">
                  <a:moveTo>
                    <a:pt x="52235" y="262215"/>
                  </a:moveTo>
                  <a:lnTo>
                    <a:pt x="42387" y="262215"/>
                  </a:lnTo>
                  <a:lnTo>
                    <a:pt x="36271" y="260075"/>
                  </a:lnTo>
                  <a:lnTo>
                    <a:pt x="13853" y="222947"/>
                  </a:lnTo>
                  <a:lnTo>
                    <a:pt x="9165" y="174871"/>
                  </a:lnTo>
                  <a:lnTo>
                    <a:pt x="9083" y="145420"/>
                  </a:lnTo>
                  <a:lnTo>
                    <a:pt x="7248" y="144319"/>
                  </a:lnTo>
                  <a:lnTo>
                    <a:pt x="5260" y="141781"/>
                  </a:lnTo>
                  <a:lnTo>
                    <a:pt x="3119" y="137805"/>
                  </a:lnTo>
                  <a:lnTo>
                    <a:pt x="1039" y="133829"/>
                  </a:lnTo>
                  <a:lnTo>
                    <a:pt x="0" y="129425"/>
                  </a:lnTo>
                  <a:lnTo>
                    <a:pt x="0" y="118905"/>
                  </a:lnTo>
                  <a:lnTo>
                    <a:pt x="1482" y="113675"/>
                  </a:lnTo>
                  <a:lnTo>
                    <a:pt x="7034" y="104745"/>
                  </a:lnTo>
                  <a:lnTo>
                    <a:pt x="9725" y="101993"/>
                  </a:lnTo>
                  <a:lnTo>
                    <a:pt x="12294" y="101014"/>
                  </a:lnTo>
                  <a:lnTo>
                    <a:pt x="12752" y="97895"/>
                  </a:lnTo>
                  <a:lnTo>
                    <a:pt x="14980" y="85050"/>
                  </a:lnTo>
                  <a:lnTo>
                    <a:pt x="15092" y="84402"/>
                  </a:lnTo>
                  <a:lnTo>
                    <a:pt x="17799" y="72091"/>
                  </a:lnTo>
                  <a:lnTo>
                    <a:pt x="32203" y="34061"/>
                  </a:lnTo>
                  <a:lnTo>
                    <a:pt x="63122" y="4679"/>
                  </a:lnTo>
                  <a:lnTo>
                    <a:pt x="79331" y="0"/>
                  </a:lnTo>
                  <a:lnTo>
                    <a:pt x="91136" y="0"/>
                  </a:lnTo>
                  <a:lnTo>
                    <a:pt x="94714" y="489"/>
                  </a:lnTo>
                  <a:lnTo>
                    <a:pt x="102176" y="2446"/>
                  </a:lnTo>
                  <a:lnTo>
                    <a:pt x="105785" y="4006"/>
                  </a:lnTo>
                  <a:lnTo>
                    <a:pt x="109271" y="6147"/>
                  </a:lnTo>
                  <a:lnTo>
                    <a:pt x="112758" y="8226"/>
                  </a:lnTo>
                  <a:lnTo>
                    <a:pt x="115969" y="10826"/>
                  </a:lnTo>
                  <a:lnTo>
                    <a:pt x="118905" y="13945"/>
                  </a:lnTo>
                  <a:lnTo>
                    <a:pt x="69482" y="13945"/>
                  </a:lnTo>
                  <a:lnTo>
                    <a:pt x="67408" y="15516"/>
                  </a:lnTo>
                  <a:lnTo>
                    <a:pt x="44864" y="39451"/>
                  </a:lnTo>
                  <a:lnTo>
                    <a:pt x="42112" y="42876"/>
                  </a:lnTo>
                  <a:lnTo>
                    <a:pt x="40054" y="45812"/>
                  </a:lnTo>
                  <a:lnTo>
                    <a:pt x="38625" y="48351"/>
                  </a:lnTo>
                  <a:lnTo>
                    <a:pt x="40522" y="49696"/>
                  </a:lnTo>
                  <a:lnTo>
                    <a:pt x="41592" y="50400"/>
                  </a:lnTo>
                  <a:lnTo>
                    <a:pt x="43274" y="50614"/>
                  </a:lnTo>
                  <a:lnTo>
                    <a:pt x="45231" y="50920"/>
                  </a:lnTo>
                  <a:lnTo>
                    <a:pt x="83508" y="50920"/>
                  </a:lnTo>
                  <a:lnTo>
                    <a:pt x="82481" y="53060"/>
                  </a:lnTo>
                  <a:lnTo>
                    <a:pt x="81166" y="56792"/>
                  </a:lnTo>
                  <a:lnTo>
                    <a:pt x="78842" y="65599"/>
                  </a:lnTo>
                  <a:lnTo>
                    <a:pt x="77802" y="70248"/>
                  </a:lnTo>
                  <a:lnTo>
                    <a:pt x="75967" y="80034"/>
                  </a:lnTo>
                  <a:lnTo>
                    <a:pt x="75274" y="84402"/>
                  </a:lnTo>
                  <a:lnTo>
                    <a:pt x="75172" y="85050"/>
                  </a:lnTo>
                  <a:lnTo>
                    <a:pt x="74499" y="90188"/>
                  </a:lnTo>
                  <a:lnTo>
                    <a:pt x="73229" y="101014"/>
                  </a:lnTo>
                  <a:lnTo>
                    <a:pt x="73114" y="101993"/>
                  </a:lnTo>
                  <a:lnTo>
                    <a:pt x="73025" y="102757"/>
                  </a:lnTo>
                  <a:lnTo>
                    <a:pt x="72967" y="103247"/>
                  </a:lnTo>
                  <a:lnTo>
                    <a:pt x="70260" y="104745"/>
                  </a:lnTo>
                  <a:lnTo>
                    <a:pt x="67973" y="105968"/>
                  </a:lnTo>
                  <a:lnTo>
                    <a:pt x="90020" y="105968"/>
                  </a:lnTo>
                  <a:lnTo>
                    <a:pt x="91550" y="109877"/>
                  </a:lnTo>
                  <a:lnTo>
                    <a:pt x="109485" y="109877"/>
                  </a:lnTo>
                  <a:lnTo>
                    <a:pt x="117896" y="113675"/>
                  </a:lnTo>
                  <a:lnTo>
                    <a:pt x="120740" y="118171"/>
                  </a:lnTo>
                  <a:lnTo>
                    <a:pt x="120740" y="126795"/>
                  </a:lnTo>
                  <a:lnTo>
                    <a:pt x="120281" y="128936"/>
                  </a:lnTo>
                  <a:lnTo>
                    <a:pt x="119364" y="131016"/>
                  </a:lnTo>
                  <a:lnTo>
                    <a:pt x="118508" y="133095"/>
                  </a:lnTo>
                  <a:lnTo>
                    <a:pt x="117009" y="134930"/>
                  </a:lnTo>
                  <a:lnTo>
                    <a:pt x="114868" y="136521"/>
                  </a:lnTo>
                  <a:lnTo>
                    <a:pt x="112789" y="138111"/>
                  </a:lnTo>
                  <a:lnTo>
                    <a:pt x="71838" y="144961"/>
                  </a:lnTo>
                  <a:lnTo>
                    <a:pt x="71900" y="148387"/>
                  </a:lnTo>
                  <a:lnTo>
                    <a:pt x="74224" y="188756"/>
                  </a:lnTo>
                  <a:lnTo>
                    <a:pt x="78016" y="220929"/>
                  </a:lnTo>
                  <a:lnTo>
                    <a:pt x="78230" y="222672"/>
                  </a:lnTo>
                  <a:lnTo>
                    <a:pt x="78352" y="224507"/>
                  </a:lnTo>
                  <a:lnTo>
                    <a:pt x="78475" y="226281"/>
                  </a:lnTo>
                  <a:lnTo>
                    <a:pt x="78536" y="236954"/>
                  </a:lnTo>
                  <a:lnTo>
                    <a:pt x="55324" y="261757"/>
                  </a:lnTo>
                  <a:lnTo>
                    <a:pt x="52235" y="262215"/>
                  </a:lnTo>
                  <a:close/>
                </a:path>
                <a:path w="129539" h="262254">
                  <a:moveTo>
                    <a:pt x="45231" y="50920"/>
                  </a:moveTo>
                  <a:lnTo>
                    <a:pt x="43274" y="50614"/>
                  </a:lnTo>
                  <a:lnTo>
                    <a:pt x="41592" y="50400"/>
                  </a:lnTo>
                  <a:lnTo>
                    <a:pt x="40522" y="49696"/>
                  </a:lnTo>
                  <a:lnTo>
                    <a:pt x="38625" y="48351"/>
                  </a:lnTo>
                  <a:lnTo>
                    <a:pt x="40054" y="45812"/>
                  </a:lnTo>
                  <a:lnTo>
                    <a:pt x="42112" y="42876"/>
                  </a:lnTo>
                  <a:lnTo>
                    <a:pt x="44864" y="39451"/>
                  </a:lnTo>
                  <a:lnTo>
                    <a:pt x="47617" y="35965"/>
                  </a:lnTo>
                  <a:lnTo>
                    <a:pt x="69482" y="13945"/>
                  </a:lnTo>
                  <a:lnTo>
                    <a:pt x="69288" y="13945"/>
                  </a:lnTo>
                  <a:lnTo>
                    <a:pt x="70768" y="15811"/>
                  </a:lnTo>
                  <a:lnTo>
                    <a:pt x="71533" y="16728"/>
                  </a:lnTo>
                  <a:lnTo>
                    <a:pt x="71735" y="16728"/>
                  </a:lnTo>
                  <a:lnTo>
                    <a:pt x="72070" y="17707"/>
                  </a:lnTo>
                  <a:lnTo>
                    <a:pt x="72848" y="20276"/>
                  </a:lnTo>
                  <a:lnTo>
                    <a:pt x="71369" y="20704"/>
                  </a:lnTo>
                  <a:lnTo>
                    <a:pt x="70963" y="20704"/>
                  </a:lnTo>
                  <a:lnTo>
                    <a:pt x="67832" y="22447"/>
                  </a:lnTo>
                  <a:lnTo>
                    <a:pt x="45700" y="48351"/>
                  </a:lnTo>
                  <a:lnTo>
                    <a:pt x="45598" y="48595"/>
                  </a:lnTo>
                  <a:lnTo>
                    <a:pt x="45458" y="49482"/>
                  </a:lnTo>
                  <a:lnTo>
                    <a:pt x="45376" y="50002"/>
                  </a:lnTo>
                  <a:lnTo>
                    <a:pt x="45280" y="50614"/>
                  </a:lnTo>
                  <a:lnTo>
                    <a:pt x="45231" y="50920"/>
                  </a:lnTo>
                  <a:close/>
                </a:path>
                <a:path w="129539" h="262254">
                  <a:moveTo>
                    <a:pt x="83508" y="50920"/>
                  </a:moveTo>
                  <a:lnTo>
                    <a:pt x="45231" y="50920"/>
                  </a:lnTo>
                  <a:lnTo>
                    <a:pt x="45598" y="48595"/>
                  </a:lnTo>
                  <a:lnTo>
                    <a:pt x="70963" y="20704"/>
                  </a:lnTo>
                  <a:lnTo>
                    <a:pt x="71369" y="20704"/>
                  </a:lnTo>
                  <a:lnTo>
                    <a:pt x="72848" y="20276"/>
                  </a:lnTo>
                  <a:lnTo>
                    <a:pt x="72175" y="18013"/>
                  </a:lnTo>
                  <a:lnTo>
                    <a:pt x="71829" y="17003"/>
                  </a:lnTo>
                  <a:lnTo>
                    <a:pt x="71735" y="16728"/>
                  </a:lnTo>
                  <a:lnTo>
                    <a:pt x="71533" y="16728"/>
                  </a:lnTo>
                  <a:lnTo>
                    <a:pt x="70768" y="15811"/>
                  </a:lnTo>
                  <a:lnTo>
                    <a:pt x="69288" y="13945"/>
                  </a:lnTo>
                  <a:lnTo>
                    <a:pt x="118905" y="13945"/>
                  </a:lnTo>
                  <a:lnTo>
                    <a:pt x="127868" y="29818"/>
                  </a:lnTo>
                  <a:lnTo>
                    <a:pt x="127958" y="30123"/>
                  </a:lnTo>
                  <a:lnTo>
                    <a:pt x="128936" y="34956"/>
                  </a:lnTo>
                  <a:lnTo>
                    <a:pt x="129181" y="37066"/>
                  </a:lnTo>
                  <a:lnTo>
                    <a:pt x="129181" y="41286"/>
                  </a:lnTo>
                  <a:lnTo>
                    <a:pt x="91197" y="41286"/>
                  </a:lnTo>
                  <a:lnTo>
                    <a:pt x="89729" y="41959"/>
                  </a:lnTo>
                  <a:lnTo>
                    <a:pt x="88261" y="43305"/>
                  </a:lnTo>
                  <a:lnTo>
                    <a:pt x="86854" y="44650"/>
                  </a:lnTo>
                  <a:lnTo>
                    <a:pt x="85417" y="46883"/>
                  </a:lnTo>
                  <a:lnTo>
                    <a:pt x="83508" y="50920"/>
                  </a:lnTo>
                  <a:close/>
                </a:path>
                <a:path w="129539" h="262254">
                  <a:moveTo>
                    <a:pt x="119272" y="53947"/>
                  </a:moveTo>
                  <a:lnTo>
                    <a:pt x="113217" y="53947"/>
                  </a:lnTo>
                  <a:lnTo>
                    <a:pt x="110770" y="53366"/>
                  </a:lnTo>
                  <a:lnTo>
                    <a:pt x="98078" y="43794"/>
                  </a:lnTo>
                  <a:lnTo>
                    <a:pt x="96947" y="42662"/>
                  </a:lnTo>
                  <a:lnTo>
                    <a:pt x="95948" y="41959"/>
                  </a:lnTo>
                  <a:lnTo>
                    <a:pt x="95417" y="41561"/>
                  </a:lnTo>
                  <a:lnTo>
                    <a:pt x="94256" y="41286"/>
                  </a:lnTo>
                  <a:lnTo>
                    <a:pt x="129181" y="41286"/>
                  </a:lnTo>
                  <a:lnTo>
                    <a:pt x="129181" y="43794"/>
                  </a:lnTo>
                  <a:lnTo>
                    <a:pt x="127835" y="47525"/>
                  </a:lnTo>
                  <a:lnTo>
                    <a:pt x="122453" y="52663"/>
                  </a:lnTo>
                  <a:lnTo>
                    <a:pt x="119272" y="53947"/>
                  </a:lnTo>
                  <a:close/>
                </a:path>
                <a:path w="129539" h="262254">
                  <a:moveTo>
                    <a:pt x="90020" y="105968"/>
                  </a:moveTo>
                  <a:lnTo>
                    <a:pt x="72664" y="105968"/>
                  </a:lnTo>
                  <a:lnTo>
                    <a:pt x="72692" y="105693"/>
                  </a:lnTo>
                  <a:lnTo>
                    <a:pt x="72792" y="104745"/>
                  </a:lnTo>
                  <a:lnTo>
                    <a:pt x="73061" y="103247"/>
                  </a:lnTo>
                  <a:lnTo>
                    <a:pt x="77924" y="102146"/>
                  </a:lnTo>
                  <a:lnTo>
                    <a:pt x="82389" y="102757"/>
                  </a:lnTo>
                  <a:lnTo>
                    <a:pt x="86358" y="103247"/>
                  </a:lnTo>
                  <a:lnTo>
                    <a:pt x="86776" y="103247"/>
                  </a:lnTo>
                  <a:lnTo>
                    <a:pt x="89913" y="105693"/>
                  </a:lnTo>
                  <a:lnTo>
                    <a:pt x="90020" y="105968"/>
                  </a:lnTo>
                  <a:close/>
                </a:path>
                <a:path w="129539" h="262254">
                  <a:moveTo>
                    <a:pt x="72664" y="105968"/>
                  </a:moveTo>
                  <a:lnTo>
                    <a:pt x="67973" y="105968"/>
                  </a:lnTo>
                  <a:lnTo>
                    <a:pt x="73061" y="103247"/>
                  </a:lnTo>
                  <a:lnTo>
                    <a:pt x="72792" y="104745"/>
                  </a:lnTo>
                  <a:lnTo>
                    <a:pt x="72692" y="105693"/>
                  </a:lnTo>
                  <a:lnTo>
                    <a:pt x="72664" y="105968"/>
                  </a:lnTo>
                  <a:close/>
                </a:path>
                <a:path w="129539" h="262254">
                  <a:moveTo>
                    <a:pt x="109485" y="109877"/>
                  </a:moveTo>
                  <a:lnTo>
                    <a:pt x="91550" y="109877"/>
                  </a:lnTo>
                  <a:lnTo>
                    <a:pt x="99577" y="108140"/>
                  </a:lnTo>
                  <a:lnTo>
                    <a:pt x="106519" y="108537"/>
                  </a:lnTo>
                  <a:lnTo>
                    <a:pt x="109485" y="109877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10940" y="7517663"/>
            <a:ext cx="406378" cy="27395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803693" y="7548857"/>
            <a:ext cx="855236" cy="324054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2510783" y="7401838"/>
            <a:ext cx="13813155" cy="141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85" dirty="0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marR="5080" indent="-502920">
              <a:lnSpc>
                <a:spcPct val="104800"/>
              </a:lnSpc>
              <a:tabLst>
                <a:tab pos="514984" algn="l"/>
              </a:tabLst>
            </a:pPr>
            <a:r>
              <a:rPr sz="2950" spc="85" dirty="0">
                <a:latin typeface="Times New Roman"/>
                <a:cs typeface="Times New Roman"/>
              </a:rPr>
              <a:t>-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950" spc="-335" dirty="0">
                <a:latin typeface="Times New Roman"/>
                <a:cs typeface="Times New Roman"/>
              </a:rPr>
              <a:t>An</a:t>
            </a:r>
            <a:r>
              <a:rPr sz="2950" spc="-114" dirty="0">
                <a:latin typeface="Times New Roman"/>
                <a:cs typeface="Times New Roman"/>
              </a:rPr>
              <a:t> </a:t>
            </a:r>
            <a:r>
              <a:rPr sz="2950" spc="-170" dirty="0">
                <a:latin typeface="Times New Roman"/>
                <a:cs typeface="Times New Roman"/>
              </a:rPr>
              <a:t>online</a:t>
            </a:r>
            <a:r>
              <a:rPr sz="2950" spc="-105" dirty="0">
                <a:latin typeface="Times New Roman"/>
                <a:cs typeface="Times New Roman"/>
              </a:rPr>
              <a:t> </a:t>
            </a:r>
            <a:r>
              <a:rPr sz="2950" spc="-70" dirty="0">
                <a:latin typeface="Times New Roman"/>
                <a:cs typeface="Times New Roman"/>
              </a:rPr>
              <a:t>portal</a:t>
            </a:r>
            <a:r>
              <a:rPr sz="2950" spc="-2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that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140" dirty="0">
                <a:latin typeface="Times New Roman"/>
                <a:cs typeface="Times New Roman"/>
              </a:rPr>
              <a:t>allows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-270" dirty="0">
                <a:latin typeface="Times New Roman"/>
                <a:cs typeface="Times New Roman"/>
              </a:rPr>
              <a:t>admins</a:t>
            </a:r>
            <a:r>
              <a:rPr sz="2950" spc="-105" dirty="0">
                <a:latin typeface="Times New Roman"/>
                <a:cs typeface="Times New Roman"/>
              </a:rPr>
              <a:t> </a:t>
            </a:r>
            <a:r>
              <a:rPr sz="2950" spc="-80" dirty="0">
                <a:latin typeface="Times New Roman"/>
                <a:cs typeface="Times New Roman"/>
              </a:rPr>
              <a:t>to</a:t>
            </a:r>
            <a:r>
              <a:rPr sz="2950" spc="-155" dirty="0">
                <a:latin typeface="Times New Roman"/>
                <a:cs typeface="Times New Roman"/>
              </a:rPr>
              <a:t> </a:t>
            </a:r>
            <a:r>
              <a:rPr sz="2950" spc="-140" dirty="0">
                <a:latin typeface="Times New Roman"/>
                <a:cs typeface="Times New Roman"/>
              </a:rPr>
              <a:t>create</a:t>
            </a:r>
            <a:r>
              <a:rPr sz="2950" spc="-190" dirty="0">
                <a:latin typeface="Times New Roman"/>
                <a:cs typeface="Times New Roman"/>
              </a:rPr>
              <a:t> </a:t>
            </a:r>
            <a:r>
              <a:rPr sz="2950" spc="-225" dirty="0">
                <a:latin typeface="Times New Roman"/>
                <a:cs typeface="Times New Roman"/>
              </a:rPr>
              <a:t>events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and</a:t>
            </a:r>
            <a:r>
              <a:rPr sz="2950" spc="-40" dirty="0">
                <a:latin typeface="Times New Roman"/>
                <a:cs typeface="Times New Roman"/>
              </a:rPr>
              <a:t> </a:t>
            </a:r>
            <a:r>
              <a:rPr sz="2950" spc="-165" dirty="0">
                <a:latin typeface="Times New Roman"/>
                <a:cs typeface="Times New Roman"/>
              </a:rPr>
              <a:t>students</a:t>
            </a:r>
            <a:r>
              <a:rPr sz="2950" spc="-105" dirty="0">
                <a:latin typeface="Times New Roman"/>
                <a:cs typeface="Times New Roman"/>
              </a:rPr>
              <a:t> </a:t>
            </a:r>
            <a:r>
              <a:rPr sz="2950" spc="-75" dirty="0">
                <a:latin typeface="Times New Roman"/>
                <a:cs typeface="Times New Roman"/>
              </a:rPr>
              <a:t>to</a:t>
            </a:r>
            <a:r>
              <a:rPr sz="2950" spc="-70" dirty="0">
                <a:latin typeface="Times New Roman"/>
                <a:cs typeface="Times New Roman"/>
              </a:rPr>
              <a:t> </a:t>
            </a:r>
            <a:r>
              <a:rPr sz="2950" spc="-135" dirty="0">
                <a:latin typeface="Times New Roman"/>
                <a:cs typeface="Times New Roman"/>
              </a:rPr>
              <a:t>register</a:t>
            </a:r>
            <a:r>
              <a:rPr sz="2950" spc="-165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and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325" dirty="0">
                <a:latin typeface="Times New Roman"/>
                <a:cs typeface="Times New Roman"/>
              </a:rPr>
              <a:t>manage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spc="-70" dirty="0">
                <a:latin typeface="Times New Roman"/>
                <a:cs typeface="Times New Roman"/>
              </a:rPr>
              <a:t>participation </a:t>
            </a:r>
            <a:r>
              <a:rPr sz="2950" spc="-10" dirty="0">
                <a:latin typeface="Times New Roman"/>
                <a:cs typeface="Times New Roman"/>
              </a:rPr>
              <a:t>digitally.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80719" y="2911787"/>
            <a:ext cx="1089025" cy="1089025"/>
          </a:xfrm>
          <a:custGeom>
            <a:avLst/>
            <a:gdLst/>
            <a:ahLst/>
            <a:cxnLst/>
            <a:rect l="l" t="t" r="r" b="b"/>
            <a:pathLst>
              <a:path w="1089025" h="1089025">
                <a:moveTo>
                  <a:pt x="544494" y="1088988"/>
                </a:moveTo>
                <a:lnTo>
                  <a:pt x="492055" y="1086495"/>
                </a:lnTo>
                <a:lnTo>
                  <a:pt x="441027" y="1079170"/>
                </a:lnTo>
                <a:lnTo>
                  <a:pt x="391638" y="1067240"/>
                </a:lnTo>
                <a:lnTo>
                  <a:pt x="344115" y="1050934"/>
                </a:lnTo>
                <a:lnTo>
                  <a:pt x="298686" y="1030479"/>
                </a:lnTo>
                <a:lnTo>
                  <a:pt x="255581" y="1006105"/>
                </a:lnTo>
                <a:lnTo>
                  <a:pt x="215027" y="978038"/>
                </a:lnTo>
                <a:lnTo>
                  <a:pt x="177252" y="946507"/>
                </a:lnTo>
                <a:lnTo>
                  <a:pt x="142485" y="911740"/>
                </a:lnTo>
                <a:lnTo>
                  <a:pt x="110953" y="873966"/>
                </a:lnTo>
                <a:lnTo>
                  <a:pt x="82885" y="833412"/>
                </a:lnTo>
                <a:lnTo>
                  <a:pt x="58510" y="790307"/>
                </a:lnTo>
                <a:lnTo>
                  <a:pt x="38055" y="744878"/>
                </a:lnTo>
                <a:lnTo>
                  <a:pt x="21747" y="697355"/>
                </a:lnTo>
                <a:lnTo>
                  <a:pt x="9818" y="647963"/>
                </a:lnTo>
                <a:lnTo>
                  <a:pt x="2492" y="596934"/>
                </a:lnTo>
                <a:lnTo>
                  <a:pt x="0" y="544494"/>
                </a:lnTo>
                <a:lnTo>
                  <a:pt x="2492" y="492053"/>
                </a:lnTo>
                <a:lnTo>
                  <a:pt x="9818" y="441024"/>
                </a:lnTo>
                <a:lnTo>
                  <a:pt x="21747" y="391632"/>
                </a:lnTo>
                <a:lnTo>
                  <a:pt x="38055" y="344108"/>
                </a:lnTo>
                <a:lnTo>
                  <a:pt x="58510" y="298680"/>
                </a:lnTo>
                <a:lnTo>
                  <a:pt x="82885" y="255574"/>
                </a:lnTo>
                <a:lnTo>
                  <a:pt x="110953" y="215020"/>
                </a:lnTo>
                <a:lnTo>
                  <a:pt x="142485" y="177247"/>
                </a:lnTo>
                <a:lnTo>
                  <a:pt x="177252" y="142479"/>
                </a:lnTo>
                <a:lnTo>
                  <a:pt x="215027" y="110948"/>
                </a:lnTo>
                <a:lnTo>
                  <a:pt x="255581" y="82882"/>
                </a:lnTo>
                <a:lnTo>
                  <a:pt x="298686" y="58508"/>
                </a:lnTo>
                <a:lnTo>
                  <a:pt x="344115" y="38053"/>
                </a:lnTo>
                <a:lnTo>
                  <a:pt x="391638" y="21746"/>
                </a:lnTo>
                <a:lnTo>
                  <a:pt x="441027" y="9817"/>
                </a:lnTo>
                <a:lnTo>
                  <a:pt x="492055" y="2492"/>
                </a:lnTo>
                <a:lnTo>
                  <a:pt x="544494" y="0"/>
                </a:lnTo>
                <a:lnTo>
                  <a:pt x="596934" y="2492"/>
                </a:lnTo>
                <a:lnTo>
                  <a:pt x="647963" y="9817"/>
                </a:lnTo>
                <a:lnTo>
                  <a:pt x="697355" y="21746"/>
                </a:lnTo>
                <a:lnTo>
                  <a:pt x="744878" y="38053"/>
                </a:lnTo>
                <a:lnTo>
                  <a:pt x="790307" y="58508"/>
                </a:lnTo>
                <a:lnTo>
                  <a:pt x="833412" y="82882"/>
                </a:lnTo>
                <a:lnTo>
                  <a:pt x="873966" y="110948"/>
                </a:lnTo>
                <a:lnTo>
                  <a:pt x="911740" y="142479"/>
                </a:lnTo>
                <a:lnTo>
                  <a:pt x="946507" y="177247"/>
                </a:lnTo>
                <a:lnTo>
                  <a:pt x="978038" y="215020"/>
                </a:lnTo>
                <a:lnTo>
                  <a:pt x="1006105" y="255574"/>
                </a:lnTo>
                <a:lnTo>
                  <a:pt x="1030479" y="298680"/>
                </a:lnTo>
                <a:lnTo>
                  <a:pt x="1050934" y="344108"/>
                </a:lnTo>
                <a:lnTo>
                  <a:pt x="1067240" y="391632"/>
                </a:lnTo>
                <a:lnTo>
                  <a:pt x="1079170" y="441024"/>
                </a:lnTo>
                <a:lnTo>
                  <a:pt x="1086495" y="492053"/>
                </a:lnTo>
                <a:lnTo>
                  <a:pt x="1088987" y="544494"/>
                </a:lnTo>
                <a:lnTo>
                  <a:pt x="1086495" y="596934"/>
                </a:lnTo>
                <a:lnTo>
                  <a:pt x="1079170" y="647963"/>
                </a:lnTo>
                <a:lnTo>
                  <a:pt x="1067240" y="697355"/>
                </a:lnTo>
                <a:lnTo>
                  <a:pt x="1050934" y="744878"/>
                </a:lnTo>
                <a:lnTo>
                  <a:pt x="1030479" y="790307"/>
                </a:lnTo>
                <a:lnTo>
                  <a:pt x="1006105" y="833412"/>
                </a:lnTo>
                <a:lnTo>
                  <a:pt x="978038" y="873966"/>
                </a:lnTo>
                <a:lnTo>
                  <a:pt x="946507" y="911740"/>
                </a:lnTo>
                <a:lnTo>
                  <a:pt x="911740" y="946507"/>
                </a:lnTo>
                <a:lnTo>
                  <a:pt x="873966" y="978038"/>
                </a:lnTo>
                <a:lnTo>
                  <a:pt x="833412" y="1006105"/>
                </a:lnTo>
                <a:lnTo>
                  <a:pt x="790307" y="1030479"/>
                </a:lnTo>
                <a:lnTo>
                  <a:pt x="744878" y="1050934"/>
                </a:lnTo>
                <a:lnTo>
                  <a:pt x="697355" y="1067240"/>
                </a:lnTo>
                <a:lnTo>
                  <a:pt x="647963" y="1079170"/>
                </a:lnTo>
                <a:lnTo>
                  <a:pt x="596934" y="1086495"/>
                </a:lnTo>
                <a:lnTo>
                  <a:pt x="544494" y="108898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1451" y="3097153"/>
            <a:ext cx="22796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65" dirty="0">
                <a:solidFill>
                  <a:srgbClr val="FFFDFD"/>
                </a:solidFill>
                <a:latin typeface="Times New Roman"/>
                <a:cs typeface="Times New Roman"/>
              </a:rPr>
              <a:t>2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7104" y="4870291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7"/>
                </a:lnTo>
                <a:lnTo>
                  <a:pt x="279786" y="596431"/>
                </a:lnTo>
                <a:lnTo>
                  <a:pt x="330086" y="591627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33335" y="4950499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47104" y="2179651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33335" y="225948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7104" y="5600752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33335" y="5672990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47104" y="4136480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33335" y="4217537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7104" y="706502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33335" y="713891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47104" y="633456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33335" y="640595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7104" y="779883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0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47104" y="853264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2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33335" y="7871876"/>
            <a:ext cx="154940" cy="1047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07182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4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2036" y="166370"/>
                </a:lnTo>
                <a:lnTo>
                  <a:pt x="2865" y="156210"/>
                </a:lnTo>
                <a:lnTo>
                  <a:pt x="3839" y="14478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3" y="16510"/>
                </a:lnTo>
                <a:lnTo>
                  <a:pt x="44416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60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1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2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3" y="160020"/>
                </a:lnTo>
                <a:lnTo>
                  <a:pt x="28925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5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7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6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4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40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4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4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4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6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9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4" h="472440">
                <a:moveTo>
                  <a:pt x="233260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60" y="36830"/>
                </a:lnTo>
                <a:close/>
              </a:path>
              <a:path w="337184" h="472440">
                <a:moveTo>
                  <a:pt x="244657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9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6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4" h="472440">
                <a:moveTo>
                  <a:pt x="45522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4" y="83820"/>
                </a:lnTo>
                <a:lnTo>
                  <a:pt x="46993" y="97790"/>
                </a:lnTo>
                <a:lnTo>
                  <a:pt x="45522" y="104759"/>
                </a:lnTo>
                <a:close/>
              </a:path>
              <a:path w="337184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6799" y="107950"/>
                </a:lnTo>
                <a:lnTo>
                  <a:pt x="45522" y="104759"/>
                </a:lnTo>
                <a:lnTo>
                  <a:pt x="46993" y="97790"/>
                </a:lnTo>
                <a:lnTo>
                  <a:pt x="50374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8" y="128270"/>
                </a:lnTo>
                <a:lnTo>
                  <a:pt x="146687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5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4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5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4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6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4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94009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0" y="0"/>
                </a:lnTo>
                <a:lnTo>
                  <a:pt x="79308" y="0"/>
                </a:lnTo>
                <a:lnTo>
                  <a:pt x="82728" y="2540"/>
                </a:lnTo>
                <a:lnTo>
                  <a:pt x="84998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20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3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6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2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9" y="243840"/>
                </a:lnTo>
                <a:lnTo>
                  <a:pt x="308895" y="243840"/>
                </a:lnTo>
                <a:lnTo>
                  <a:pt x="268683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5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5" y="325120"/>
                </a:lnTo>
                <a:lnTo>
                  <a:pt x="103030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98892" y="42799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8" y="10126"/>
                </a:lnTo>
                <a:lnTo>
                  <a:pt x="96247" y="8890"/>
                </a:lnTo>
                <a:lnTo>
                  <a:pt x="105562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2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2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7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3" y="124460"/>
                </a:lnTo>
                <a:lnTo>
                  <a:pt x="163395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6" y="134620"/>
                </a:lnTo>
                <a:lnTo>
                  <a:pt x="137853" y="137160"/>
                </a:lnTo>
                <a:lnTo>
                  <a:pt x="133553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3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2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70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2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2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4" y="180340"/>
                </a:lnTo>
                <a:lnTo>
                  <a:pt x="225824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3" y="124460"/>
                </a:lnTo>
                <a:lnTo>
                  <a:pt x="337149" y="129540"/>
                </a:lnTo>
                <a:lnTo>
                  <a:pt x="337246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5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7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1" y="435610"/>
                </a:lnTo>
                <a:lnTo>
                  <a:pt x="192466" y="429260"/>
                </a:lnTo>
                <a:lnTo>
                  <a:pt x="185880" y="421640"/>
                </a:lnTo>
                <a:lnTo>
                  <a:pt x="178944" y="414020"/>
                </a:lnTo>
                <a:lnTo>
                  <a:pt x="171813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5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70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7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82510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25" y="235481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3360" y="234073"/>
                </a:lnTo>
                <a:lnTo>
                  <a:pt x="113238" y="235481"/>
                </a:lnTo>
                <a:lnTo>
                  <a:pt x="112997" y="244205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15410" y="520059"/>
            <a:ext cx="325755" cy="477520"/>
          </a:xfrm>
          <a:custGeom>
            <a:avLst/>
            <a:gdLst/>
            <a:ahLst/>
            <a:cxnLst/>
            <a:rect l="l" t="t" r="r" b="b"/>
            <a:pathLst>
              <a:path w="325754" h="477519">
                <a:moveTo>
                  <a:pt x="281911" y="24130"/>
                </a:moveTo>
                <a:lnTo>
                  <a:pt x="119970" y="24130"/>
                </a:lnTo>
                <a:lnTo>
                  <a:pt x="129645" y="19050"/>
                </a:lnTo>
                <a:lnTo>
                  <a:pt x="140020" y="15240"/>
                </a:lnTo>
                <a:lnTo>
                  <a:pt x="151094" y="10160"/>
                </a:lnTo>
                <a:lnTo>
                  <a:pt x="162868" y="6350"/>
                </a:lnTo>
                <a:lnTo>
                  <a:pt x="186609" y="1270"/>
                </a:lnTo>
                <a:lnTo>
                  <a:pt x="198101" y="0"/>
                </a:lnTo>
                <a:lnTo>
                  <a:pt x="209340" y="0"/>
                </a:lnTo>
                <a:lnTo>
                  <a:pt x="232654" y="1270"/>
                </a:lnTo>
                <a:lnTo>
                  <a:pt x="253792" y="7620"/>
                </a:lnTo>
                <a:lnTo>
                  <a:pt x="272755" y="16510"/>
                </a:lnTo>
                <a:lnTo>
                  <a:pt x="281911" y="24130"/>
                </a:lnTo>
                <a:close/>
              </a:path>
              <a:path w="325754" h="477519">
                <a:moveTo>
                  <a:pt x="74844" y="477520"/>
                </a:moveTo>
                <a:lnTo>
                  <a:pt x="59509" y="477520"/>
                </a:lnTo>
                <a:lnTo>
                  <a:pt x="53862" y="474980"/>
                </a:lnTo>
                <a:lnTo>
                  <a:pt x="30813" y="444500"/>
                </a:lnTo>
                <a:lnTo>
                  <a:pt x="16572" y="398780"/>
                </a:lnTo>
                <a:lnTo>
                  <a:pt x="8830" y="358140"/>
                </a:lnTo>
                <a:lnTo>
                  <a:pt x="2731" y="306070"/>
                </a:lnTo>
                <a:lnTo>
                  <a:pt x="2622" y="304800"/>
                </a:lnTo>
                <a:lnTo>
                  <a:pt x="1398" y="287020"/>
                </a:lnTo>
                <a:lnTo>
                  <a:pt x="524" y="269240"/>
                </a:lnTo>
                <a:lnTo>
                  <a:pt x="0" y="250190"/>
                </a:lnTo>
                <a:lnTo>
                  <a:pt x="126" y="207010"/>
                </a:lnTo>
                <a:lnTo>
                  <a:pt x="1029" y="182880"/>
                </a:lnTo>
                <a:lnTo>
                  <a:pt x="2535" y="158750"/>
                </a:lnTo>
                <a:lnTo>
                  <a:pt x="4421" y="137160"/>
                </a:lnTo>
                <a:lnTo>
                  <a:pt x="4532" y="135890"/>
                </a:lnTo>
                <a:lnTo>
                  <a:pt x="10666" y="90170"/>
                </a:lnTo>
                <a:lnTo>
                  <a:pt x="18787" y="50800"/>
                </a:lnTo>
                <a:lnTo>
                  <a:pt x="28268" y="30480"/>
                </a:lnTo>
                <a:lnTo>
                  <a:pt x="32620" y="24130"/>
                </a:lnTo>
                <a:lnTo>
                  <a:pt x="63394" y="6350"/>
                </a:lnTo>
                <a:lnTo>
                  <a:pt x="70648" y="3810"/>
                </a:lnTo>
                <a:lnTo>
                  <a:pt x="78160" y="3810"/>
                </a:lnTo>
                <a:lnTo>
                  <a:pt x="85931" y="6350"/>
                </a:lnTo>
                <a:lnTo>
                  <a:pt x="98317" y="8890"/>
                </a:lnTo>
                <a:lnTo>
                  <a:pt x="108119" y="12700"/>
                </a:lnTo>
                <a:lnTo>
                  <a:pt x="115336" y="17780"/>
                </a:lnTo>
                <a:lnTo>
                  <a:pt x="119970" y="24130"/>
                </a:lnTo>
                <a:lnTo>
                  <a:pt x="281911" y="24130"/>
                </a:lnTo>
                <a:lnTo>
                  <a:pt x="289541" y="30480"/>
                </a:lnTo>
                <a:lnTo>
                  <a:pt x="303005" y="46990"/>
                </a:lnTo>
                <a:lnTo>
                  <a:pt x="309416" y="59690"/>
                </a:lnTo>
                <a:lnTo>
                  <a:pt x="56711" y="59690"/>
                </a:lnTo>
                <a:lnTo>
                  <a:pt x="53395" y="62230"/>
                </a:lnTo>
                <a:lnTo>
                  <a:pt x="37593" y="102870"/>
                </a:lnTo>
                <a:lnTo>
                  <a:pt x="36000" y="109220"/>
                </a:lnTo>
                <a:lnTo>
                  <a:pt x="34640" y="115570"/>
                </a:lnTo>
                <a:lnTo>
                  <a:pt x="33513" y="121920"/>
                </a:lnTo>
                <a:lnTo>
                  <a:pt x="32620" y="128270"/>
                </a:lnTo>
                <a:lnTo>
                  <a:pt x="31583" y="137160"/>
                </a:lnTo>
                <a:lnTo>
                  <a:pt x="31583" y="143510"/>
                </a:lnTo>
                <a:lnTo>
                  <a:pt x="32620" y="147320"/>
                </a:lnTo>
                <a:lnTo>
                  <a:pt x="32827" y="148590"/>
                </a:lnTo>
                <a:lnTo>
                  <a:pt x="32154" y="148590"/>
                </a:lnTo>
                <a:lnTo>
                  <a:pt x="35262" y="151130"/>
                </a:lnTo>
                <a:lnTo>
                  <a:pt x="38215" y="152400"/>
                </a:lnTo>
                <a:lnTo>
                  <a:pt x="116447" y="152400"/>
                </a:lnTo>
                <a:lnTo>
                  <a:pt x="121110" y="153670"/>
                </a:lnTo>
                <a:lnTo>
                  <a:pt x="121990" y="153670"/>
                </a:lnTo>
                <a:lnTo>
                  <a:pt x="116188" y="201930"/>
                </a:lnTo>
                <a:lnTo>
                  <a:pt x="115773" y="204470"/>
                </a:lnTo>
                <a:lnTo>
                  <a:pt x="281770" y="204470"/>
                </a:lnTo>
                <a:lnTo>
                  <a:pt x="270151" y="217170"/>
                </a:lnTo>
                <a:lnTo>
                  <a:pt x="259102" y="226060"/>
                </a:lnTo>
                <a:lnTo>
                  <a:pt x="258455" y="226060"/>
                </a:lnTo>
                <a:lnTo>
                  <a:pt x="257523" y="227330"/>
                </a:lnTo>
                <a:lnTo>
                  <a:pt x="261927" y="227330"/>
                </a:lnTo>
                <a:lnTo>
                  <a:pt x="267937" y="229870"/>
                </a:lnTo>
                <a:lnTo>
                  <a:pt x="301237" y="259080"/>
                </a:lnTo>
                <a:lnTo>
                  <a:pt x="320082" y="293370"/>
                </a:lnTo>
                <a:lnTo>
                  <a:pt x="140175" y="293370"/>
                </a:lnTo>
                <a:lnTo>
                  <a:pt x="136963" y="294640"/>
                </a:lnTo>
                <a:lnTo>
                  <a:pt x="133958" y="294640"/>
                </a:lnTo>
                <a:lnTo>
                  <a:pt x="122819" y="297180"/>
                </a:lnTo>
                <a:lnTo>
                  <a:pt x="116706" y="297180"/>
                </a:lnTo>
                <a:lnTo>
                  <a:pt x="110592" y="298450"/>
                </a:lnTo>
                <a:lnTo>
                  <a:pt x="107121" y="299720"/>
                </a:lnTo>
                <a:lnTo>
                  <a:pt x="106292" y="299720"/>
                </a:lnTo>
                <a:lnTo>
                  <a:pt x="105842" y="304800"/>
                </a:lnTo>
                <a:lnTo>
                  <a:pt x="105127" y="312420"/>
                </a:lnTo>
                <a:lnTo>
                  <a:pt x="104485" y="321310"/>
                </a:lnTo>
                <a:lnTo>
                  <a:pt x="103805" y="330200"/>
                </a:lnTo>
                <a:lnTo>
                  <a:pt x="102601" y="339090"/>
                </a:lnTo>
                <a:lnTo>
                  <a:pt x="100386" y="347980"/>
                </a:lnTo>
                <a:lnTo>
                  <a:pt x="97161" y="358140"/>
                </a:lnTo>
                <a:lnTo>
                  <a:pt x="95257" y="358140"/>
                </a:lnTo>
                <a:lnTo>
                  <a:pt x="93392" y="363220"/>
                </a:lnTo>
                <a:lnTo>
                  <a:pt x="92614" y="367030"/>
                </a:lnTo>
                <a:lnTo>
                  <a:pt x="109746" y="367030"/>
                </a:lnTo>
                <a:lnTo>
                  <a:pt x="114491" y="369570"/>
                </a:lnTo>
                <a:lnTo>
                  <a:pt x="123729" y="373380"/>
                </a:lnTo>
                <a:lnTo>
                  <a:pt x="141565" y="378460"/>
                </a:lnTo>
                <a:lnTo>
                  <a:pt x="158739" y="381000"/>
                </a:lnTo>
                <a:lnTo>
                  <a:pt x="314934" y="381000"/>
                </a:lnTo>
                <a:lnTo>
                  <a:pt x="306638" y="397510"/>
                </a:lnTo>
                <a:lnTo>
                  <a:pt x="269423" y="438150"/>
                </a:lnTo>
                <a:lnTo>
                  <a:pt x="236618" y="455930"/>
                </a:lnTo>
                <a:lnTo>
                  <a:pt x="93858" y="455930"/>
                </a:lnTo>
                <a:lnTo>
                  <a:pt x="93547" y="457200"/>
                </a:lnTo>
                <a:lnTo>
                  <a:pt x="91060" y="461010"/>
                </a:lnTo>
                <a:lnTo>
                  <a:pt x="86397" y="467360"/>
                </a:lnTo>
                <a:lnTo>
                  <a:pt x="81838" y="473710"/>
                </a:lnTo>
                <a:lnTo>
                  <a:pt x="74844" y="477520"/>
                </a:lnTo>
                <a:close/>
              </a:path>
              <a:path w="325754" h="477519">
                <a:moveTo>
                  <a:pt x="38215" y="152400"/>
                </a:moveTo>
                <a:lnTo>
                  <a:pt x="35262" y="151130"/>
                </a:lnTo>
                <a:lnTo>
                  <a:pt x="33811" y="149860"/>
                </a:lnTo>
                <a:lnTo>
                  <a:pt x="32827" y="148590"/>
                </a:lnTo>
                <a:lnTo>
                  <a:pt x="32620" y="147320"/>
                </a:lnTo>
                <a:lnTo>
                  <a:pt x="31583" y="143510"/>
                </a:lnTo>
                <a:lnTo>
                  <a:pt x="31583" y="137160"/>
                </a:lnTo>
                <a:lnTo>
                  <a:pt x="32620" y="128270"/>
                </a:lnTo>
                <a:lnTo>
                  <a:pt x="33513" y="121920"/>
                </a:lnTo>
                <a:lnTo>
                  <a:pt x="34640" y="115570"/>
                </a:lnTo>
                <a:lnTo>
                  <a:pt x="36000" y="109220"/>
                </a:lnTo>
                <a:lnTo>
                  <a:pt x="37593" y="102870"/>
                </a:lnTo>
                <a:lnTo>
                  <a:pt x="39420" y="95250"/>
                </a:lnTo>
                <a:lnTo>
                  <a:pt x="56711" y="59690"/>
                </a:lnTo>
                <a:lnTo>
                  <a:pt x="56400" y="60960"/>
                </a:lnTo>
                <a:lnTo>
                  <a:pt x="56400" y="62230"/>
                </a:lnTo>
                <a:lnTo>
                  <a:pt x="57022" y="63500"/>
                </a:lnTo>
                <a:lnTo>
                  <a:pt x="57540" y="64770"/>
                </a:lnTo>
                <a:lnTo>
                  <a:pt x="59249" y="64770"/>
                </a:lnTo>
                <a:lnTo>
                  <a:pt x="58731" y="66040"/>
                </a:lnTo>
                <a:lnTo>
                  <a:pt x="55497" y="71120"/>
                </a:lnTo>
                <a:lnTo>
                  <a:pt x="52631" y="77470"/>
                </a:lnTo>
                <a:lnTo>
                  <a:pt x="50135" y="83820"/>
                </a:lnTo>
                <a:lnTo>
                  <a:pt x="48007" y="91440"/>
                </a:lnTo>
                <a:lnTo>
                  <a:pt x="46210" y="97790"/>
                </a:lnTo>
                <a:lnTo>
                  <a:pt x="42217" y="121920"/>
                </a:lnTo>
                <a:lnTo>
                  <a:pt x="42101" y="123190"/>
                </a:lnTo>
                <a:lnTo>
                  <a:pt x="41984" y="124460"/>
                </a:lnTo>
                <a:lnTo>
                  <a:pt x="41868" y="125730"/>
                </a:lnTo>
                <a:lnTo>
                  <a:pt x="41751" y="127000"/>
                </a:lnTo>
                <a:lnTo>
                  <a:pt x="41634" y="128270"/>
                </a:lnTo>
                <a:lnTo>
                  <a:pt x="41289" y="134620"/>
                </a:lnTo>
                <a:lnTo>
                  <a:pt x="41401" y="148590"/>
                </a:lnTo>
                <a:lnTo>
                  <a:pt x="36194" y="148590"/>
                </a:lnTo>
                <a:lnTo>
                  <a:pt x="37334" y="149860"/>
                </a:lnTo>
                <a:lnTo>
                  <a:pt x="41013" y="149860"/>
                </a:lnTo>
                <a:lnTo>
                  <a:pt x="38215" y="152400"/>
                </a:lnTo>
                <a:close/>
              </a:path>
              <a:path w="325754" h="477519">
                <a:moveTo>
                  <a:pt x="121421" y="152400"/>
                </a:moveTo>
                <a:lnTo>
                  <a:pt x="114374" y="151130"/>
                </a:lnTo>
                <a:lnTo>
                  <a:pt x="41427" y="151130"/>
                </a:lnTo>
                <a:lnTo>
                  <a:pt x="41414" y="149860"/>
                </a:lnTo>
                <a:lnTo>
                  <a:pt x="43490" y="111760"/>
                </a:lnTo>
                <a:lnTo>
                  <a:pt x="48007" y="91440"/>
                </a:lnTo>
                <a:lnTo>
                  <a:pt x="50135" y="83820"/>
                </a:lnTo>
                <a:lnTo>
                  <a:pt x="52631" y="77470"/>
                </a:lnTo>
                <a:lnTo>
                  <a:pt x="55497" y="71120"/>
                </a:lnTo>
                <a:lnTo>
                  <a:pt x="58731" y="66040"/>
                </a:lnTo>
                <a:lnTo>
                  <a:pt x="59249" y="64770"/>
                </a:lnTo>
                <a:lnTo>
                  <a:pt x="57540" y="64770"/>
                </a:lnTo>
                <a:lnTo>
                  <a:pt x="57022" y="63500"/>
                </a:lnTo>
                <a:lnTo>
                  <a:pt x="56400" y="62230"/>
                </a:lnTo>
                <a:lnTo>
                  <a:pt x="56400" y="60960"/>
                </a:lnTo>
                <a:lnTo>
                  <a:pt x="56711" y="59690"/>
                </a:lnTo>
                <a:lnTo>
                  <a:pt x="309416" y="59690"/>
                </a:lnTo>
                <a:lnTo>
                  <a:pt x="312622" y="66040"/>
                </a:lnTo>
                <a:lnTo>
                  <a:pt x="318392" y="86360"/>
                </a:lnTo>
                <a:lnTo>
                  <a:pt x="320315" y="109220"/>
                </a:lnTo>
                <a:lnTo>
                  <a:pt x="319874" y="115570"/>
                </a:lnTo>
                <a:lnTo>
                  <a:pt x="319786" y="116840"/>
                </a:lnTo>
                <a:lnTo>
                  <a:pt x="191933" y="116840"/>
                </a:lnTo>
                <a:lnTo>
                  <a:pt x="184887" y="118110"/>
                </a:lnTo>
                <a:lnTo>
                  <a:pt x="177322" y="121920"/>
                </a:lnTo>
                <a:lnTo>
                  <a:pt x="169862" y="124460"/>
                </a:lnTo>
                <a:lnTo>
                  <a:pt x="147584" y="135890"/>
                </a:lnTo>
                <a:lnTo>
                  <a:pt x="140745" y="140970"/>
                </a:lnTo>
                <a:lnTo>
                  <a:pt x="134425" y="146050"/>
                </a:lnTo>
                <a:lnTo>
                  <a:pt x="128104" y="149860"/>
                </a:lnTo>
                <a:lnTo>
                  <a:pt x="121421" y="152400"/>
                </a:lnTo>
                <a:close/>
              </a:path>
              <a:path w="325754" h="477519">
                <a:moveTo>
                  <a:pt x="281770" y="204470"/>
                </a:moveTo>
                <a:lnTo>
                  <a:pt x="118882" y="204470"/>
                </a:lnTo>
                <a:lnTo>
                  <a:pt x="126323" y="201930"/>
                </a:lnTo>
                <a:lnTo>
                  <a:pt x="134191" y="200660"/>
                </a:lnTo>
                <a:lnTo>
                  <a:pt x="142487" y="196850"/>
                </a:lnTo>
                <a:lnTo>
                  <a:pt x="151211" y="194310"/>
                </a:lnTo>
                <a:lnTo>
                  <a:pt x="159983" y="190500"/>
                </a:lnTo>
                <a:lnTo>
                  <a:pt x="168424" y="186690"/>
                </a:lnTo>
                <a:lnTo>
                  <a:pt x="176535" y="181610"/>
                </a:lnTo>
                <a:lnTo>
                  <a:pt x="184317" y="177800"/>
                </a:lnTo>
                <a:lnTo>
                  <a:pt x="191631" y="172720"/>
                </a:lnTo>
                <a:lnTo>
                  <a:pt x="198189" y="167640"/>
                </a:lnTo>
                <a:lnTo>
                  <a:pt x="203988" y="162560"/>
                </a:lnTo>
                <a:lnTo>
                  <a:pt x="209030" y="156210"/>
                </a:lnTo>
                <a:lnTo>
                  <a:pt x="215247" y="148590"/>
                </a:lnTo>
                <a:lnTo>
                  <a:pt x="218355" y="142240"/>
                </a:lnTo>
                <a:lnTo>
                  <a:pt x="218355" y="127000"/>
                </a:lnTo>
                <a:lnTo>
                  <a:pt x="216956" y="123190"/>
                </a:lnTo>
                <a:lnTo>
                  <a:pt x="214159" y="120650"/>
                </a:lnTo>
                <a:lnTo>
                  <a:pt x="211464" y="118110"/>
                </a:lnTo>
                <a:lnTo>
                  <a:pt x="206232" y="116840"/>
                </a:lnTo>
                <a:lnTo>
                  <a:pt x="319786" y="116840"/>
                </a:lnTo>
                <a:lnTo>
                  <a:pt x="319522" y="120650"/>
                </a:lnTo>
                <a:lnTo>
                  <a:pt x="319434" y="121920"/>
                </a:lnTo>
                <a:lnTo>
                  <a:pt x="319345" y="123190"/>
                </a:lnTo>
                <a:lnTo>
                  <a:pt x="319257" y="124460"/>
                </a:lnTo>
                <a:lnTo>
                  <a:pt x="319169" y="125730"/>
                </a:lnTo>
                <a:lnTo>
                  <a:pt x="315730" y="142240"/>
                </a:lnTo>
                <a:lnTo>
                  <a:pt x="309999" y="158750"/>
                </a:lnTo>
                <a:lnTo>
                  <a:pt x="301975" y="175260"/>
                </a:lnTo>
                <a:lnTo>
                  <a:pt x="292377" y="191770"/>
                </a:lnTo>
                <a:lnTo>
                  <a:pt x="281770" y="204470"/>
                </a:lnTo>
                <a:close/>
              </a:path>
              <a:path w="325754" h="477519">
                <a:moveTo>
                  <a:pt x="33811" y="149860"/>
                </a:moveTo>
                <a:lnTo>
                  <a:pt x="32154" y="148590"/>
                </a:lnTo>
                <a:lnTo>
                  <a:pt x="32827" y="148590"/>
                </a:lnTo>
                <a:lnTo>
                  <a:pt x="33811" y="149860"/>
                </a:lnTo>
                <a:close/>
              </a:path>
              <a:path w="325754" h="477519">
                <a:moveTo>
                  <a:pt x="41427" y="151130"/>
                </a:moveTo>
                <a:lnTo>
                  <a:pt x="41013" y="149860"/>
                </a:lnTo>
                <a:lnTo>
                  <a:pt x="37334" y="149860"/>
                </a:lnTo>
                <a:lnTo>
                  <a:pt x="36194" y="148590"/>
                </a:lnTo>
                <a:lnTo>
                  <a:pt x="41401" y="148590"/>
                </a:lnTo>
                <a:lnTo>
                  <a:pt x="41427" y="151130"/>
                </a:lnTo>
                <a:close/>
              </a:path>
              <a:path w="325754" h="477519">
                <a:moveTo>
                  <a:pt x="120684" y="153297"/>
                </a:moveTo>
                <a:lnTo>
                  <a:pt x="117535" y="152400"/>
                </a:lnTo>
                <a:lnTo>
                  <a:pt x="38215" y="152400"/>
                </a:lnTo>
                <a:lnTo>
                  <a:pt x="41013" y="149860"/>
                </a:lnTo>
                <a:lnTo>
                  <a:pt x="41427" y="151130"/>
                </a:lnTo>
                <a:lnTo>
                  <a:pt x="114374" y="151130"/>
                </a:lnTo>
                <a:lnTo>
                  <a:pt x="119659" y="152400"/>
                </a:lnTo>
                <a:lnTo>
                  <a:pt x="120684" y="153297"/>
                </a:lnTo>
                <a:close/>
              </a:path>
              <a:path w="325754" h="477519">
                <a:moveTo>
                  <a:pt x="121110" y="153670"/>
                </a:moveTo>
                <a:lnTo>
                  <a:pt x="116447" y="152400"/>
                </a:lnTo>
                <a:lnTo>
                  <a:pt x="117535" y="152400"/>
                </a:lnTo>
                <a:lnTo>
                  <a:pt x="120684" y="153297"/>
                </a:lnTo>
                <a:lnTo>
                  <a:pt x="121110" y="153670"/>
                </a:lnTo>
                <a:close/>
              </a:path>
              <a:path w="325754" h="477519">
                <a:moveTo>
                  <a:pt x="121990" y="153670"/>
                </a:moveTo>
                <a:lnTo>
                  <a:pt x="121110" y="153670"/>
                </a:lnTo>
                <a:lnTo>
                  <a:pt x="120684" y="153297"/>
                </a:lnTo>
                <a:lnTo>
                  <a:pt x="121990" y="153670"/>
                </a:lnTo>
                <a:close/>
              </a:path>
              <a:path w="325754" h="477519">
                <a:moveTo>
                  <a:pt x="257523" y="227330"/>
                </a:moveTo>
                <a:lnTo>
                  <a:pt x="258336" y="226222"/>
                </a:lnTo>
                <a:lnTo>
                  <a:pt x="258455" y="226060"/>
                </a:lnTo>
                <a:lnTo>
                  <a:pt x="258900" y="226222"/>
                </a:lnTo>
                <a:lnTo>
                  <a:pt x="257523" y="227330"/>
                </a:lnTo>
                <a:close/>
              </a:path>
              <a:path w="325754" h="477519">
                <a:moveTo>
                  <a:pt x="258900" y="226222"/>
                </a:moveTo>
                <a:lnTo>
                  <a:pt x="258455" y="226060"/>
                </a:lnTo>
                <a:lnTo>
                  <a:pt x="259102" y="226060"/>
                </a:lnTo>
                <a:lnTo>
                  <a:pt x="258900" y="226222"/>
                </a:lnTo>
                <a:close/>
              </a:path>
              <a:path w="325754" h="477519">
                <a:moveTo>
                  <a:pt x="261927" y="227330"/>
                </a:moveTo>
                <a:lnTo>
                  <a:pt x="257523" y="227330"/>
                </a:lnTo>
                <a:lnTo>
                  <a:pt x="258900" y="226222"/>
                </a:lnTo>
                <a:lnTo>
                  <a:pt x="261927" y="227330"/>
                </a:lnTo>
                <a:close/>
              </a:path>
              <a:path w="325754" h="477519">
                <a:moveTo>
                  <a:pt x="314934" y="381000"/>
                </a:moveTo>
                <a:lnTo>
                  <a:pt x="182452" y="381000"/>
                </a:lnTo>
                <a:lnTo>
                  <a:pt x="189912" y="378460"/>
                </a:lnTo>
                <a:lnTo>
                  <a:pt x="197373" y="377190"/>
                </a:lnTo>
                <a:lnTo>
                  <a:pt x="203745" y="374650"/>
                </a:lnTo>
                <a:lnTo>
                  <a:pt x="211724" y="370840"/>
                </a:lnTo>
                <a:lnTo>
                  <a:pt x="214625" y="368300"/>
                </a:lnTo>
                <a:lnTo>
                  <a:pt x="220842" y="361950"/>
                </a:lnTo>
                <a:lnTo>
                  <a:pt x="223640" y="359410"/>
                </a:lnTo>
                <a:lnTo>
                  <a:pt x="228614" y="351790"/>
                </a:lnTo>
                <a:lnTo>
                  <a:pt x="230634" y="346710"/>
                </a:lnTo>
                <a:lnTo>
                  <a:pt x="233743" y="337820"/>
                </a:lnTo>
                <a:lnTo>
                  <a:pt x="234520" y="332740"/>
                </a:lnTo>
                <a:lnTo>
                  <a:pt x="234520" y="323850"/>
                </a:lnTo>
                <a:lnTo>
                  <a:pt x="233898" y="321310"/>
                </a:lnTo>
                <a:lnTo>
                  <a:pt x="232655" y="318770"/>
                </a:lnTo>
                <a:lnTo>
                  <a:pt x="231515" y="317500"/>
                </a:lnTo>
                <a:lnTo>
                  <a:pt x="229442" y="314960"/>
                </a:lnTo>
                <a:lnTo>
                  <a:pt x="186745" y="295910"/>
                </a:lnTo>
                <a:lnTo>
                  <a:pt x="176312" y="294640"/>
                </a:lnTo>
                <a:lnTo>
                  <a:pt x="165296" y="294640"/>
                </a:lnTo>
                <a:lnTo>
                  <a:pt x="153698" y="293370"/>
                </a:lnTo>
                <a:lnTo>
                  <a:pt x="320082" y="293370"/>
                </a:lnTo>
                <a:lnTo>
                  <a:pt x="322802" y="302260"/>
                </a:lnTo>
                <a:lnTo>
                  <a:pt x="324901" y="314960"/>
                </a:lnTo>
                <a:lnTo>
                  <a:pt x="325600" y="326390"/>
                </a:lnTo>
                <a:lnTo>
                  <a:pt x="324415" y="345440"/>
                </a:lnTo>
                <a:lnTo>
                  <a:pt x="320859" y="364490"/>
                </a:lnTo>
                <a:lnTo>
                  <a:pt x="314934" y="381000"/>
                </a:lnTo>
                <a:close/>
              </a:path>
              <a:path w="325754" h="477519">
                <a:moveTo>
                  <a:pt x="92925" y="367030"/>
                </a:moveTo>
                <a:lnTo>
                  <a:pt x="92614" y="367030"/>
                </a:lnTo>
                <a:lnTo>
                  <a:pt x="93392" y="363220"/>
                </a:lnTo>
                <a:lnTo>
                  <a:pt x="95257" y="358140"/>
                </a:lnTo>
                <a:lnTo>
                  <a:pt x="96710" y="359086"/>
                </a:lnTo>
                <a:lnTo>
                  <a:pt x="92925" y="367030"/>
                </a:lnTo>
                <a:close/>
              </a:path>
              <a:path w="325754" h="477519">
                <a:moveTo>
                  <a:pt x="96710" y="359086"/>
                </a:moveTo>
                <a:lnTo>
                  <a:pt x="95257" y="358140"/>
                </a:lnTo>
                <a:lnTo>
                  <a:pt x="97161" y="358140"/>
                </a:lnTo>
                <a:lnTo>
                  <a:pt x="96710" y="359086"/>
                </a:lnTo>
                <a:close/>
              </a:path>
              <a:path w="325754" h="477519">
                <a:moveTo>
                  <a:pt x="109746" y="367030"/>
                </a:moveTo>
                <a:lnTo>
                  <a:pt x="92925" y="367030"/>
                </a:lnTo>
                <a:lnTo>
                  <a:pt x="96710" y="359086"/>
                </a:lnTo>
                <a:lnTo>
                  <a:pt x="105000" y="364490"/>
                </a:lnTo>
                <a:lnTo>
                  <a:pt x="109746" y="367030"/>
                </a:lnTo>
                <a:close/>
              </a:path>
              <a:path w="325754" h="477519">
                <a:moveTo>
                  <a:pt x="136027" y="461010"/>
                </a:moveTo>
                <a:lnTo>
                  <a:pt x="120319" y="461010"/>
                </a:lnTo>
                <a:lnTo>
                  <a:pt x="106263" y="459740"/>
                </a:lnTo>
                <a:lnTo>
                  <a:pt x="93858" y="455930"/>
                </a:lnTo>
                <a:lnTo>
                  <a:pt x="236618" y="455930"/>
                </a:lnTo>
                <a:lnTo>
                  <a:pt x="233276" y="457200"/>
                </a:lnTo>
                <a:lnTo>
                  <a:pt x="229831" y="458470"/>
                </a:lnTo>
                <a:lnTo>
                  <a:pt x="153387" y="458470"/>
                </a:lnTo>
                <a:lnTo>
                  <a:pt x="136027" y="461010"/>
                </a:lnTo>
                <a:close/>
              </a:path>
              <a:path w="325754" h="477519">
                <a:moveTo>
                  <a:pt x="178984" y="468630"/>
                </a:moveTo>
                <a:lnTo>
                  <a:pt x="157065" y="468630"/>
                </a:lnTo>
                <a:lnTo>
                  <a:pt x="154837" y="464820"/>
                </a:lnTo>
                <a:lnTo>
                  <a:pt x="153076" y="458470"/>
                </a:lnTo>
                <a:lnTo>
                  <a:pt x="229831" y="458470"/>
                </a:lnTo>
                <a:lnTo>
                  <a:pt x="222940" y="461010"/>
                </a:lnTo>
                <a:lnTo>
                  <a:pt x="201443" y="466090"/>
                </a:lnTo>
                <a:lnTo>
                  <a:pt x="178984" y="4686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87651" y="519075"/>
            <a:ext cx="299085" cy="479425"/>
          </a:xfrm>
          <a:custGeom>
            <a:avLst/>
            <a:gdLst/>
            <a:ahLst/>
            <a:cxnLst/>
            <a:rect l="l" t="t" r="r" b="b"/>
            <a:pathLst>
              <a:path w="299084" h="479425">
                <a:moveTo>
                  <a:pt x="88363" y="479389"/>
                </a:moveTo>
                <a:lnTo>
                  <a:pt x="76136" y="479389"/>
                </a:lnTo>
                <a:lnTo>
                  <a:pt x="68313" y="478145"/>
                </a:lnTo>
                <a:lnTo>
                  <a:pt x="34825" y="456337"/>
                </a:lnTo>
                <a:lnTo>
                  <a:pt x="15649" y="415275"/>
                </a:lnTo>
                <a:lnTo>
                  <a:pt x="7450" y="377273"/>
                </a:lnTo>
                <a:lnTo>
                  <a:pt x="5505" y="364114"/>
                </a:lnTo>
                <a:lnTo>
                  <a:pt x="5382" y="363285"/>
                </a:lnTo>
                <a:lnTo>
                  <a:pt x="1185" y="317647"/>
                </a:lnTo>
                <a:lnTo>
                  <a:pt x="0" y="255098"/>
                </a:lnTo>
                <a:lnTo>
                  <a:pt x="378" y="239681"/>
                </a:lnTo>
                <a:lnTo>
                  <a:pt x="2991" y="193451"/>
                </a:lnTo>
                <a:lnTo>
                  <a:pt x="7334" y="148951"/>
                </a:lnTo>
                <a:lnTo>
                  <a:pt x="13308" y="107102"/>
                </a:lnTo>
                <a:lnTo>
                  <a:pt x="20506" y="69216"/>
                </a:lnTo>
                <a:lnTo>
                  <a:pt x="28074" y="39530"/>
                </a:lnTo>
                <a:lnTo>
                  <a:pt x="28161" y="39219"/>
                </a:lnTo>
                <a:lnTo>
                  <a:pt x="59246" y="6476"/>
                </a:lnTo>
                <a:lnTo>
                  <a:pt x="74012" y="1916"/>
                </a:lnTo>
                <a:lnTo>
                  <a:pt x="81680" y="155"/>
                </a:lnTo>
                <a:lnTo>
                  <a:pt x="123894" y="12670"/>
                </a:lnTo>
                <a:lnTo>
                  <a:pt x="142519" y="39219"/>
                </a:lnTo>
                <a:lnTo>
                  <a:pt x="142599" y="39530"/>
                </a:lnTo>
                <a:lnTo>
                  <a:pt x="58625" y="39530"/>
                </a:lnTo>
                <a:lnTo>
                  <a:pt x="57080" y="45757"/>
                </a:lnTo>
                <a:lnTo>
                  <a:pt x="52252" y="72843"/>
                </a:lnTo>
                <a:lnTo>
                  <a:pt x="50957" y="81029"/>
                </a:lnTo>
                <a:lnTo>
                  <a:pt x="48263" y="97090"/>
                </a:lnTo>
                <a:lnTo>
                  <a:pt x="46657" y="104965"/>
                </a:lnTo>
                <a:lnTo>
                  <a:pt x="44792" y="112736"/>
                </a:lnTo>
                <a:lnTo>
                  <a:pt x="43030" y="120507"/>
                </a:lnTo>
                <a:lnTo>
                  <a:pt x="40854" y="127864"/>
                </a:lnTo>
                <a:lnTo>
                  <a:pt x="38336" y="134612"/>
                </a:lnTo>
                <a:lnTo>
                  <a:pt x="38263" y="134807"/>
                </a:lnTo>
                <a:lnTo>
                  <a:pt x="41579" y="136257"/>
                </a:lnTo>
                <a:lnTo>
                  <a:pt x="43341" y="137138"/>
                </a:lnTo>
                <a:lnTo>
                  <a:pt x="43548" y="137449"/>
                </a:lnTo>
                <a:lnTo>
                  <a:pt x="43859" y="137656"/>
                </a:lnTo>
                <a:lnTo>
                  <a:pt x="45983" y="138071"/>
                </a:lnTo>
                <a:lnTo>
                  <a:pt x="49921" y="138692"/>
                </a:lnTo>
                <a:lnTo>
                  <a:pt x="130738" y="138692"/>
                </a:lnTo>
                <a:lnTo>
                  <a:pt x="128421" y="151981"/>
                </a:lnTo>
                <a:lnTo>
                  <a:pt x="121961" y="191538"/>
                </a:lnTo>
                <a:lnTo>
                  <a:pt x="115948" y="232949"/>
                </a:lnTo>
                <a:lnTo>
                  <a:pt x="110848" y="274536"/>
                </a:lnTo>
                <a:lnTo>
                  <a:pt x="106885" y="315452"/>
                </a:lnTo>
                <a:lnTo>
                  <a:pt x="104476" y="354969"/>
                </a:lnTo>
                <a:lnTo>
                  <a:pt x="104063" y="374020"/>
                </a:lnTo>
                <a:lnTo>
                  <a:pt x="102164" y="375049"/>
                </a:lnTo>
                <a:lnTo>
                  <a:pt x="96238" y="379605"/>
                </a:lnTo>
                <a:lnTo>
                  <a:pt x="296150" y="379605"/>
                </a:lnTo>
                <a:lnTo>
                  <a:pt x="297413" y="381573"/>
                </a:lnTo>
                <a:lnTo>
                  <a:pt x="298760" y="387687"/>
                </a:lnTo>
                <a:lnTo>
                  <a:pt x="299070" y="394632"/>
                </a:lnTo>
                <a:lnTo>
                  <a:pt x="297516" y="401325"/>
                </a:lnTo>
                <a:lnTo>
                  <a:pt x="262467" y="430594"/>
                </a:lnTo>
                <a:lnTo>
                  <a:pt x="219492" y="446594"/>
                </a:lnTo>
                <a:lnTo>
                  <a:pt x="181412" y="458406"/>
                </a:lnTo>
                <a:lnTo>
                  <a:pt x="140224" y="469441"/>
                </a:lnTo>
                <a:lnTo>
                  <a:pt x="100745" y="477990"/>
                </a:lnTo>
                <a:lnTo>
                  <a:pt x="93440" y="478923"/>
                </a:lnTo>
                <a:lnTo>
                  <a:pt x="90850" y="479233"/>
                </a:lnTo>
                <a:lnTo>
                  <a:pt x="88363" y="479389"/>
                </a:lnTo>
                <a:close/>
              </a:path>
              <a:path w="299084" h="479425">
                <a:moveTo>
                  <a:pt x="49921" y="138692"/>
                </a:moveTo>
                <a:lnTo>
                  <a:pt x="45983" y="138071"/>
                </a:lnTo>
                <a:lnTo>
                  <a:pt x="43859" y="137656"/>
                </a:lnTo>
                <a:lnTo>
                  <a:pt x="43548" y="137449"/>
                </a:lnTo>
                <a:lnTo>
                  <a:pt x="43341" y="137138"/>
                </a:lnTo>
                <a:lnTo>
                  <a:pt x="41579" y="136257"/>
                </a:lnTo>
                <a:lnTo>
                  <a:pt x="38263" y="134807"/>
                </a:lnTo>
                <a:lnTo>
                  <a:pt x="40854" y="127864"/>
                </a:lnTo>
                <a:lnTo>
                  <a:pt x="42984" y="120663"/>
                </a:lnTo>
                <a:lnTo>
                  <a:pt x="44792" y="112736"/>
                </a:lnTo>
                <a:lnTo>
                  <a:pt x="46532" y="105483"/>
                </a:lnTo>
                <a:lnTo>
                  <a:pt x="46657" y="104965"/>
                </a:lnTo>
                <a:lnTo>
                  <a:pt x="48231" y="97245"/>
                </a:lnTo>
                <a:lnTo>
                  <a:pt x="50931" y="81184"/>
                </a:lnTo>
                <a:lnTo>
                  <a:pt x="52187" y="73258"/>
                </a:lnTo>
                <a:lnTo>
                  <a:pt x="53496" y="64554"/>
                </a:lnTo>
                <a:lnTo>
                  <a:pt x="54516" y="58269"/>
                </a:lnTo>
                <a:lnTo>
                  <a:pt x="55710" y="52003"/>
                </a:lnTo>
                <a:lnTo>
                  <a:pt x="57080" y="45757"/>
                </a:lnTo>
                <a:lnTo>
                  <a:pt x="58625" y="39530"/>
                </a:lnTo>
                <a:lnTo>
                  <a:pt x="62355" y="40462"/>
                </a:lnTo>
                <a:lnTo>
                  <a:pt x="64323" y="40980"/>
                </a:lnTo>
                <a:lnTo>
                  <a:pt x="69971" y="43882"/>
                </a:lnTo>
                <a:lnTo>
                  <a:pt x="67070" y="50513"/>
                </a:lnTo>
                <a:lnTo>
                  <a:pt x="64634" y="57715"/>
                </a:lnTo>
                <a:lnTo>
                  <a:pt x="56371" y="97090"/>
                </a:lnTo>
                <a:lnTo>
                  <a:pt x="52822" y="122373"/>
                </a:lnTo>
                <a:lnTo>
                  <a:pt x="51475" y="130610"/>
                </a:lnTo>
                <a:lnTo>
                  <a:pt x="50219" y="137138"/>
                </a:lnTo>
                <a:lnTo>
                  <a:pt x="50120" y="137656"/>
                </a:lnTo>
                <a:lnTo>
                  <a:pt x="50040" y="138071"/>
                </a:lnTo>
                <a:lnTo>
                  <a:pt x="49921" y="138692"/>
                </a:lnTo>
                <a:close/>
              </a:path>
              <a:path w="299084" h="479425">
                <a:moveTo>
                  <a:pt x="130738" y="138692"/>
                </a:moveTo>
                <a:lnTo>
                  <a:pt x="49921" y="138692"/>
                </a:lnTo>
                <a:lnTo>
                  <a:pt x="51475" y="130610"/>
                </a:lnTo>
                <a:lnTo>
                  <a:pt x="52822" y="122373"/>
                </a:lnTo>
                <a:lnTo>
                  <a:pt x="59039" y="81184"/>
                </a:lnTo>
                <a:lnTo>
                  <a:pt x="69971" y="43882"/>
                </a:lnTo>
                <a:lnTo>
                  <a:pt x="64323" y="40980"/>
                </a:lnTo>
                <a:lnTo>
                  <a:pt x="62355" y="40462"/>
                </a:lnTo>
                <a:lnTo>
                  <a:pt x="58625" y="39530"/>
                </a:lnTo>
                <a:lnTo>
                  <a:pt x="142599" y="39530"/>
                </a:lnTo>
                <a:lnTo>
                  <a:pt x="143876" y="44465"/>
                </a:lnTo>
                <a:lnTo>
                  <a:pt x="144731" y="55694"/>
                </a:lnTo>
                <a:lnTo>
                  <a:pt x="144628" y="60616"/>
                </a:lnTo>
                <a:lnTo>
                  <a:pt x="144319" y="64554"/>
                </a:lnTo>
                <a:lnTo>
                  <a:pt x="144213" y="65901"/>
                </a:lnTo>
                <a:lnTo>
                  <a:pt x="143850" y="68491"/>
                </a:lnTo>
                <a:lnTo>
                  <a:pt x="143001" y="72843"/>
                </a:lnTo>
                <a:lnTo>
                  <a:pt x="132851" y="126958"/>
                </a:lnTo>
                <a:lnTo>
                  <a:pt x="131018" y="137138"/>
                </a:lnTo>
                <a:lnTo>
                  <a:pt x="130925" y="137656"/>
                </a:lnTo>
                <a:lnTo>
                  <a:pt x="130850" y="138071"/>
                </a:lnTo>
                <a:lnTo>
                  <a:pt x="130738" y="138692"/>
                </a:lnTo>
                <a:close/>
              </a:path>
              <a:path w="299084" h="479425">
                <a:moveTo>
                  <a:pt x="296150" y="379605"/>
                </a:moveTo>
                <a:lnTo>
                  <a:pt x="104009" y="379605"/>
                </a:lnTo>
                <a:lnTo>
                  <a:pt x="104063" y="374020"/>
                </a:lnTo>
                <a:lnTo>
                  <a:pt x="157010" y="363285"/>
                </a:lnTo>
                <a:lnTo>
                  <a:pt x="189773" y="360746"/>
                </a:lnTo>
                <a:lnTo>
                  <a:pt x="187919" y="360746"/>
                </a:lnTo>
                <a:lnTo>
                  <a:pt x="206322" y="360124"/>
                </a:lnTo>
                <a:lnTo>
                  <a:pt x="226641" y="360124"/>
                </a:lnTo>
                <a:lnTo>
                  <a:pt x="238765" y="360746"/>
                </a:lnTo>
                <a:lnTo>
                  <a:pt x="244915" y="361245"/>
                </a:lnTo>
                <a:lnTo>
                  <a:pt x="245356" y="361245"/>
                </a:lnTo>
                <a:lnTo>
                  <a:pt x="253686" y="362197"/>
                </a:lnTo>
                <a:lnTo>
                  <a:pt x="259903" y="362818"/>
                </a:lnTo>
                <a:lnTo>
                  <a:pt x="260367" y="362818"/>
                </a:lnTo>
                <a:lnTo>
                  <a:pt x="267519" y="364114"/>
                </a:lnTo>
                <a:lnTo>
                  <a:pt x="279059" y="367326"/>
                </a:lnTo>
                <a:lnTo>
                  <a:pt x="279215" y="367326"/>
                </a:lnTo>
                <a:lnTo>
                  <a:pt x="284823" y="369968"/>
                </a:lnTo>
                <a:lnTo>
                  <a:pt x="294356" y="376807"/>
                </a:lnTo>
                <a:lnTo>
                  <a:pt x="296150" y="379605"/>
                </a:lnTo>
                <a:close/>
              </a:path>
              <a:path w="299084" h="479425">
                <a:moveTo>
                  <a:pt x="104009" y="379605"/>
                </a:moveTo>
                <a:lnTo>
                  <a:pt x="96238" y="379605"/>
                </a:lnTo>
                <a:lnTo>
                  <a:pt x="102164" y="375049"/>
                </a:lnTo>
                <a:lnTo>
                  <a:pt x="104063" y="374020"/>
                </a:lnTo>
                <a:lnTo>
                  <a:pt x="104009" y="37960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33736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444" y="106680"/>
                </a:lnTo>
                <a:lnTo>
                  <a:pt x="17124" y="64770"/>
                </a:lnTo>
                <a:lnTo>
                  <a:pt x="50754" y="3302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2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6" y="195580"/>
                </a:lnTo>
                <a:lnTo>
                  <a:pt x="177136" y="201930"/>
                </a:lnTo>
                <a:lnTo>
                  <a:pt x="180815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33314" y="104140"/>
                </a:lnTo>
                <a:lnTo>
                  <a:pt x="33988" y="9779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2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172" y="349250"/>
                </a:lnTo>
                <a:lnTo>
                  <a:pt x="117" y="347980"/>
                </a:lnTo>
                <a:lnTo>
                  <a:pt x="4495" y="307340"/>
                </a:lnTo>
                <a:lnTo>
                  <a:pt x="22952" y="269240"/>
                </a:lnTo>
                <a:lnTo>
                  <a:pt x="50414" y="24257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5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30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6" y="295910"/>
                </a:lnTo>
                <a:lnTo>
                  <a:pt x="306141" y="294640"/>
                </a:lnTo>
                <a:lnTo>
                  <a:pt x="312669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33708" y="34798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6423" y="359410"/>
                </a:lnTo>
                <a:lnTo>
                  <a:pt x="35076" y="354330"/>
                </a:lnTo>
                <a:lnTo>
                  <a:pt x="33832" y="349250"/>
                </a:lnTo>
                <a:lnTo>
                  <a:pt x="33708" y="34798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1845" y="524722"/>
            <a:ext cx="449627" cy="46863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9171158" y="522442"/>
            <a:ext cx="3261360" cy="472440"/>
            <a:chOff x="9171158" y="522442"/>
            <a:chExt cx="3261360" cy="47244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1158" y="524722"/>
              <a:ext cx="622163" cy="46863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820541" y="524109"/>
              <a:ext cx="1027430" cy="470534"/>
            </a:xfrm>
            <a:custGeom>
              <a:avLst/>
              <a:gdLst/>
              <a:ahLst/>
              <a:cxnLst/>
              <a:rect l="l" t="t" r="r" b="b"/>
              <a:pathLst>
                <a:path w="1027429" h="470534">
                  <a:moveTo>
                    <a:pt x="334924" y="297713"/>
                  </a:moveTo>
                  <a:lnTo>
                    <a:pt x="334797" y="270903"/>
                  </a:lnTo>
                  <a:lnTo>
                    <a:pt x="334695" y="267639"/>
                  </a:lnTo>
                  <a:lnTo>
                    <a:pt x="334606" y="264642"/>
                  </a:lnTo>
                  <a:lnTo>
                    <a:pt x="334518" y="261835"/>
                  </a:lnTo>
                  <a:lnTo>
                    <a:pt x="334416" y="258622"/>
                  </a:lnTo>
                  <a:lnTo>
                    <a:pt x="334327" y="255524"/>
                  </a:lnTo>
                  <a:lnTo>
                    <a:pt x="334200" y="253199"/>
                  </a:lnTo>
                  <a:lnTo>
                    <a:pt x="334098" y="251167"/>
                  </a:lnTo>
                  <a:lnTo>
                    <a:pt x="333502" y="239623"/>
                  </a:lnTo>
                  <a:lnTo>
                    <a:pt x="332346" y="223812"/>
                  </a:lnTo>
                  <a:lnTo>
                    <a:pt x="332257" y="222961"/>
                  </a:lnTo>
                  <a:lnTo>
                    <a:pt x="330822" y="208064"/>
                  </a:lnTo>
                  <a:lnTo>
                    <a:pt x="323799" y="162102"/>
                  </a:lnTo>
                  <a:lnTo>
                    <a:pt x="312928" y="118770"/>
                  </a:lnTo>
                  <a:lnTo>
                    <a:pt x="307594" y="102895"/>
                  </a:lnTo>
                  <a:lnTo>
                    <a:pt x="303466" y="91846"/>
                  </a:lnTo>
                  <a:lnTo>
                    <a:pt x="285305" y="55638"/>
                  </a:lnTo>
                  <a:lnTo>
                    <a:pt x="255130" y="24320"/>
                  </a:lnTo>
                  <a:lnTo>
                    <a:pt x="223545" y="8318"/>
                  </a:lnTo>
                  <a:lnTo>
                    <a:pt x="223545" y="270903"/>
                  </a:lnTo>
                  <a:lnTo>
                    <a:pt x="221208" y="264325"/>
                  </a:lnTo>
                  <a:lnTo>
                    <a:pt x="217170" y="263296"/>
                  </a:lnTo>
                  <a:lnTo>
                    <a:pt x="211988" y="261835"/>
                  </a:lnTo>
                  <a:lnTo>
                    <a:pt x="200075" y="258622"/>
                  </a:lnTo>
                  <a:lnTo>
                    <a:pt x="195719" y="257695"/>
                  </a:lnTo>
                  <a:lnTo>
                    <a:pt x="189814" y="256819"/>
                  </a:lnTo>
                  <a:lnTo>
                    <a:pt x="182359" y="255981"/>
                  </a:lnTo>
                  <a:lnTo>
                    <a:pt x="174891" y="255054"/>
                  </a:lnTo>
                  <a:lnTo>
                    <a:pt x="166712" y="254279"/>
                  </a:lnTo>
                  <a:lnTo>
                    <a:pt x="151053" y="253199"/>
                  </a:lnTo>
                  <a:lnTo>
                    <a:pt x="115417" y="251167"/>
                  </a:lnTo>
                  <a:lnTo>
                    <a:pt x="114274" y="251167"/>
                  </a:lnTo>
                  <a:lnTo>
                    <a:pt x="116382" y="241058"/>
                  </a:lnTo>
                  <a:lnTo>
                    <a:pt x="128054" y="190411"/>
                  </a:lnTo>
                  <a:lnTo>
                    <a:pt x="141820" y="143840"/>
                  </a:lnTo>
                  <a:lnTo>
                    <a:pt x="155829" y="112064"/>
                  </a:lnTo>
                  <a:lnTo>
                    <a:pt x="158521" y="106311"/>
                  </a:lnTo>
                  <a:lnTo>
                    <a:pt x="158623" y="105994"/>
                  </a:lnTo>
                  <a:lnTo>
                    <a:pt x="159664" y="102895"/>
                  </a:lnTo>
                  <a:lnTo>
                    <a:pt x="159766" y="105994"/>
                  </a:lnTo>
                  <a:lnTo>
                    <a:pt x="160909" y="107556"/>
                  </a:lnTo>
                  <a:lnTo>
                    <a:pt x="167119" y="107556"/>
                  </a:lnTo>
                  <a:lnTo>
                    <a:pt x="171780" y="111645"/>
                  </a:lnTo>
                  <a:lnTo>
                    <a:pt x="192608" y="156044"/>
                  </a:lnTo>
                  <a:lnTo>
                    <a:pt x="203479" y="196354"/>
                  </a:lnTo>
                  <a:lnTo>
                    <a:pt x="206756" y="211848"/>
                  </a:lnTo>
                  <a:lnTo>
                    <a:pt x="210248" y="227545"/>
                  </a:lnTo>
                  <a:lnTo>
                    <a:pt x="214210" y="242620"/>
                  </a:lnTo>
                  <a:lnTo>
                    <a:pt x="218643" y="257073"/>
                  </a:lnTo>
                  <a:lnTo>
                    <a:pt x="221208" y="264325"/>
                  </a:lnTo>
                  <a:lnTo>
                    <a:pt x="221322" y="264642"/>
                  </a:lnTo>
                  <a:lnTo>
                    <a:pt x="223545" y="270903"/>
                  </a:lnTo>
                  <a:lnTo>
                    <a:pt x="223545" y="8318"/>
                  </a:lnTo>
                  <a:lnTo>
                    <a:pt x="219049" y="6718"/>
                  </a:lnTo>
                  <a:lnTo>
                    <a:pt x="177380" y="0"/>
                  </a:lnTo>
                  <a:lnTo>
                    <a:pt x="176453" y="0"/>
                  </a:lnTo>
                  <a:lnTo>
                    <a:pt x="167792" y="266"/>
                  </a:lnTo>
                  <a:lnTo>
                    <a:pt x="166103" y="266"/>
                  </a:lnTo>
                  <a:lnTo>
                    <a:pt x="126809" y="8534"/>
                  </a:lnTo>
                  <a:lnTo>
                    <a:pt x="118579" y="11925"/>
                  </a:lnTo>
                  <a:lnTo>
                    <a:pt x="118579" y="53568"/>
                  </a:lnTo>
                  <a:lnTo>
                    <a:pt x="118364" y="52895"/>
                  </a:lnTo>
                  <a:lnTo>
                    <a:pt x="118478" y="52070"/>
                  </a:lnTo>
                  <a:lnTo>
                    <a:pt x="118579" y="53568"/>
                  </a:lnTo>
                  <a:lnTo>
                    <a:pt x="118579" y="11925"/>
                  </a:lnTo>
                  <a:lnTo>
                    <a:pt x="110794" y="15760"/>
                  </a:lnTo>
                  <a:lnTo>
                    <a:pt x="79463" y="40093"/>
                  </a:lnTo>
                  <a:lnTo>
                    <a:pt x="71285" y="49911"/>
                  </a:lnTo>
                  <a:lnTo>
                    <a:pt x="71285" y="118122"/>
                  </a:lnTo>
                  <a:lnTo>
                    <a:pt x="70916" y="117919"/>
                  </a:lnTo>
                  <a:lnTo>
                    <a:pt x="71285" y="118122"/>
                  </a:lnTo>
                  <a:lnTo>
                    <a:pt x="71285" y="49911"/>
                  </a:lnTo>
                  <a:lnTo>
                    <a:pt x="47853" y="89776"/>
                  </a:lnTo>
                  <a:lnTo>
                    <a:pt x="33261" y="127406"/>
                  </a:lnTo>
                  <a:lnTo>
                    <a:pt x="21526" y="166230"/>
                  </a:lnTo>
                  <a:lnTo>
                    <a:pt x="11849" y="208419"/>
                  </a:lnTo>
                  <a:lnTo>
                    <a:pt x="4699" y="253199"/>
                  </a:lnTo>
                  <a:lnTo>
                    <a:pt x="660" y="297713"/>
                  </a:lnTo>
                  <a:lnTo>
                    <a:pt x="0" y="338696"/>
                  </a:lnTo>
                  <a:lnTo>
                    <a:pt x="355" y="349935"/>
                  </a:lnTo>
                  <a:lnTo>
                    <a:pt x="4508" y="392988"/>
                  </a:lnTo>
                  <a:lnTo>
                    <a:pt x="14795" y="432866"/>
                  </a:lnTo>
                  <a:lnTo>
                    <a:pt x="40195" y="464413"/>
                  </a:lnTo>
                  <a:lnTo>
                    <a:pt x="45885" y="464718"/>
                  </a:lnTo>
                  <a:lnTo>
                    <a:pt x="54800" y="465340"/>
                  </a:lnTo>
                  <a:lnTo>
                    <a:pt x="61849" y="463219"/>
                  </a:lnTo>
                  <a:lnTo>
                    <a:pt x="72313" y="453377"/>
                  </a:lnTo>
                  <a:lnTo>
                    <a:pt x="76250" y="447624"/>
                  </a:lnTo>
                  <a:lnTo>
                    <a:pt x="78841" y="441096"/>
                  </a:lnTo>
                  <a:lnTo>
                    <a:pt x="81534" y="434568"/>
                  </a:lnTo>
                  <a:lnTo>
                    <a:pt x="83451" y="427736"/>
                  </a:lnTo>
                  <a:lnTo>
                    <a:pt x="84594" y="420585"/>
                  </a:lnTo>
                  <a:lnTo>
                    <a:pt x="85839" y="413334"/>
                  </a:lnTo>
                  <a:lnTo>
                    <a:pt x="86817" y="406755"/>
                  </a:lnTo>
                  <a:lnTo>
                    <a:pt x="87541" y="400837"/>
                  </a:lnTo>
                  <a:lnTo>
                    <a:pt x="88480" y="392607"/>
                  </a:lnTo>
                  <a:lnTo>
                    <a:pt x="88785" y="390017"/>
                  </a:lnTo>
                  <a:lnTo>
                    <a:pt x="89395" y="386702"/>
                  </a:lnTo>
                  <a:lnTo>
                    <a:pt x="90500" y="381622"/>
                  </a:lnTo>
                  <a:lnTo>
                    <a:pt x="91020" y="378561"/>
                  </a:lnTo>
                  <a:lnTo>
                    <a:pt x="91427" y="375348"/>
                  </a:lnTo>
                  <a:lnTo>
                    <a:pt x="98577" y="333705"/>
                  </a:lnTo>
                  <a:lnTo>
                    <a:pt x="208000" y="323596"/>
                  </a:lnTo>
                  <a:lnTo>
                    <a:pt x="220433" y="321932"/>
                  </a:lnTo>
                  <a:lnTo>
                    <a:pt x="226860" y="320281"/>
                  </a:lnTo>
                  <a:lnTo>
                    <a:pt x="227266" y="318617"/>
                  </a:lnTo>
                  <a:lnTo>
                    <a:pt x="231940" y="366179"/>
                  </a:lnTo>
                  <a:lnTo>
                    <a:pt x="244081" y="386803"/>
                  </a:lnTo>
                  <a:lnTo>
                    <a:pt x="244208" y="386702"/>
                  </a:lnTo>
                  <a:lnTo>
                    <a:pt x="244081" y="386803"/>
                  </a:lnTo>
                  <a:lnTo>
                    <a:pt x="235508" y="394157"/>
                  </a:lnTo>
                  <a:lnTo>
                    <a:pt x="241922" y="433895"/>
                  </a:lnTo>
                  <a:lnTo>
                    <a:pt x="262953" y="466191"/>
                  </a:lnTo>
                  <a:lnTo>
                    <a:pt x="275158" y="470001"/>
                  </a:lnTo>
                  <a:lnTo>
                    <a:pt x="282549" y="470001"/>
                  </a:lnTo>
                  <a:lnTo>
                    <a:pt x="313842" y="440791"/>
                  </a:lnTo>
                  <a:lnTo>
                    <a:pt x="326555" y="399072"/>
                  </a:lnTo>
                  <a:lnTo>
                    <a:pt x="328688" y="386702"/>
                  </a:lnTo>
                  <a:lnTo>
                    <a:pt x="330123" y="376694"/>
                  </a:lnTo>
                  <a:lnTo>
                    <a:pt x="333540" y="335864"/>
                  </a:lnTo>
                  <a:lnTo>
                    <a:pt x="334238" y="321932"/>
                  </a:lnTo>
                  <a:lnTo>
                    <a:pt x="334314" y="320281"/>
                  </a:lnTo>
                  <a:lnTo>
                    <a:pt x="334378" y="318617"/>
                  </a:lnTo>
                  <a:lnTo>
                    <a:pt x="334454" y="316801"/>
                  </a:lnTo>
                  <a:lnTo>
                    <a:pt x="334581" y="312585"/>
                  </a:lnTo>
                  <a:lnTo>
                    <a:pt x="334746" y="307124"/>
                  </a:lnTo>
                  <a:lnTo>
                    <a:pt x="334924" y="297713"/>
                  </a:lnTo>
                  <a:close/>
                </a:path>
                <a:path w="1027429" h="470534">
                  <a:moveTo>
                    <a:pt x="674319" y="53670"/>
                  </a:moveTo>
                  <a:lnTo>
                    <a:pt x="671995" y="48183"/>
                  </a:lnTo>
                  <a:lnTo>
                    <a:pt x="667334" y="43827"/>
                  </a:lnTo>
                  <a:lnTo>
                    <a:pt x="662660" y="39370"/>
                  </a:lnTo>
                  <a:lnTo>
                    <a:pt x="617131" y="22415"/>
                  </a:lnTo>
                  <a:lnTo>
                    <a:pt x="563740" y="13398"/>
                  </a:lnTo>
                  <a:lnTo>
                    <a:pt x="523100" y="9372"/>
                  </a:lnTo>
                  <a:lnTo>
                    <a:pt x="487959" y="7226"/>
                  </a:lnTo>
                  <a:lnTo>
                    <a:pt x="487959" y="290182"/>
                  </a:lnTo>
                  <a:lnTo>
                    <a:pt x="486105" y="283133"/>
                  </a:lnTo>
                  <a:lnTo>
                    <a:pt x="486168" y="283375"/>
                  </a:lnTo>
                  <a:lnTo>
                    <a:pt x="487959" y="290182"/>
                  </a:lnTo>
                  <a:lnTo>
                    <a:pt x="487959" y="7226"/>
                  </a:lnTo>
                  <a:lnTo>
                    <a:pt x="479806" y="6819"/>
                  </a:lnTo>
                  <a:lnTo>
                    <a:pt x="477634" y="6756"/>
                  </a:lnTo>
                  <a:lnTo>
                    <a:pt x="477634" y="206197"/>
                  </a:lnTo>
                  <a:lnTo>
                    <a:pt x="477329" y="214795"/>
                  </a:lnTo>
                  <a:lnTo>
                    <a:pt x="476910" y="225361"/>
                  </a:lnTo>
                  <a:lnTo>
                    <a:pt x="477634" y="206197"/>
                  </a:lnTo>
                  <a:lnTo>
                    <a:pt x="477634" y="6756"/>
                  </a:lnTo>
                  <a:lnTo>
                    <a:pt x="476859" y="6731"/>
                  </a:lnTo>
                  <a:lnTo>
                    <a:pt x="476859" y="226580"/>
                  </a:lnTo>
                  <a:lnTo>
                    <a:pt x="476821" y="227774"/>
                  </a:lnTo>
                  <a:lnTo>
                    <a:pt x="476250" y="241109"/>
                  </a:lnTo>
                  <a:lnTo>
                    <a:pt x="476008" y="246722"/>
                  </a:lnTo>
                  <a:lnTo>
                    <a:pt x="476859" y="226580"/>
                  </a:lnTo>
                  <a:lnTo>
                    <a:pt x="476859" y="6731"/>
                  </a:lnTo>
                  <a:lnTo>
                    <a:pt x="469315" y="6489"/>
                  </a:lnTo>
                  <a:lnTo>
                    <a:pt x="459130" y="6286"/>
                  </a:lnTo>
                  <a:lnTo>
                    <a:pt x="433336" y="6286"/>
                  </a:lnTo>
                  <a:lnTo>
                    <a:pt x="422516" y="7048"/>
                  </a:lnTo>
                  <a:lnTo>
                    <a:pt x="416280" y="7899"/>
                  </a:lnTo>
                  <a:lnTo>
                    <a:pt x="416013" y="7899"/>
                  </a:lnTo>
                  <a:lnTo>
                    <a:pt x="374345" y="26885"/>
                  </a:lnTo>
                  <a:lnTo>
                    <a:pt x="360362" y="52425"/>
                  </a:lnTo>
                  <a:lnTo>
                    <a:pt x="360362" y="67868"/>
                  </a:lnTo>
                  <a:lnTo>
                    <a:pt x="386283" y="103200"/>
                  </a:lnTo>
                  <a:lnTo>
                    <a:pt x="422579" y="113195"/>
                  </a:lnTo>
                  <a:lnTo>
                    <a:pt x="455041" y="113195"/>
                  </a:lnTo>
                  <a:lnTo>
                    <a:pt x="460921" y="112991"/>
                  </a:lnTo>
                  <a:lnTo>
                    <a:pt x="460883" y="113195"/>
                  </a:lnTo>
                  <a:lnTo>
                    <a:pt x="454393" y="166928"/>
                  </a:lnTo>
                  <a:lnTo>
                    <a:pt x="452056" y="206197"/>
                  </a:lnTo>
                  <a:lnTo>
                    <a:pt x="451612" y="255257"/>
                  </a:lnTo>
                  <a:lnTo>
                    <a:pt x="452145" y="272034"/>
                  </a:lnTo>
                  <a:lnTo>
                    <a:pt x="453009" y="288747"/>
                  </a:lnTo>
                  <a:lnTo>
                    <a:pt x="453123" y="290182"/>
                  </a:lnTo>
                  <a:lnTo>
                    <a:pt x="453199" y="291376"/>
                  </a:lnTo>
                  <a:lnTo>
                    <a:pt x="457847" y="337934"/>
                  </a:lnTo>
                  <a:lnTo>
                    <a:pt x="465569" y="380847"/>
                  </a:lnTo>
                  <a:lnTo>
                    <a:pt x="476656" y="418680"/>
                  </a:lnTo>
                  <a:lnTo>
                    <a:pt x="495325" y="452805"/>
                  </a:lnTo>
                  <a:lnTo>
                    <a:pt x="511644" y="463791"/>
                  </a:lnTo>
                  <a:lnTo>
                    <a:pt x="526046" y="463791"/>
                  </a:lnTo>
                  <a:lnTo>
                    <a:pt x="549313" y="429704"/>
                  </a:lnTo>
                  <a:lnTo>
                    <a:pt x="551954" y="384987"/>
                  </a:lnTo>
                  <a:lnTo>
                    <a:pt x="552157" y="383438"/>
                  </a:lnTo>
                  <a:lnTo>
                    <a:pt x="552856" y="369290"/>
                  </a:lnTo>
                  <a:lnTo>
                    <a:pt x="553707" y="355104"/>
                  </a:lnTo>
                  <a:lnTo>
                    <a:pt x="553808" y="353758"/>
                  </a:lnTo>
                  <a:lnTo>
                    <a:pt x="554723" y="340804"/>
                  </a:lnTo>
                  <a:lnTo>
                    <a:pt x="555891" y="326390"/>
                  </a:lnTo>
                  <a:lnTo>
                    <a:pt x="557161" y="311975"/>
                  </a:lnTo>
                  <a:lnTo>
                    <a:pt x="558495" y="297637"/>
                  </a:lnTo>
                  <a:lnTo>
                    <a:pt x="559104" y="291376"/>
                  </a:lnTo>
                  <a:lnTo>
                    <a:pt x="559219" y="290182"/>
                  </a:lnTo>
                  <a:lnTo>
                    <a:pt x="564375" y="240906"/>
                  </a:lnTo>
                  <a:lnTo>
                    <a:pt x="569163" y="200393"/>
                  </a:lnTo>
                  <a:lnTo>
                    <a:pt x="573913" y="162890"/>
                  </a:lnTo>
                  <a:lnTo>
                    <a:pt x="575132" y="153187"/>
                  </a:lnTo>
                  <a:lnTo>
                    <a:pt x="577380" y="134848"/>
                  </a:lnTo>
                  <a:lnTo>
                    <a:pt x="579996" y="112991"/>
                  </a:lnTo>
                  <a:lnTo>
                    <a:pt x="580047" y="112483"/>
                  </a:lnTo>
                  <a:lnTo>
                    <a:pt x="580694" y="106984"/>
                  </a:lnTo>
                  <a:lnTo>
                    <a:pt x="581063" y="103517"/>
                  </a:lnTo>
                  <a:lnTo>
                    <a:pt x="582930" y="103200"/>
                  </a:lnTo>
                  <a:lnTo>
                    <a:pt x="598995" y="100977"/>
                  </a:lnTo>
                  <a:lnTo>
                    <a:pt x="604583" y="100139"/>
                  </a:lnTo>
                  <a:lnTo>
                    <a:pt x="648309" y="88938"/>
                  </a:lnTo>
                  <a:lnTo>
                    <a:pt x="673862" y="63309"/>
                  </a:lnTo>
                  <a:lnTo>
                    <a:pt x="673950" y="62788"/>
                  </a:lnTo>
                  <a:lnTo>
                    <a:pt x="674065" y="61963"/>
                  </a:lnTo>
                  <a:lnTo>
                    <a:pt x="674281" y="60617"/>
                  </a:lnTo>
                  <a:lnTo>
                    <a:pt x="674319" y="53670"/>
                  </a:lnTo>
                  <a:close/>
                </a:path>
                <a:path w="1027429" h="470534">
                  <a:moveTo>
                    <a:pt x="995502" y="103797"/>
                  </a:moveTo>
                  <a:lnTo>
                    <a:pt x="982954" y="60617"/>
                  </a:lnTo>
                  <a:lnTo>
                    <a:pt x="954976" y="30137"/>
                  </a:lnTo>
                  <a:lnTo>
                    <a:pt x="910793" y="7277"/>
                  </a:lnTo>
                  <a:lnTo>
                    <a:pt x="882345" y="927"/>
                  </a:lnTo>
                  <a:lnTo>
                    <a:pt x="849045" y="927"/>
                  </a:lnTo>
                  <a:lnTo>
                    <a:pt x="830897" y="3467"/>
                  </a:lnTo>
                  <a:lnTo>
                    <a:pt x="821740" y="6007"/>
                  </a:lnTo>
                  <a:lnTo>
                    <a:pt x="812596" y="7277"/>
                  </a:lnTo>
                  <a:lnTo>
                    <a:pt x="803478" y="9817"/>
                  </a:lnTo>
                  <a:lnTo>
                    <a:pt x="794372" y="13627"/>
                  </a:lnTo>
                  <a:lnTo>
                    <a:pt x="785368" y="16167"/>
                  </a:lnTo>
                  <a:lnTo>
                    <a:pt x="751306" y="33947"/>
                  </a:lnTo>
                  <a:lnTo>
                    <a:pt x="717677" y="65697"/>
                  </a:lnTo>
                  <a:lnTo>
                    <a:pt x="700989" y="107607"/>
                  </a:lnTo>
                  <a:lnTo>
                    <a:pt x="700557" y="116497"/>
                  </a:lnTo>
                  <a:lnTo>
                    <a:pt x="700646" y="121577"/>
                  </a:lnTo>
                  <a:lnTo>
                    <a:pt x="700735" y="124117"/>
                  </a:lnTo>
                  <a:lnTo>
                    <a:pt x="700836" y="126657"/>
                  </a:lnTo>
                  <a:lnTo>
                    <a:pt x="700874" y="127927"/>
                  </a:lnTo>
                  <a:lnTo>
                    <a:pt x="702017" y="139357"/>
                  </a:lnTo>
                  <a:lnTo>
                    <a:pt x="703910" y="149517"/>
                  </a:lnTo>
                  <a:lnTo>
                    <a:pt x="724281" y="191427"/>
                  </a:lnTo>
                  <a:lnTo>
                    <a:pt x="737184" y="205397"/>
                  </a:lnTo>
                  <a:lnTo>
                    <a:pt x="744562" y="213017"/>
                  </a:lnTo>
                  <a:lnTo>
                    <a:pt x="752563" y="218097"/>
                  </a:lnTo>
                  <a:lnTo>
                    <a:pt x="760285" y="223177"/>
                  </a:lnTo>
                  <a:lnTo>
                    <a:pt x="766787" y="226987"/>
                  </a:lnTo>
                  <a:lnTo>
                    <a:pt x="772096" y="229527"/>
                  </a:lnTo>
                  <a:lnTo>
                    <a:pt x="775258" y="229527"/>
                  </a:lnTo>
                  <a:lnTo>
                    <a:pt x="904887" y="229527"/>
                  </a:lnTo>
                  <a:lnTo>
                    <a:pt x="904633" y="228257"/>
                  </a:lnTo>
                  <a:lnTo>
                    <a:pt x="900480" y="220637"/>
                  </a:lnTo>
                  <a:lnTo>
                    <a:pt x="897940" y="218097"/>
                  </a:lnTo>
                  <a:lnTo>
                    <a:pt x="891933" y="211747"/>
                  </a:lnTo>
                  <a:lnTo>
                    <a:pt x="888619" y="209207"/>
                  </a:lnTo>
                  <a:lnTo>
                    <a:pt x="881367" y="204127"/>
                  </a:lnTo>
                  <a:lnTo>
                    <a:pt x="877684" y="202857"/>
                  </a:lnTo>
                  <a:lnTo>
                    <a:pt x="869086" y="196507"/>
                  </a:lnTo>
                  <a:lnTo>
                    <a:pt x="864158" y="193967"/>
                  </a:lnTo>
                  <a:lnTo>
                    <a:pt x="859193" y="190157"/>
                  </a:lnTo>
                  <a:lnTo>
                    <a:pt x="854316" y="186347"/>
                  </a:lnTo>
                  <a:lnTo>
                    <a:pt x="849972" y="183807"/>
                  </a:lnTo>
                  <a:lnTo>
                    <a:pt x="846137" y="178727"/>
                  </a:lnTo>
                  <a:lnTo>
                    <a:pt x="842403" y="174917"/>
                  </a:lnTo>
                  <a:lnTo>
                    <a:pt x="839393" y="169837"/>
                  </a:lnTo>
                  <a:lnTo>
                    <a:pt x="837120" y="164757"/>
                  </a:lnTo>
                  <a:lnTo>
                    <a:pt x="834948" y="159677"/>
                  </a:lnTo>
                  <a:lnTo>
                    <a:pt x="833856" y="154597"/>
                  </a:lnTo>
                  <a:lnTo>
                    <a:pt x="833856" y="141897"/>
                  </a:lnTo>
                  <a:lnTo>
                    <a:pt x="873544" y="120307"/>
                  </a:lnTo>
                  <a:lnTo>
                    <a:pt x="892086" y="120307"/>
                  </a:lnTo>
                  <a:lnTo>
                    <a:pt x="924001" y="126657"/>
                  </a:lnTo>
                  <a:lnTo>
                    <a:pt x="929703" y="129197"/>
                  </a:lnTo>
                  <a:lnTo>
                    <a:pt x="946543" y="133007"/>
                  </a:lnTo>
                  <a:lnTo>
                    <a:pt x="967943" y="133007"/>
                  </a:lnTo>
                  <a:lnTo>
                    <a:pt x="972502" y="130467"/>
                  </a:lnTo>
                  <a:lnTo>
                    <a:pt x="977061" y="129197"/>
                  </a:lnTo>
                  <a:lnTo>
                    <a:pt x="981506" y="126657"/>
                  </a:lnTo>
                  <a:lnTo>
                    <a:pt x="985862" y="122847"/>
                  </a:lnTo>
                  <a:lnTo>
                    <a:pt x="989596" y="120307"/>
                  </a:lnTo>
                  <a:lnTo>
                    <a:pt x="992136" y="116497"/>
                  </a:lnTo>
                  <a:lnTo>
                    <a:pt x="993292" y="112687"/>
                  </a:lnTo>
                  <a:lnTo>
                    <a:pt x="994829" y="107607"/>
                  </a:lnTo>
                  <a:lnTo>
                    <a:pt x="995502" y="103797"/>
                  </a:lnTo>
                  <a:close/>
                </a:path>
                <a:path w="1027429" h="470534">
                  <a:moveTo>
                    <a:pt x="1026896" y="324777"/>
                  </a:moveTo>
                  <a:lnTo>
                    <a:pt x="1006690" y="295567"/>
                  </a:lnTo>
                  <a:lnTo>
                    <a:pt x="999388" y="296837"/>
                  </a:lnTo>
                  <a:lnTo>
                    <a:pt x="991298" y="300647"/>
                  </a:lnTo>
                  <a:lnTo>
                    <a:pt x="985240" y="304457"/>
                  </a:lnTo>
                  <a:lnTo>
                    <a:pt x="973124" y="314617"/>
                  </a:lnTo>
                  <a:lnTo>
                    <a:pt x="967054" y="322237"/>
                  </a:lnTo>
                  <a:lnTo>
                    <a:pt x="955522" y="336207"/>
                  </a:lnTo>
                  <a:lnTo>
                    <a:pt x="920584" y="365417"/>
                  </a:lnTo>
                  <a:lnTo>
                    <a:pt x="877062" y="380657"/>
                  </a:lnTo>
                  <a:lnTo>
                    <a:pt x="870013" y="379387"/>
                  </a:lnTo>
                  <a:lnTo>
                    <a:pt x="862926" y="379387"/>
                  </a:lnTo>
                  <a:lnTo>
                    <a:pt x="848626" y="374307"/>
                  </a:lnTo>
                  <a:lnTo>
                    <a:pt x="845439" y="373037"/>
                  </a:lnTo>
                  <a:lnTo>
                    <a:pt x="842251" y="371767"/>
                  </a:lnTo>
                  <a:lnTo>
                    <a:pt x="818629" y="345097"/>
                  </a:lnTo>
                  <a:lnTo>
                    <a:pt x="818629" y="340017"/>
                  </a:lnTo>
                  <a:lnTo>
                    <a:pt x="818972" y="331127"/>
                  </a:lnTo>
                  <a:lnTo>
                    <a:pt x="820026" y="324777"/>
                  </a:lnTo>
                  <a:lnTo>
                    <a:pt x="821766" y="317157"/>
                  </a:lnTo>
                  <a:lnTo>
                    <a:pt x="824217" y="312077"/>
                  </a:lnTo>
                  <a:lnTo>
                    <a:pt x="827951" y="303187"/>
                  </a:lnTo>
                  <a:lnTo>
                    <a:pt x="831723" y="298107"/>
                  </a:lnTo>
                  <a:lnTo>
                    <a:pt x="832662" y="296837"/>
                  </a:lnTo>
                  <a:lnTo>
                    <a:pt x="844169" y="285407"/>
                  </a:lnTo>
                  <a:lnTo>
                    <a:pt x="850595" y="280327"/>
                  </a:lnTo>
                  <a:lnTo>
                    <a:pt x="864679" y="271437"/>
                  </a:lnTo>
                  <a:lnTo>
                    <a:pt x="871359" y="267627"/>
                  </a:lnTo>
                  <a:lnTo>
                    <a:pt x="877684" y="265087"/>
                  </a:lnTo>
                  <a:lnTo>
                    <a:pt x="884631" y="261277"/>
                  </a:lnTo>
                  <a:lnTo>
                    <a:pt x="891006" y="257467"/>
                  </a:lnTo>
                  <a:lnTo>
                    <a:pt x="896797" y="253657"/>
                  </a:lnTo>
                  <a:lnTo>
                    <a:pt x="902716" y="249847"/>
                  </a:lnTo>
                  <a:lnTo>
                    <a:pt x="905662" y="244767"/>
                  </a:lnTo>
                  <a:lnTo>
                    <a:pt x="905662" y="233337"/>
                  </a:lnTo>
                  <a:lnTo>
                    <a:pt x="905141" y="230797"/>
                  </a:lnTo>
                  <a:lnTo>
                    <a:pt x="905002" y="230098"/>
                  </a:lnTo>
                  <a:lnTo>
                    <a:pt x="775677" y="230098"/>
                  </a:lnTo>
                  <a:lnTo>
                    <a:pt x="773950" y="230098"/>
                  </a:lnTo>
                  <a:lnTo>
                    <a:pt x="769454" y="232067"/>
                  </a:lnTo>
                  <a:lnTo>
                    <a:pt x="736434" y="256197"/>
                  </a:lnTo>
                  <a:lnTo>
                    <a:pt x="712939" y="287947"/>
                  </a:lnTo>
                  <a:lnTo>
                    <a:pt x="701001" y="332397"/>
                  </a:lnTo>
                  <a:lnTo>
                    <a:pt x="700544" y="343827"/>
                  </a:lnTo>
                  <a:lnTo>
                    <a:pt x="700671" y="348907"/>
                  </a:lnTo>
                  <a:lnTo>
                    <a:pt x="700722" y="350177"/>
                  </a:lnTo>
                  <a:lnTo>
                    <a:pt x="700836" y="352717"/>
                  </a:lnTo>
                  <a:lnTo>
                    <a:pt x="700951" y="355257"/>
                  </a:lnTo>
                  <a:lnTo>
                    <a:pt x="716114" y="398437"/>
                  </a:lnTo>
                  <a:lnTo>
                    <a:pt x="746937" y="431457"/>
                  </a:lnTo>
                  <a:lnTo>
                    <a:pt x="786295" y="454317"/>
                  </a:lnTo>
                  <a:lnTo>
                    <a:pt x="794562" y="456857"/>
                  </a:lnTo>
                  <a:lnTo>
                    <a:pt x="802881" y="460667"/>
                  </a:lnTo>
                  <a:lnTo>
                    <a:pt x="811276" y="463207"/>
                  </a:lnTo>
                  <a:lnTo>
                    <a:pt x="844130" y="468287"/>
                  </a:lnTo>
                  <a:lnTo>
                    <a:pt x="863587" y="468287"/>
                  </a:lnTo>
                  <a:lnTo>
                    <a:pt x="907313" y="459397"/>
                  </a:lnTo>
                  <a:lnTo>
                    <a:pt x="944460" y="440347"/>
                  </a:lnTo>
                  <a:lnTo>
                    <a:pt x="974763" y="416217"/>
                  </a:lnTo>
                  <a:lnTo>
                    <a:pt x="987272" y="402247"/>
                  </a:lnTo>
                  <a:lnTo>
                    <a:pt x="992860" y="395897"/>
                  </a:lnTo>
                  <a:lnTo>
                    <a:pt x="1015758" y="361607"/>
                  </a:lnTo>
                  <a:lnTo>
                    <a:pt x="1019327" y="355257"/>
                  </a:lnTo>
                  <a:lnTo>
                    <a:pt x="1021613" y="348907"/>
                  </a:lnTo>
                  <a:lnTo>
                    <a:pt x="1025131" y="340017"/>
                  </a:lnTo>
                  <a:lnTo>
                    <a:pt x="1026896" y="331127"/>
                  </a:lnTo>
                  <a:lnTo>
                    <a:pt x="1026896" y="3247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88736" y="524722"/>
              <a:ext cx="449627" cy="4686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379710" y="525033"/>
              <a:ext cx="326390" cy="467359"/>
            </a:xfrm>
            <a:custGeom>
              <a:avLst/>
              <a:gdLst/>
              <a:ahLst/>
              <a:cxnLst/>
              <a:rect l="l" t="t" r="r" b="b"/>
              <a:pathLst>
                <a:path w="326390" h="467359">
                  <a:moveTo>
                    <a:pt x="204595" y="229870"/>
                  </a:moveTo>
                  <a:lnTo>
                    <a:pt x="75642" y="229870"/>
                  </a:lnTo>
                  <a:lnTo>
                    <a:pt x="74709" y="228600"/>
                  </a:lnTo>
                  <a:lnTo>
                    <a:pt x="71542" y="228600"/>
                  </a:lnTo>
                  <a:lnTo>
                    <a:pt x="66238" y="226060"/>
                  </a:lnTo>
                  <a:lnTo>
                    <a:pt x="59730" y="222250"/>
                  </a:lnTo>
                  <a:lnTo>
                    <a:pt x="52017" y="217170"/>
                  </a:lnTo>
                  <a:lnTo>
                    <a:pt x="44012" y="212090"/>
                  </a:lnTo>
                  <a:lnTo>
                    <a:pt x="36629" y="204470"/>
                  </a:lnTo>
                  <a:lnTo>
                    <a:pt x="29868" y="198120"/>
                  </a:lnTo>
                  <a:lnTo>
                    <a:pt x="23729" y="190500"/>
                  </a:lnTo>
                  <a:lnTo>
                    <a:pt x="3358" y="148590"/>
                  </a:lnTo>
                  <a:lnTo>
                    <a:pt x="833" y="132080"/>
                  </a:lnTo>
                  <a:lnTo>
                    <a:pt x="707" y="130810"/>
                  </a:lnTo>
                  <a:lnTo>
                    <a:pt x="580" y="129540"/>
                  </a:lnTo>
                  <a:lnTo>
                    <a:pt x="454" y="128270"/>
                  </a:lnTo>
                  <a:lnTo>
                    <a:pt x="328" y="127000"/>
                  </a:lnTo>
                  <a:lnTo>
                    <a:pt x="280" y="125730"/>
                  </a:lnTo>
                  <a:lnTo>
                    <a:pt x="186" y="123190"/>
                  </a:lnTo>
                  <a:lnTo>
                    <a:pt x="91" y="120650"/>
                  </a:lnTo>
                  <a:lnTo>
                    <a:pt x="11" y="115570"/>
                  </a:lnTo>
                  <a:lnTo>
                    <a:pt x="444" y="106680"/>
                  </a:lnTo>
                  <a:lnTo>
                    <a:pt x="17124" y="64770"/>
                  </a:lnTo>
                  <a:lnTo>
                    <a:pt x="50754" y="33020"/>
                  </a:lnTo>
                  <a:lnTo>
                    <a:pt x="84822" y="15240"/>
                  </a:lnTo>
                  <a:lnTo>
                    <a:pt x="93827" y="12700"/>
                  </a:lnTo>
                  <a:lnTo>
                    <a:pt x="102929" y="8890"/>
                  </a:lnTo>
                  <a:lnTo>
                    <a:pt x="112051" y="6350"/>
                  </a:lnTo>
                  <a:lnTo>
                    <a:pt x="121192" y="5080"/>
                  </a:lnTo>
                  <a:lnTo>
                    <a:pt x="130352" y="2540"/>
                  </a:lnTo>
                  <a:lnTo>
                    <a:pt x="148498" y="0"/>
                  </a:lnTo>
                  <a:lnTo>
                    <a:pt x="181798" y="0"/>
                  </a:lnTo>
                  <a:lnTo>
                    <a:pt x="222831" y="11430"/>
                  </a:lnTo>
                  <a:lnTo>
                    <a:pt x="262932" y="35560"/>
                  </a:lnTo>
                  <a:lnTo>
                    <a:pt x="273676" y="46990"/>
                  </a:lnTo>
                  <a:lnTo>
                    <a:pt x="66938" y="46990"/>
                  </a:lnTo>
                  <a:lnTo>
                    <a:pt x="61757" y="50800"/>
                  </a:lnTo>
                  <a:lnTo>
                    <a:pt x="34454" y="78740"/>
                  </a:lnTo>
                  <a:lnTo>
                    <a:pt x="21242" y="110490"/>
                  </a:lnTo>
                  <a:lnTo>
                    <a:pt x="25180" y="111760"/>
                  </a:lnTo>
                  <a:lnTo>
                    <a:pt x="292737" y="111760"/>
                  </a:lnTo>
                  <a:lnTo>
                    <a:pt x="291582" y="115570"/>
                  </a:lnTo>
                  <a:lnTo>
                    <a:pt x="289044" y="119380"/>
                  </a:lnTo>
                  <a:lnTo>
                    <a:pt x="172991" y="119380"/>
                  </a:lnTo>
                  <a:lnTo>
                    <a:pt x="160143" y="121920"/>
                  </a:lnTo>
                  <a:lnTo>
                    <a:pt x="133305" y="140970"/>
                  </a:lnTo>
                  <a:lnTo>
                    <a:pt x="133305" y="153670"/>
                  </a:lnTo>
                  <a:lnTo>
                    <a:pt x="145584" y="177800"/>
                  </a:lnTo>
                  <a:lnTo>
                    <a:pt x="149418" y="182880"/>
                  </a:lnTo>
                  <a:lnTo>
                    <a:pt x="153770" y="185420"/>
                  </a:lnTo>
                  <a:lnTo>
                    <a:pt x="158640" y="189230"/>
                  </a:lnTo>
                  <a:lnTo>
                    <a:pt x="163613" y="193040"/>
                  </a:lnTo>
                  <a:lnTo>
                    <a:pt x="168535" y="195580"/>
                  </a:lnTo>
                  <a:lnTo>
                    <a:pt x="177136" y="201930"/>
                  </a:lnTo>
                  <a:lnTo>
                    <a:pt x="180814" y="203200"/>
                  </a:lnTo>
                  <a:lnTo>
                    <a:pt x="188068" y="208280"/>
                  </a:lnTo>
                  <a:lnTo>
                    <a:pt x="191383" y="210820"/>
                  </a:lnTo>
                  <a:lnTo>
                    <a:pt x="197393" y="217170"/>
                  </a:lnTo>
                  <a:lnTo>
                    <a:pt x="199932" y="219710"/>
                  </a:lnTo>
                  <a:lnTo>
                    <a:pt x="204077" y="227330"/>
                  </a:lnTo>
                  <a:lnTo>
                    <a:pt x="204336" y="228600"/>
                  </a:lnTo>
                  <a:lnTo>
                    <a:pt x="74709" y="228600"/>
                  </a:lnTo>
                  <a:lnTo>
                    <a:pt x="73397" y="229174"/>
                  </a:lnTo>
                  <a:lnTo>
                    <a:pt x="204453" y="229174"/>
                  </a:lnTo>
                  <a:lnTo>
                    <a:pt x="204595" y="229870"/>
                  </a:lnTo>
                  <a:close/>
                </a:path>
                <a:path w="326390" h="467359">
                  <a:moveTo>
                    <a:pt x="33521" y="111760"/>
                  </a:moveTo>
                  <a:lnTo>
                    <a:pt x="25180" y="111760"/>
                  </a:lnTo>
                  <a:lnTo>
                    <a:pt x="21242" y="110490"/>
                  </a:lnTo>
                  <a:lnTo>
                    <a:pt x="38495" y="73660"/>
                  </a:lnTo>
                  <a:lnTo>
                    <a:pt x="66938" y="46990"/>
                  </a:lnTo>
                  <a:lnTo>
                    <a:pt x="69321" y="49530"/>
                  </a:lnTo>
                  <a:lnTo>
                    <a:pt x="70616" y="50800"/>
                  </a:lnTo>
                  <a:lnTo>
                    <a:pt x="70824" y="52070"/>
                  </a:lnTo>
                  <a:lnTo>
                    <a:pt x="71134" y="52070"/>
                  </a:lnTo>
                  <a:lnTo>
                    <a:pt x="73621" y="57150"/>
                  </a:lnTo>
                  <a:lnTo>
                    <a:pt x="66368" y="60960"/>
                  </a:lnTo>
                  <a:lnTo>
                    <a:pt x="60151" y="64770"/>
                  </a:lnTo>
                  <a:lnTo>
                    <a:pt x="54970" y="67310"/>
                  </a:lnTo>
                  <a:lnTo>
                    <a:pt x="33313" y="104140"/>
                  </a:lnTo>
                  <a:lnTo>
                    <a:pt x="33383" y="106680"/>
                  </a:lnTo>
                  <a:lnTo>
                    <a:pt x="33487" y="110490"/>
                  </a:lnTo>
                  <a:lnTo>
                    <a:pt x="33521" y="111760"/>
                  </a:lnTo>
                  <a:close/>
                </a:path>
                <a:path w="326390" h="467359">
                  <a:moveTo>
                    <a:pt x="292737" y="111760"/>
                  </a:moveTo>
                  <a:lnTo>
                    <a:pt x="33521" y="111760"/>
                  </a:lnTo>
                  <a:lnTo>
                    <a:pt x="33487" y="110490"/>
                  </a:lnTo>
                  <a:lnTo>
                    <a:pt x="33383" y="106680"/>
                  </a:lnTo>
                  <a:lnTo>
                    <a:pt x="33313" y="104140"/>
                  </a:lnTo>
                  <a:lnTo>
                    <a:pt x="54970" y="67310"/>
                  </a:lnTo>
                  <a:lnTo>
                    <a:pt x="60151" y="64770"/>
                  </a:lnTo>
                  <a:lnTo>
                    <a:pt x="66368" y="60960"/>
                  </a:lnTo>
                  <a:lnTo>
                    <a:pt x="73621" y="57150"/>
                  </a:lnTo>
                  <a:lnTo>
                    <a:pt x="71134" y="52070"/>
                  </a:lnTo>
                  <a:lnTo>
                    <a:pt x="70824" y="52070"/>
                  </a:lnTo>
                  <a:lnTo>
                    <a:pt x="70616" y="50800"/>
                  </a:lnTo>
                  <a:lnTo>
                    <a:pt x="69321" y="49530"/>
                  </a:lnTo>
                  <a:lnTo>
                    <a:pt x="66938" y="46990"/>
                  </a:lnTo>
                  <a:lnTo>
                    <a:pt x="273676" y="46990"/>
                  </a:lnTo>
                  <a:lnTo>
                    <a:pt x="292929" y="82550"/>
                  </a:lnTo>
                  <a:lnTo>
                    <a:pt x="294949" y="102870"/>
                  </a:lnTo>
                  <a:lnTo>
                    <a:pt x="294276" y="106680"/>
                  </a:lnTo>
                  <a:lnTo>
                    <a:pt x="292737" y="111760"/>
                  </a:lnTo>
                  <a:close/>
                </a:path>
                <a:path w="326390" h="467359">
                  <a:moveTo>
                    <a:pt x="267387" y="132080"/>
                  </a:moveTo>
                  <a:lnTo>
                    <a:pt x="245990" y="132080"/>
                  </a:lnTo>
                  <a:lnTo>
                    <a:pt x="229152" y="128270"/>
                  </a:lnTo>
                  <a:lnTo>
                    <a:pt x="223453" y="125730"/>
                  </a:lnTo>
                  <a:lnTo>
                    <a:pt x="191539" y="119380"/>
                  </a:lnTo>
                  <a:lnTo>
                    <a:pt x="289044" y="119380"/>
                  </a:lnTo>
                  <a:lnTo>
                    <a:pt x="285313" y="121920"/>
                  </a:lnTo>
                  <a:lnTo>
                    <a:pt x="280961" y="125730"/>
                  </a:lnTo>
                  <a:lnTo>
                    <a:pt x="276505" y="128270"/>
                  </a:lnTo>
                  <a:lnTo>
                    <a:pt x="271947" y="129540"/>
                  </a:lnTo>
                  <a:lnTo>
                    <a:pt x="267387" y="132080"/>
                  </a:lnTo>
                  <a:close/>
                </a:path>
                <a:path w="326390" h="467359">
                  <a:moveTo>
                    <a:pt x="75642" y="229870"/>
                  </a:moveTo>
                  <a:lnTo>
                    <a:pt x="73397" y="229174"/>
                  </a:lnTo>
                  <a:lnTo>
                    <a:pt x="74709" y="228600"/>
                  </a:lnTo>
                  <a:lnTo>
                    <a:pt x="75642" y="229870"/>
                  </a:lnTo>
                  <a:close/>
                </a:path>
                <a:path w="326390" h="467359">
                  <a:moveTo>
                    <a:pt x="163040" y="467360"/>
                  </a:moveTo>
                  <a:lnTo>
                    <a:pt x="143583" y="467360"/>
                  </a:lnTo>
                  <a:lnTo>
                    <a:pt x="110720" y="462280"/>
                  </a:lnTo>
                  <a:lnTo>
                    <a:pt x="102336" y="459740"/>
                  </a:lnTo>
                  <a:lnTo>
                    <a:pt x="94011" y="455930"/>
                  </a:lnTo>
                  <a:lnTo>
                    <a:pt x="85745" y="453390"/>
                  </a:lnTo>
                  <a:lnTo>
                    <a:pt x="46392" y="430530"/>
                  </a:lnTo>
                  <a:lnTo>
                    <a:pt x="15569" y="397510"/>
                  </a:lnTo>
                  <a:lnTo>
                    <a:pt x="396" y="354330"/>
                  </a:lnTo>
                  <a:lnTo>
                    <a:pt x="172" y="349250"/>
                  </a:lnTo>
                  <a:lnTo>
                    <a:pt x="117" y="347980"/>
                  </a:lnTo>
                  <a:lnTo>
                    <a:pt x="4495" y="307340"/>
                  </a:lnTo>
                  <a:lnTo>
                    <a:pt x="22952" y="269240"/>
                  </a:lnTo>
                  <a:lnTo>
                    <a:pt x="50414" y="242570"/>
                  </a:lnTo>
                  <a:lnTo>
                    <a:pt x="73397" y="229174"/>
                  </a:lnTo>
                  <a:lnTo>
                    <a:pt x="75642" y="229870"/>
                  </a:lnTo>
                  <a:lnTo>
                    <a:pt x="204595" y="229870"/>
                  </a:lnTo>
                  <a:lnTo>
                    <a:pt x="205113" y="232410"/>
                  </a:lnTo>
                  <a:lnTo>
                    <a:pt x="205113" y="243840"/>
                  </a:lnTo>
                  <a:lnTo>
                    <a:pt x="202160" y="248920"/>
                  </a:lnTo>
                  <a:lnTo>
                    <a:pt x="196253" y="252730"/>
                  </a:lnTo>
                  <a:lnTo>
                    <a:pt x="190451" y="256540"/>
                  </a:lnTo>
                  <a:lnTo>
                    <a:pt x="184078" y="260350"/>
                  </a:lnTo>
                  <a:lnTo>
                    <a:pt x="177136" y="264160"/>
                  </a:lnTo>
                  <a:lnTo>
                    <a:pt x="170815" y="266700"/>
                  </a:lnTo>
                  <a:lnTo>
                    <a:pt x="164132" y="270510"/>
                  </a:lnTo>
                  <a:lnTo>
                    <a:pt x="150040" y="279400"/>
                  </a:lnTo>
                  <a:lnTo>
                    <a:pt x="143615" y="284480"/>
                  </a:lnTo>
                  <a:lnTo>
                    <a:pt x="132114" y="295910"/>
                  </a:lnTo>
                  <a:lnTo>
                    <a:pt x="131171" y="297180"/>
                  </a:lnTo>
                  <a:lnTo>
                    <a:pt x="34298" y="297180"/>
                  </a:lnTo>
                  <a:lnTo>
                    <a:pt x="25490" y="351790"/>
                  </a:lnTo>
                  <a:lnTo>
                    <a:pt x="26216" y="358140"/>
                  </a:lnTo>
                  <a:lnTo>
                    <a:pt x="27045" y="364490"/>
                  </a:lnTo>
                  <a:lnTo>
                    <a:pt x="27770" y="369570"/>
                  </a:lnTo>
                  <a:lnTo>
                    <a:pt x="28392" y="372110"/>
                  </a:lnTo>
                  <a:lnTo>
                    <a:pt x="144885" y="372110"/>
                  </a:lnTo>
                  <a:lnTo>
                    <a:pt x="148071" y="373380"/>
                  </a:lnTo>
                  <a:lnTo>
                    <a:pt x="162370" y="378460"/>
                  </a:lnTo>
                  <a:lnTo>
                    <a:pt x="169468" y="378460"/>
                  </a:lnTo>
                  <a:lnTo>
                    <a:pt x="176514" y="379730"/>
                  </a:lnTo>
                  <a:lnTo>
                    <a:pt x="303964" y="379730"/>
                  </a:lnTo>
                  <a:lnTo>
                    <a:pt x="302255" y="382270"/>
                  </a:lnTo>
                  <a:lnTo>
                    <a:pt x="297514" y="388620"/>
                  </a:lnTo>
                  <a:lnTo>
                    <a:pt x="292307" y="394970"/>
                  </a:lnTo>
                  <a:lnTo>
                    <a:pt x="286722" y="401320"/>
                  </a:lnTo>
                  <a:lnTo>
                    <a:pt x="280689" y="408940"/>
                  </a:lnTo>
                  <a:lnTo>
                    <a:pt x="252129" y="434340"/>
                  </a:lnTo>
                  <a:lnTo>
                    <a:pt x="216692" y="454660"/>
                  </a:lnTo>
                  <a:lnTo>
                    <a:pt x="185655" y="464820"/>
                  </a:lnTo>
                  <a:lnTo>
                    <a:pt x="163040" y="467360"/>
                  </a:lnTo>
                  <a:close/>
                </a:path>
                <a:path w="326390" h="467359">
                  <a:moveTo>
                    <a:pt x="303964" y="379730"/>
                  </a:moveTo>
                  <a:lnTo>
                    <a:pt x="176514" y="379730"/>
                  </a:lnTo>
                  <a:lnTo>
                    <a:pt x="186753" y="378460"/>
                  </a:lnTo>
                  <a:lnTo>
                    <a:pt x="197419" y="375920"/>
                  </a:lnTo>
                  <a:lnTo>
                    <a:pt x="231739" y="356870"/>
                  </a:lnTo>
                  <a:lnTo>
                    <a:pt x="266507" y="321310"/>
                  </a:lnTo>
                  <a:lnTo>
                    <a:pt x="272568" y="313690"/>
                  </a:lnTo>
                  <a:lnTo>
                    <a:pt x="284691" y="303530"/>
                  </a:lnTo>
                  <a:lnTo>
                    <a:pt x="290753" y="299720"/>
                  </a:lnTo>
                  <a:lnTo>
                    <a:pt x="298835" y="295910"/>
                  </a:lnTo>
                  <a:lnTo>
                    <a:pt x="306140" y="294640"/>
                  </a:lnTo>
                  <a:lnTo>
                    <a:pt x="312668" y="298450"/>
                  </a:lnTo>
                  <a:lnTo>
                    <a:pt x="318652" y="302260"/>
                  </a:lnTo>
                  <a:lnTo>
                    <a:pt x="322927" y="308610"/>
                  </a:lnTo>
                  <a:lnTo>
                    <a:pt x="325491" y="314960"/>
                  </a:lnTo>
                  <a:lnTo>
                    <a:pt x="326346" y="323850"/>
                  </a:lnTo>
                  <a:lnTo>
                    <a:pt x="326346" y="330200"/>
                  </a:lnTo>
                  <a:lnTo>
                    <a:pt x="324585" y="339090"/>
                  </a:lnTo>
                  <a:lnTo>
                    <a:pt x="321061" y="347980"/>
                  </a:lnTo>
                  <a:lnTo>
                    <a:pt x="318782" y="354330"/>
                  </a:lnTo>
                  <a:lnTo>
                    <a:pt x="315207" y="360680"/>
                  </a:lnTo>
                  <a:lnTo>
                    <a:pt x="310337" y="369570"/>
                  </a:lnTo>
                  <a:lnTo>
                    <a:pt x="306529" y="375920"/>
                  </a:lnTo>
                  <a:lnTo>
                    <a:pt x="303964" y="379730"/>
                  </a:lnTo>
                  <a:close/>
                </a:path>
                <a:path w="326390" h="467359">
                  <a:moveTo>
                    <a:pt x="36578" y="372110"/>
                  </a:moveTo>
                  <a:lnTo>
                    <a:pt x="28392" y="372110"/>
                  </a:lnTo>
                  <a:lnTo>
                    <a:pt x="27770" y="369570"/>
                  </a:lnTo>
                  <a:lnTo>
                    <a:pt x="27045" y="364490"/>
                  </a:lnTo>
                  <a:lnTo>
                    <a:pt x="26216" y="358140"/>
                  </a:lnTo>
                  <a:lnTo>
                    <a:pt x="25490" y="351790"/>
                  </a:lnTo>
                  <a:lnTo>
                    <a:pt x="25508" y="330200"/>
                  </a:lnTo>
                  <a:lnTo>
                    <a:pt x="34298" y="297180"/>
                  </a:lnTo>
                  <a:lnTo>
                    <a:pt x="39842" y="299720"/>
                  </a:lnTo>
                  <a:lnTo>
                    <a:pt x="40257" y="299720"/>
                  </a:lnTo>
                  <a:lnTo>
                    <a:pt x="41811" y="300990"/>
                  </a:lnTo>
                  <a:lnTo>
                    <a:pt x="44712" y="303530"/>
                  </a:lnTo>
                  <a:lnTo>
                    <a:pt x="40567" y="308610"/>
                  </a:lnTo>
                  <a:lnTo>
                    <a:pt x="37614" y="313690"/>
                  </a:lnTo>
                  <a:lnTo>
                    <a:pt x="34091" y="326390"/>
                  </a:lnTo>
                  <a:lnTo>
                    <a:pt x="33210" y="331470"/>
                  </a:lnTo>
                  <a:lnTo>
                    <a:pt x="33334" y="344170"/>
                  </a:lnTo>
                  <a:lnTo>
                    <a:pt x="33459" y="345440"/>
                  </a:lnTo>
                  <a:lnTo>
                    <a:pt x="33583" y="346710"/>
                  </a:lnTo>
                  <a:lnTo>
                    <a:pt x="33707" y="347980"/>
                  </a:lnTo>
                  <a:lnTo>
                    <a:pt x="40515" y="369570"/>
                  </a:lnTo>
                  <a:lnTo>
                    <a:pt x="36578" y="372110"/>
                  </a:lnTo>
                  <a:close/>
                </a:path>
                <a:path w="326390" h="467359">
                  <a:moveTo>
                    <a:pt x="144885" y="372110"/>
                  </a:moveTo>
                  <a:lnTo>
                    <a:pt x="36578" y="372110"/>
                  </a:lnTo>
                  <a:lnTo>
                    <a:pt x="40515" y="369570"/>
                  </a:lnTo>
                  <a:lnTo>
                    <a:pt x="38236" y="365760"/>
                  </a:lnTo>
                  <a:lnTo>
                    <a:pt x="33583" y="346710"/>
                  </a:lnTo>
                  <a:lnTo>
                    <a:pt x="33459" y="345440"/>
                  </a:lnTo>
                  <a:lnTo>
                    <a:pt x="33334" y="344170"/>
                  </a:lnTo>
                  <a:lnTo>
                    <a:pt x="33210" y="331470"/>
                  </a:lnTo>
                  <a:lnTo>
                    <a:pt x="34091" y="326390"/>
                  </a:lnTo>
                  <a:lnTo>
                    <a:pt x="37614" y="313690"/>
                  </a:lnTo>
                  <a:lnTo>
                    <a:pt x="40567" y="308610"/>
                  </a:lnTo>
                  <a:lnTo>
                    <a:pt x="44712" y="303530"/>
                  </a:lnTo>
                  <a:lnTo>
                    <a:pt x="41811" y="300990"/>
                  </a:lnTo>
                  <a:lnTo>
                    <a:pt x="40257" y="299720"/>
                  </a:lnTo>
                  <a:lnTo>
                    <a:pt x="39842" y="299720"/>
                  </a:lnTo>
                  <a:lnTo>
                    <a:pt x="34298" y="297180"/>
                  </a:lnTo>
                  <a:lnTo>
                    <a:pt x="131171" y="297180"/>
                  </a:lnTo>
                  <a:lnTo>
                    <a:pt x="127399" y="302260"/>
                  </a:lnTo>
                  <a:lnTo>
                    <a:pt x="123669" y="311150"/>
                  </a:lnTo>
                  <a:lnTo>
                    <a:pt x="121221" y="316230"/>
                  </a:lnTo>
                  <a:lnTo>
                    <a:pt x="119472" y="323850"/>
                  </a:lnTo>
                  <a:lnTo>
                    <a:pt x="118423" y="330200"/>
                  </a:lnTo>
                  <a:lnTo>
                    <a:pt x="118074" y="339090"/>
                  </a:lnTo>
                  <a:lnTo>
                    <a:pt x="118074" y="344170"/>
                  </a:lnTo>
                  <a:lnTo>
                    <a:pt x="141698" y="370840"/>
                  </a:lnTo>
                  <a:lnTo>
                    <a:pt x="144885" y="37211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46581" y="522442"/>
              <a:ext cx="685402" cy="472440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3358925" y="2778837"/>
            <a:ext cx="14014450" cy="508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62280" algn="l"/>
                <a:tab pos="1478280" algn="l"/>
                <a:tab pos="3656329" algn="l"/>
                <a:tab pos="6043295" algn="l"/>
                <a:tab pos="7373620" algn="l"/>
                <a:tab pos="8566785" algn="l"/>
                <a:tab pos="9237345" algn="l"/>
                <a:tab pos="10828655" algn="l"/>
                <a:tab pos="12640310" algn="l"/>
                <a:tab pos="13121640" algn="l"/>
              </a:tabLst>
            </a:pPr>
            <a:r>
              <a:rPr sz="3150" spc="-25" dirty="0">
                <a:solidFill>
                  <a:srgbClr val="000000"/>
                </a:solidFill>
              </a:rPr>
              <a:t>In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-665" dirty="0">
                <a:solidFill>
                  <a:srgbClr val="000000"/>
                </a:solidFill>
              </a:rPr>
              <a:t>m</a:t>
            </a:r>
            <a:r>
              <a:rPr sz="3150" spc="-360" dirty="0">
                <a:solidFill>
                  <a:srgbClr val="000000"/>
                </a:solidFill>
              </a:rPr>
              <a:t> </a:t>
            </a:r>
            <a:r>
              <a:rPr sz="3150" spc="-25" dirty="0">
                <a:solidFill>
                  <a:srgbClr val="000000"/>
                </a:solidFill>
              </a:rPr>
              <a:t>any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105" dirty="0">
                <a:solidFill>
                  <a:srgbClr val="000000"/>
                </a:solidFill>
              </a:rPr>
              <a:t>educational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190" dirty="0">
                <a:solidFill>
                  <a:srgbClr val="000000"/>
                </a:solidFill>
              </a:rPr>
              <a:t>institutions,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-204" dirty="0">
                <a:solidFill>
                  <a:srgbClr val="000000"/>
                </a:solidFill>
              </a:rPr>
              <a:t>cam</a:t>
            </a:r>
            <a:r>
              <a:rPr sz="3150" spc="-345" dirty="0">
                <a:solidFill>
                  <a:srgbClr val="000000"/>
                </a:solidFill>
              </a:rPr>
              <a:t> </a:t>
            </a:r>
            <a:r>
              <a:rPr sz="3150" spc="-25" dirty="0">
                <a:solidFill>
                  <a:srgbClr val="000000"/>
                </a:solidFill>
              </a:rPr>
              <a:t>pus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-10" dirty="0">
                <a:solidFill>
                  <a:srgbClr val="000000"/>
                </a:solidFill>
              </a:rPr>
              <a:t>events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40" dirty="0">
                <a:solidFill>
                  <a:srgbClr val="000000"/>
                </a:solidFill>
              </a:rPr>
              <a:t>are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-665" dirty="0">
                <a:solidFill>
                  <a:srgbClr val="000000"/>
                </a:solidFill>
              </a:rPr>
              <a:t>m</a:t>
            </a:r>
            <a:r>
              <a:rPr sz="3150" spc="-360" dirty="0">
                <a:solidFill>
                  <a:srgbClr val="000000"/>
                </a:solidFill>
              </a:rPr>
              <a:t> </a:t>
            </a:r>
            <a:r>
              <a:rPr sz="3150" spc="-10" dirty="0">
                <a:solidFill>
                  <a:srgbClr val="000000"/>
                </a:solidFill>
              </a:rPr>
              <a:t>anaged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-665" dirty="0">
                <a:solidFill>
                  <a:srgbClr val="000000"/>
                </a:solidFill>
              </a:rPr>
              <a:t>m</a:t>
            </a:r>
            <a:r>
              <a:rPr sz="3150" spc="-360" dirty="0">
                <a:solidFill>
                  <a:srgbClr val="000000"/>
                </a:solidFill>
              </a:rPr>
              <a:t> </a:t>
            </a:r>
            <a:r>
              <a:rPr sz="3150" spc="195" dirty="0">
                <a:solidFill>
                  <a:srgbClr val="000000"/>
                </a:solidFill>
              </a:rPr>
              <a:t>anually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-25" dirty="0">
                <a:solidFill>
                  <a:srgbClr val="000000"/>
                </a:solidFill>
              </a:rPr>
              <a:t>or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-20" dirty="0">
                <a:solidFill>
                  <a:srgbClr val="000000"/>
                </a:solidFill>
              </a:rPr>
              <a:t>using</a:t>
            </a:r>
            <a:endParaRPr sz="3150"/>
          </a:p>
        </p:txBody>
      </p:sp>
      <p:sp>
        <p:nvSpPr>
          <p:cNvPr id="34" name="object 34"/>
          <p:cNvSpPr txBox="1"/>
          <p:nvPr/>
        </p:nvSpPr>
        <p:spPr>
          <a:xfrm>
            <a:off x="2228069" y="3271807"/>
            <a:ext cx="9277985" cy="121920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1394460" algn="l"/>
                <a:tab pos="2787015" algn="l"/>
                <a:tab pos="4043679" algn="l"/>
                <a:tab pos="5310505" algn="l"/>
                <a:tab pos="6881495" algn="l"/>
              </a:tabLst>
            </a:pPr>
            <a:r>
              <a:rPr sz="3150" spc="-10" dirty="0">
                <a:latin typeface="Times New Roman"/>
                <a:cs typeface="Times New Roman"/>
              </a:rPr>
              <a:t>basic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35" dirty="0">
                <a:latin typeface="Times New Roman"/>
                <a:cs typeface="Times New Roman"/>
              </a:rPr>
              <a:t>tools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204" dirty="0">
                <a:latin typeface="Times New Roman"/>
                <a:cs typeface="Times New Roman"/>
              </a:rPr>
              <a:t>that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00" dirty="0">
                <a:latin typeface="Times New Roman"/>
                <a:cs typeface="Times New Roman"/>
              </a:rPr>
              <a:t>lack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10" dirty="0">
                <a:latin typeface="Times New Roman"/>
                <a:cs typeface="Times New Roman"/>
              </a:rPr>
              <a:t>proper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30" dirty="0">
                <a:latin typeface="Times New Roman"/>
                <a:cs typeface="Times New Roman"/>
              </a:rPr>
              <a:t>autom</a:t>
            </a:r>
            <a:r>
              <a:rPr sz="3150" spc="-320" dirty="0">
                <a:latin typeface="Times New Roman"/>
                <a:cs typeface="Times New Roman"/>
              </a:rPr>
              <a:t> </a:t>
            </a:r>
            <a:r>
              <a:rPr sz="3150" spc="120" dirty="0">
                <a:latin typeface="Times New Roman"/>
                <a:cs typeface="Times New Roman"/>
              </a:rPr>
              <a:t>ation.</a:t>
            </a: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2943860" algn="l"/>
                <a:tab pos="5279390" algn="l"/>
                <a:tab pos="7666355" algn="l"/>
              </a:tabLst>
            </a:pPr>
            <a:r>
              <a:rPr sz="3150" spc="165" dirty="0">
                <a:latin typeface="Times New Roman"/>
                <a:cs typeface="Times New Roman"/>
              </a:rPr>
              <a:t>registrations,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95" dirty="0">
                <a:latin typeface="Times New Roman"/>
                <a:cs typeface="Times New Roman"/>
              </a:rPr>
              <a:t>approvals,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85" dirty="0">
                <a:latin typeface="Times New Roman"/>
                <a:cs typeface="Times New Roman"/>
              </a:rPr>
              <a:t>attendance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40" dirty="0">
                <a:latin typeface="Times New Roman"/>
                <a:cs typeface="Times New Roman"/>
              </a:rPr>
              <a:t>tracking,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442265" y="3982989"/>
            <a:ext cx="2124075" cy="508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50" spc="130" dirty="0">
                <a:latin typeface="Times New Roman"/>
                <a:cs typeface="Times New Roman"/>
              </a:rPr>
              <a:t>participants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662336" y="3271807"/>
            <a:ext cx="7899400" cy="181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marR="5080" indent="-346075">
              <a:lnSpc>
                <a:spcPct val="124300"/>
              </a:lnSpc>
              <a:spcBef>
                <a:spcPts val="95"/>
              </a:spcBef>
              <a:tabLst>
                <a:tab pos="1258570" algn="l"/>
                <a:tab pos="1457325" algn="l"/>
                <a:tab pos="2985770" algn="l"/>
                <a:tab pos="4514850" algn="l"/>
                <a:tab pos="5541010" algn="l"/>
                <a:tab pos="6389370" algn="l"/>
              </a:tabLst>
            </a:pPr>
            <a:r>
              <a:rPr sz="3150" spc="-20" dirty="0">
                <a:latin typeface="Times New Roman"/>
                <a:cs typeface="Times New Roman"/>
              </a:rPr>
              <a:t>This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75" dirty="0">
                <a:latin typeface="Times New Roman"/>
                <a:cs typeface="Times New Roman"/>
              </a:rPr>
              <a:t>creates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70" dirty="0">
                <a:latin typeface="Times New Roman"/>
                <a:cs typeface="Times New Roman"/>
              </a:rPr>
              <a:t>difficulties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5" dirty="0">
                <a:latin typeface="Times New Roman"/>
                <a:cs typeface="Times New Roman"/>
              </a:rPr>
              <a:t>in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75" dirty="0">
                <a:latin typeface="Times New Roman"/>
                <a:cs typeface="Times New Roman"/>
              </a:rPr>
              <a:t>handling </a:t>
            </a:r>
            <a:r>
              <a:rPr sz="3150" spc="-25" dirty="0">
                <a:latin typeface="Times New Roman"/>
                <a:cs typeface="Times New Roman"/>
              </a:rPr>
              <a:t>and</a:t>
            </a:r>
            <a:r>
              <a:rPr sz="3150" dirty="0">
                <a:latin typeface="Times New Roman"/>
                <a:cs typeface="Times New Roman"/>
              </a:rPr>
              <a:t>		</a:t>
            </a:r>
            <a:r>
              <a:rPr sz="3150" spc="-285" dirty="0">
                <a:latin typeface="Times New Roman"/>
                <a:cs typeface="Times New Roman"/>
              </a:rPr>
              <a:t>com</a:t>
            </a:r>
            <a:r>
              <a:rPr sz="3150" spc="-350" dirty="0">
                <a:latin typeface="Times New Roman"/>
                <a:cs typeface="Times New Roman"/>
              </a:rPr>
              <a:t> </a:t>
            </a:r>
            <a:r>
              <a:rPr sz="3150" spc="45" dirty="0">
                <a:latin typeface="Times New Roman"/>
                <a:cs typeface="Times New Roman"/>
              </a:rPr>
              <a:t>munication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35" dirty="0">
                <a:latin typeface="Times New Roman"/>
                <a:cs typeface="Times New Roman"/>
              </a:rPr>
              <a:t>with</a:t>
            </a:r>
            <a:endParaRPr sz="3150">
              <a:latin typeface="Times New Roman"/>
              <a:cs typeface="Times New Roman"/>
            </a:endParaRPr>
          </a:p>
          <a:p>
            <a:pPr marL="4598670">
              <a:lnSpc>
                <a:spcPct val="100000"/>
              </a:lnSpc>
              <a:spcBef>
                <a:spcPts val="919"/>
              </a:spcBef>
            </a:pPr>
            <a:r>
              <a:rPr sz="3150" spc="-665" dirty="0">
                <a:latin typeface="Times New Roman"/>
                <a:cs typeface="Times New Roman"/>
              </a:rPr>
              <a:t>m</a:t>
            </a:r>
            <a:r>
              <a:rPr sz="3150" spc="-360" dirty="0">
                <a:latin typeface="Times New Roman"/>
                <a:cs typeface="Times New Roman"/>
              </a:rPr>
              <a:t> </a:t>
            </a:r>
            <a:r>
              <a:rPr sz="3150" spc="-25" dirty="0">
                <a:latin typeface="Times New Roman"/>
                <a:cs typeface="Times New Roman"/>
              </a:rPr>
              <a:t>ay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28069" y="4465487"/>
            <a:ext cx="13762990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300"/>
              </a:lnSpc>
              <a:spcBef>
                <a:spcPts val="95"/>
              </a:spcBef>
              <a:tabLst>
                <a:tab pos="1195705" algn="l"/>
                <a:tab pos="1697989" algn="l"/>
                <a:tab pos="2294890" algn="l"/>
                <a:tab pos="3938904" algn="l"/>
                <a:tab pos="4661535" algn="l"/>
                <a:tab pos="5771515" algn="l"/>
                <a:tab pos="6242685" algn="l"/>
                <a:tab pos="6284595" algn="l"/>
                <a:tab pos="6598284" algn="l"/>
                <a:tab pos="7498715" algn="l"/>
                <a:tab pos="8085455" algn="l"/>
                <a:tab pos="8169275" algn="l"/>
                <a:tab pos="8524875" algn="l"/>
                <a:tab pos="9729470" algn="l"/>
                <a:tab pos="10221595" algn="l"/>
                <a:tab pos="10483215" algn="l"/>
                <a:tab pos="11990705" algn="l"/>
                <a:tab pos="12661265" algn="l"/>
                <a:tab pos="13184505" algn="l"/>
              </a:tabLst>
            </a:pPr>
            <a:r>
              <a:rPr sz="3150" spc="155" dirty="0">
                <a:latin typeface="Times New Roman"/>
                <a:cs typeface="Times New Roman"/>
              </a:rPr>
              <a:t>efficiently.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365" dirty="0">
                <a:latin typeface="Times New Roman"/>
                <a:cs typeface="Times New Roman"/>
              </a:rPr>
              <a:t>M</a:t>
            </a:r>
            <a:r>
              <a:rPr sz="3150" spc="-190" dirty="0">
                <a:latin typeface="Times New Roman"/>
                <a:cs typeface="Times New Roman"/>
              </a:rPr>
              <a:t> </a:t>
            </a:r>
            <a:r>
              <a:rPr sz="3150" spc="145" dirty="0">
                <a:latin typeface="Times New Roman"/>
                <a:cs typeface="Times New Roman"/>
              </a:rPr>
              <a:t>anual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665" dirty="0">
                <a:latin typeface="Times New Roman"/>
                <a:cs typeface="Times New Roman"/>
              </a:rPr>
              <a:t>m</a:t>
            </a:r>
            <a:r>
              <a:rPr sz="3150" spc="-335" dirty="0">
                <a:latin typeface="Times New Roman"/>
                <a:cs typeface="Times New Roman"/>
              </a:rPr>
              <a:t> </a:t>
            </a:r>
            <a:r>
              <a:rPr sz="3150" spc="-75" dirty="0">
                <a:latin typeface="Times New Roman"/>
                <a:cs typeface="Times New Roman"/>
              </a:rPr>
              <a:t>anagem</a:t>
            </a:r>
            <a:r>
              <a:rPr sz="3150" spc="-330" dirty="0">
                <a:latin typeface="Times New Roman"/>
                <a:cs typeface="Times New Roman"/>
              </a:rPr>
              <a:t> </a:t>
            </a:r>
            <a:r>
              <a:rPr sz="3150" spc="25" dirty="0">
                <a:latin typeface="Times New Roman"/>
                <a:cs typeface="Times New Roman"/>
              </a:rPr>
              <a:t>ent</a:t>
            </a:r>
            <a:r>
              <a:rPr sz="3150" dirty="0">
                <a:latin typeface="Times New Roman"/>
                <a:cs typeface="Times New Roman"/>
              </a:rPr>
              <a:t>		</a:t>
            </a:r>
            <a:r>
              <a:rPr sz="3150" spc="-10" dirty="0">
                <a:latin typeface="Times New Roman"/>
                <a:cs typeface="Times New Roman"/>
              </a:rPr>
              <a:t>increases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10" dirty="0">
                <a:latin typeface="Times New Roman"/>
                <a:cs typeface="Times New Roman"/>
              </a:rPr>
              <a:t>paperwork,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155" dirty="0">
                <a:latin typeface="Times New Roman"/>
                <a:cs typeface="Times New Roman"/>
              </a:rPr>
              <a:t>consum</a:t>
            </a:r>
            <a:r>
              <a:rPr sz="3150" spc="-310" dirty="0">
                <a:latin typeface="Times New Roman"/>
                <a:cs typeface="Times New Roman"/>
              </a:rPr>
              <a:t> </a:t>
            </a:r>
            <a:r>
              <a:rPr sz="3150" spc="-25" dirty="0">
                <a:latin typeface="Times New Roman"/>
                <a:cs typeface="Times New Roman"/>
              </a:rPr>
              <a:t>es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70" dirty="0">
                <a:latin typeface="Times New Roman"/>
                <a:cs typeface="Times New Roman"/>
              </a:rPr>
              <a:t>tim</a:t>
            </a:r>
            <a:r>
              <a:rPr sz="3150" spc="-360" dirty="0">
                <a:latin typeface="Times New Roman"/>
                <a:cs typeface="Times New Roman"/>
              </a:rPr>
              <a:t> </a:t>
            </a:r>
            <a:r>
              <a:rPr sz="3150" spc="-25" dirty="0">
                <a:latin typeface="Times New Roman"/>
                <a:cs typeface="Times New Roman"/>
              </a:rPr>
              <a:t>e,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45" dirty="0">
                <a:latin typeface="Times New Roman"/>
                <a:cs typeface="Times New Roman"/>
              </a:rPr>
              <a:t>and </a:t>
            </a:r>
            <a:r>
              <a:rPr sz="3150" spc="50" dirty="0">
                <a:latin typeface="Times New Roman"/>
                <a:cs typeface="Times New Roman"/>
              </a:rPr>
              <a:t>errors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5" dirty="0">
                <a:latin typeface="Times New Roman"/>
                <a:cs typeface="Times New Roman"/>
              </a:rPr>
              <a:t>or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665" dirty="0">
                <a:latin typeface="Times New Roman"/>
                <a:cs typeface="Times New Roman"/>
              </a:rPr>
              <a:t>m</a:t>
            </a:r>
            <a:r>
              <a:rPr sz="3150" spc="-360" dirty="0">
                <a:latin typeface="Times New Roman"/>
                <a:cs typeface="Times New Roman"/>
              </a:rPr>
              <a:t> </a:t>
            </a:r>
            <a:r>
              <a:rPr sz="3150" spc="-10" dirty="0">
                <a:latin typeface="Times New Roman"/>
                <a:cs typeface="Times New Roman"/>
              </a:rPr>
              <a:t>ismanagement.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10" dirty="0">
                <a:latin typeface="Times New Roman"/>
                <a:cs typeface="Times New Roman"/>
              </a:rPr>
              <a:t>There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45" dirty="0">
                <a:latin typeface="Times New Roman"/>
                <a:cs typeface="Times New Roman"/>
              </a:rPr>
              <a:t>is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50" dirty="0">
                <a:latin typeface="Times New Roman"/>
                <a:cs typeface="Times New Roman"/>
              </a:rPr>
              <a:t>a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0" dirty="0">
                <a:latin typeface="Times New Roman"/>
                <a:cs typeface="Times New Roman"/>
              </a:rPr>
              <a:t>need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5" dirty="0">
                <a:latin typeface="Times New Roman"/>
                <a:cs typeface="Times New Roman"/>
              </a:rPr>
              <a:t>for</a:t>
            </a:r>
            <a:r>
              <a:rPr sz="3150" dirty="0">
                <a:latin typeface="Times New Roman"/>
                <a:cs typeface="Times New Roman"/>
              </a:rPr>
              <a:t>		</a:t>
            </a:r>
            <a:r>
              <a:rPr sz="3150" spc="-50" dirty="0">
                <a:latin typeface="Times New Roman"/>
                <a:cs typeface="Times New Roman"/>
              </a:rPr>
              <a:t>a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10" dirty="0">
                <a:latin typeface="Times New Roman"/>
                <a:cs typeface="Times New Roman"/>
              </a:rPr>
              <a:t>secure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5" dirty="0">
                <a:latin typeface="Times New Roman"/>
                <a:cs typeface="Times New Roman"/>
              </a:rPr>
              <a:t>and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45" dirty="0">
                <a:latin typeface="Times New Roman"/>
                <a:cs typeface="Times New Roman"/>
              </a:rPr>
              <a:t>centralized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0" dirty="0">
                <a:latin typeface="Times New Roman"/>
                <a:cs typeface="Times New Roman"/>
              </a:rPr>
              <a:t>event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28069" y="5794452"/>
            <a:ext cx="14473555" cy="508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13990" algn="l"/>
                <a:tab pos="4472940" algn="l"/>
                <a:tab pos="5823585" algn="l"/>
                <a:tab pos="6996430" algn="l"/>
                <a:tab pos="9498965" algn="l"/>
                <a:tab pos="11017250" algn="l"/>
                <a:tab pos="13205460" algn="l"/>
              </a:tabLst>
            </a:pPr>
            <a:r>
              <a:rPr sz="3150" spc="-665" dirty="0">
                <a:latin typeface="Times New Roman"/>
                <a:cs typeface="Times New Roman"/>
              </a:rPr>
              <a:t>m</a:t>
            </a:r>
            <a:r>
              <a:rPr sz="3150" spc="-335" dirty="0">
                <a:latin typeface="Times New Roman"/>
                <a:cs typeface="Times New Roman"/>
              </a:rPr>
              <a:t> </a:t>
            </a:r>
            <a:r>
              <a:rPr sz="3150" spc="-75" dirty="0">
                <a:latin typeface="Times New Roman"/>
                <a:cs typeface="Times New Roman"/>
              </a:rPr>
              <a:t>anagem</a:t>
            </a:r>
            <a:r>
              <a:rPr sz="3150" spc="-330" dirty="0">
                <a:latin typeface="Times New Roman"/>
                <a:cs typeface="Times New Roman"/>
              </a:rPr>
              <a:t> </a:t>
            </a:r>
            <a:r>
              <a:rPr sz="3150" spc="25" dirty="0">
                <a:latin typeface="Times New Roman"/>
                <a:cs typeface="Times New Roman"/>
              </a:rPr>
              <a:t>ent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10" dirty="0">
                <a:latin typeface="Times New Roman"/>
                <a:cs typeface="Times New Roman"/>
              </a:rPr>
              <a:t>system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85" dirty="0">
                <a:latin typeface="Times New Roman"/>
                <a:cs typeface="Times New Roman"/>
              </a:rPr>
              <a:t>that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5" dirty="0">
                <a:latin typeface="Times New Roman"/>
                <a:cs typeface="Times New Roman"/>
              </a:rPr>
              <a:t>can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55" dirty="0">
                <a:latin typeface="Times New Roman"/>
                <a:cs typeface="Times New Roman"/>
              </a:rPr>
              <a:t>stream</a:t>
            </a:r>
            <a:r>
              <a:rPr sz="3150" spc="-340" dirty="0">
                <a:latin typeface="Times New Roman"/>
                <a:cs typeface="Times New Roman"/>
              </a:rPr>
              <a:t> </a:t>
            </a:r>
            <a:r>
              <a:rPr sz="3150" spc="140" dirty="0">
                <a:latin typeface="Times New Roman"/>
                <a:cs typeface="Times New Roman"/>
              </a:rPr>
              <a:t>line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10" dirty="0">
                <a:latin typeface="Times New Roman"/>
                <a:cs typeface="Times New Roman"/>
              </a:rPr>
              <a:t>event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14" dirty="0">
                <a:latin typeface="Times New Roman"/>
                <a:cs typeface="Times New Roman"/>
              </a:rPr>
              <a:t>creation,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90" dirty="0">
                <a:latin typeface="Times New Roman"/>
                <a:cs typeface="Times New Roman"/>
              </a:rPr>
              <a:t>student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180493" y="4579830"/>
            <a:ext cx="2388235" cy="1722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96315" algn="l"/>
                <a:tab pos="1624965" algn="l"/>
              </a:tabLst>
            </a:pPr>
            <a:r>
              <a:rPr sz="3150" spc="100" dirty="0">
                <a:latin typeface="Times New Roman"/>
                <a:cs typeface="Times New Roman"/>
              </a:rPr>
              <a:t>lead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70" dirty="0">
                <a:latin typeface="Times New Roman"/>
                <a:cs typeface="Times New Roman"/>
              </a:rPr>
              <a:t>to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14" dirty="0">
                <a:latin typeface="Times New Roman"/>
                <a:cs typeface="Times New Roman"/>
              </a:rPr>
              <a:t>data</a:t>
            </a: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60"/>
              </a:spcBef>
            </a:pPr>
            <a:endParaRPr sz="3150">
              <a:latin typeface="Times New Roman"/>
              <a:cs typeface="Times New Roman"/>
            </a:endParaRPr>
          </a:p>
          <a:p>
            <a:pPr marL="148590">
              <a:lnSpc>
                <a:spcPct val="100000"/>
              </a:lnSpc>
            </a:pPr>
            <a:r>
              <a:rPr sz="3150" spc="165" dirty="0">
                <a:latin typeface="Times New Roman"/>
                <a:cs typeface="Times New Roman"/>
              </a:rPr>
              <a:t>registration,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28069" y="6276951"/>
            <a:ext cx="17340580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300"/>
              </a:lnSpc>
              <a:spcBef>
                <a:spcPts val="95"/>
              </a:spcBef>
              <a:tabLst>
                <a:tab pos="2190115" algn="l"/>
                <a:tab pos="4001770" algn="l"/>
                <a:tab pos="4787265" algn="l"/>
                <a:tab pos="6776720" algn="l"/>
                <a:tab pos="9352280" algn="l"/>
                <a:tab pos="10347325" algn="l"/>
                <a:tab pos="10734675" algn="l"/>
                <a:tab pos="12074525" algn="l"/>
                <a:tab pos="13750290" algn="l"/>
                <a:tab pos="15739744" algn="l"/>
              </a:tabLst>
            </a:pPr>
            <a:r>
              <a:rPr sz="3150" spc="155" dirty="0">
                <a:latin typeface="Times New Roman"/>
                <a:cs typeface="Times New Roman"/>
              </a:rPr>
              <a:t>participant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40" dirty="0">
                <a:latin typeface="Times New Roman"/>
                <a:cs typeface="Times New Roman"/>
              </a:rPr>
              <a:t>tracking,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5" dirty="0">
                <a:latin typeface="Times New Roman"/>
                <a:cs typeface="Times New Roman"/>
              </a:rPr>
              <a:t>and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30" dirty="0">
                <a:latin typeface="Times New Roman"/>
                <a:cs typeface="Times New Roman"/>
              </a:rPr>
              <a:t>autom</a:t>
            </a:r>
            <a:r>
              <a:rPr sz="3150" spc="-320" dirty="0">
                <a:latin typeface="Times New Roman"/>
                <a:cs typeface="Times New Roman"/>
              </a:rPr>
              <a:t> </a:t>
            </a:r>
            <a:r>
              <a:rPr sz="3150" spc="80" dirty="0">
                <a:latin typeface="Times New Roman"/>
                <a:cs typeface="Times New Roman"/>
              </a:rPr>
              <a:t>ated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130" dirty="0">
                <a:latin typeface="Times New Roman"/>
                <a:cs typeface="Times New Roman"/>
              </a:rPr>
              <a:t>notifications.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0" dirty="0">
                <a:latin typeface="Times New Roman"/>
                <a:cs typeface="Times New Roman"/>
              </a:rPr>
              <a:t>Such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50" dirty="0">
                <a:latin typeface="Times New Roman"/>
                <a:cs typeface="Times New Roman"/>
              </a:rPr>
              <a:t>a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10" dirty="0">
                <a:latin typeface="Times New Roman"/>
                <a:cs typeface="Times New Roman"/>
              </a:rPr>
              <a:t>system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00" dirty="0">
                <a:latin typeface="Times New Roman"/>
                <a:cs typeface="Times New Roman"/>
              </a:rPr>
              <a:t>im</a:t>
            </a:r>
            <a:r>
              <a:rPr sz="3150" spc="-350" dirty="0">
                <a:latin typeface="Times New Roman"/>
                <a:cs typeface="Times New Roman"/>
              </a:rPr>
              <a:t> </a:t>
            </a:r>
            <a:r>
              <a:rPr sz="3150" spc="-10" dirty="0">
                <a:latin typeface="Times New Roman"/>
                <a:cs typeface="Times New Roman"/>
              </a:rPr>
              <a:t>proves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60" dirty="0">
                <a:latin typeface="Times New Roman"/>
                <a:cs typeface="Times New Roman"/>
              </a:rPr>
              <a:t>efficiency,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35" dirty="0">
                <a:latin typeface="Times New Roman"/>
                <a:cs typeface="Times New Roman"/>
              </a:rPr>
              <a:t>accuracy, </a:t>
            </a:r>
            <a:r>
              <a:rPr sz="3150" dirty="0">
                <a:latin typeface="Times New Roman"/>
                <a:cs typeface="Times New Roman"/>
              </a:rPr>
              <a:t>and</a:t>
            </a:r>
            <a:r>
              <a:rPr sz="3150" spc="245" dirty="0">
                <a:latin typeface="Times New Roman"/>
                <a:cs typeface="Times New Roman"/>
              </a:rPr>
              <a:t> </a:t>
            </a:r>
            <a:r>
              <a:rPr sz="3150" spc="190" dirty="0">
                <a:latin typeface="Times New Roman"/>
                <a:cs typeface="Times New Roman"/>
              </a:rPr>
              <a:t>overall</a:t>
            </a:r>
            <a:r>
              <a:rPr sz="3150" spc="200" dirty="0">
                <a:latin typeface="Times New Roman"/>
                <a:cs typeface="Times New Roman"/>
              </a:rPr>
              <a:t> </a:t>
            </a:r>
            <a:r>
              <a:rPr sz="3150" spc="-180" dirty="0">
                <a:latin typeface="Times New Roman"/>
                <a:cs typeface="Times New Roman"/>
              </a:rPr>
              <a:t>cam</a:t>
            </a:r>
            <a:r>
              <a:rPr sz="3150" spc="-36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pus</a:t>
            </a:r>
            <a:r>
              <a:rPr sz="3150" spc="25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event</a:t>
            </a:r>
            <a:r>
              <a:rPr sz="3150" spc="285" dirty="0">
                <a:latin typeface="Times New Roman"/>
                <a:cs typeface="Times New Roman"/>
              </a:rPr>
              <a:t> </a:t>
            </a:r>
            <a:r>
              <a:rPr sz="3150" spc="60" dirty="0">
                <a:latin typeface="Times New Roman"/>
                <a:cs typeface="Times New Roman"/>
              </a:rPr>
              <a:t>coordination.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0719" y="3645597"/>
            <a:ext cx="1089025" cy="1089025"/>
          </a:xfrm>
          <a:custGeom>
            <a:avLst/>
            <a:gdLst/>
            <a:ahLst/>
            <a:cxnLst/>
            <a:rect l="l" t="t" r="r" b="b"/>
            <a:pathLst>
              <a:path w="1089025" h="1089025">
                <a:moveTo>
                  <a:pt x="544494" y="1088988"/>
                </a:moveTo>
                <a:lnTo>
                  <a:pt x="492055" y="1086495"/>
                </a:lnTo>
                <a:lnTo>
                  <a:pt x="441027" y="1079170"/>
                </a:lnTo>
                <a:lnTo>
                  <a:pt x="391638" y="1067240"/>
                </a:lnTo>
                <a:lnTo>
                  <a:pt x="344115" y="1050934"/>
                </a:lnTo>
                <a:lnTo>
                  <a:pt x="298686" y="1030479"/>
                </a:lnTo>
                <a:lnTo>
                  <a:pt x="255581" y="1006105"/>
                </a:lnTo>
                <a:lnTo>
                  <a:pt x="215027" y="978038"/>
                </a:lnTo>
                <a:lnTo>
                  <a:pt x="177252" y="946507"/>
                </a:lnTo>
                <a:lnTo>
                  <a:pt x="142485" y="911740"/>
                </a:lnTo>
                <a:lnTo>
                  <a:pt x="110953" y="873966"/>
                </a:lnTo>
                <a:lnTo>
                  <a:pt x="82885" y="833412"/>
                </a:lnTo>
                <a:lnTo>
                  <a:pt x="58510" y="790307"/>
                </a:lnTo>
                <a:lnTo>
                  <a:pt x="38055" y="744878"/>
                </a:lnTo>
                <a:lnTo>
                  <a:pt x="21747" y="697355"/>
                </a:lnTo>
                <a:lnTo>
                  <a:pt x="9818" y="647963"/>
                </a:lnTo>
                <a:lnTo>
                  <a:pt x="2492" y="596934"/>
                </a:lnTo>
                <a:lnTo>
                  <a:pt x="0" y="544494"/>
                </a:lnTo>
                <a:lnTo>
                  <a:pt x="2492" y="492053"/>
                </a:lnTo>
                <a:lnTo>
                  <a:pt x="9818" y="441024"/>
                </a:lnTo>
                <a:lnTo>
                  <a:pt x="21747" y="391632"/>
                </a:lnTo>
                <a:lnTo>
                  <a:pt x="38055" y="344108"/>
                </a:lnTo>
                <a:lnTo>
                  <a:pt x="58510" y="298680"/>
                </a:lnTo>
                <a:lnTo>
                  <a:pt x="82885" y="255574"/>
                </a:lnTo>
                <a:lnTo>
                  <a:pt x="110953" y="215020"/>
                </a:lnTo>
                <a:lnTo>
                  <a:pt x="142485" y="177247"/>
                </a:lnTo>
                <a:lnTo>
                  <a:pt x="177252" y="142479"/>
                </a:lnTo>
                <a:lnTo>
                  <a:pt x="215027" y="110948"/>
                </a:lnTo>
                <a:lnTo>
                  <a:pt x="255581" y="82882"/>
                </a:lnTo>
                <a:lnTo>
                  <a:pt x="298686" y="58508"/>
                </a:lnTo>
                <a:lnTo>
                  <a:pt x="344115" y="38053"/>
                </a:lnTo>
                <a:lnTo>
                  <a:pt x="391638" y="21746"/>
                </a:lnTo>
                <a:lnTo>
                  <a:pt x="441027" y="9817"/>
                </a:lnTo>
                <a:lnTo>
                  <a:pt x="492055" y="2492"/>
                </a:lnTo>
                <a:lnTo>
                  <a:pt x="544494" y="0"/>
                </a:lnTo>
                <a:lnTo>
                  <a:pt x="596934" y="2492"/>
                </a:lnTo>
                <a:lnTo>
                  <a:pt x="647963" y="9817"/>
                </a:lnTo>
                <a:lnTo>
                  <a:pt x="697355" y="21746"/>
                </a:lnTo>
                <a:lnTo>
                  <a:pt x="744878" y="38053"/>
                </a:lnTo>
                <a:lnTo>
                  <a:pt x="790307" y="58508"/>
                </a:lnTo>
                <a:lnTo>
                  <a:pt x="833412" y="82882"/>
                </a:lnTo>
                <a:lnTo>
                  <a:pt x="873966" y="110948"/>
                </a:lnTo>
                <a:lnTo>
                  <a:pt x="911740" y="142479"/>
                </a:lnTo>
                <a:lnTo>
                  <a:pt x="946507" y="177247"/>
                </a:lnTo>
                <a:lnTo>
                  <a:pt x="978038" y="215020"/>
                </a:lnTo>
                <a:lnTo>
                  <a:pt x="1006105" y="255574"/>
                </a:lnTo>
                <a:lnTo>
                  <a:pt x="1030479" y="298680"/>
                </a:lnTo>
                <a:lnTo>
                  <a:pt x="1050934" y="344108"/>
                </a:lnTo>
                <a:lnTo>
                  <a:pt x="1067240" y="391632"/>
                </a:lnTo>
                <a:lnTo>
                  <a:pt x="1079170" y="441024"/>
                </a:lnTo>
                <a:lnTo>
                  <a:pt x="1086495" y="492053"/>
                </a:lnTo>
                <a:lnTo>
                  <a:pt x="1088987" y="544494"/>
                </a:lnTo>
                <a:lnTo>
                  <a:pt x="1086495" y="596934"/>
                </a:lnTo>
                <a:lnTo>
                  <a:pt x="1079170" y="647963"/>
                </a:lnTo>
                <a:lnTo>
                  <a:pt x="1067240" y="697355"/>
                </a:lnTo>
                <a:lnTo>
                  <a:pt x="1050934" y="744878"/>
                </a:lnTo>
                <a:lnTo>
                  <a:pt x="1030479" y="790307"/>
                </a:lnTo>
                <a:lnTo>
                  <a:pt x="1006105" y="833412"/>
                </a:lnTo>
                <a:lnTo>
                  <a:pt x="978038" y="873966"/>
                </a:lnTo>
                <a:lnTo>
                  <a:pt x="946507" y="911740"/>
                </a:lnTo>
                <a:lnTo>
                  <a:pt x="911740" y="946507"/>
                </a:lnTo>
                <a:lnTo>
                  <a:pt x="873966" y="978038"/>
                </a:lnTo>
                <a:lnTo>
                  <a:pt x="833412" y="1006105"/>
                </a:lnTo>
                <a:lnTo>
                  <a:pt x="790307" y="1030479"/>
                </a:lnTo>
                <a:lnTo>
                  <a:pt x="744878" y="1050934"/>
                </a:lnTo>
                <a:lnTo>
                  <a:pt x="697355" y="1067240"/>
                </a:lnTo>
                <a:lnTo>
                  <a:pt x="647963" y="1079170"/>
                </a:lnTo>
                <a:lnTo>
                  <a:pt x="596934" y="1086495"/>
                </a:lnTo>
                <a:lnTo>
                  <a:pt x="544494" y="108898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1451" y="3830114"/>
            <a:ext cx="22796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65" dirty="0">
                <a:solidFill>
                  <a:srgbClr val="FFFDFD"/>
                </a:solidFill>
                <a:latin typeface="Times New Roman"/>
                <a:cs typeface="Times New Roman"/>
              </a:rPr>
              <a:t>3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7104" y="4870291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7"/>
                </a:lnTo>
                <a:lnTo>
                  <a:pt x="279786" y="596431"/>
                </a:lnTo>
                <a:lnTo>
                  <a:pt x="330086" y="591627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33335" y="4950499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7104" y="2179651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33335" y="225948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47104" y="5600752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7104" y="2913462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0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0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33335" y="299244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47104" y="706502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47104" y="633456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47104" y="779883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0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104" y="853264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2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33335" y="5672990"/>
            <a:ext cx="154940" cy="322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84059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17242" y="133443"/>
                </a:lnTo>
                <a:lnTo>
                  <a:pt x="33335" y="97919"/>
                </a:lnTo>
                <a:lnTo>
                  <a:pt x="56934" y="63258"/>
                </a:lnTo>
                <a:lnTo>
                  <a:pt x="88321" y="33193"/>
                </a:lnTo>
                <a:lnTo>
                  <a:pt x="124691" y="12065"/>
                </a:lnTo>
                <a:lnTo>
                  <a:pt x="164169" y="1340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16959" y="520059"/>
            <a:ext cx="325755" cy="477520"/>
          </a:xfrm>
          <a:custGeom>
            <a:avLst/>
            <a:gdLst/>
            <a:ahLst/>
            <a:cxnLst/>
            <a:rect l="l" t="t" r="r" b="b"/>
            <a:pathLst>
              <a:path w="325754" h="477519">
                <a:moveTo>
                  <a:pt x="281911" y="24130"/>
                </a:moveTo>
                <a:lnTo>
                  <a:pt x="119970" y="24130"/>
                </a:lnTo>
                <a:lnTo>
                  <a:pt x="129645" y="19050"/>
                </a:lnTo>
                <a:lnTo>
                  <a:pt x="140020" y="15240"/>
                </a:lnTo>
                <a:lnTo>
                  <a:pt x="151094" y="10160"/>
                </a:lnTo>
                <a:lnTo>
                  <a:pt x="162868" y="6350"/>
                </a:lnTo>
                <a:lnTo>
                  <a:pt x="186609" y="1270"/>
                </a:lnTo>
                <a:lnTo>
                  <a:pt x="198101" y="0"/>
                </a:lnTo>
                <a:lnTo>
                  <a:pt x="209340" y="0"/>
                </a:lnTo>
                <a:lnTo>
                  <a:pt x="232654" y="1270"/>
                </a:lnTo>
                <a:lnTo>
                  <a:pt x="253792" y="7620"/>
                </a:lnTo>
                <a:lnTo>
                  <a:pt x="272755" y="16510"/>
                </a:lnTo>
                <a:lnTo>
                  <a:pt x="281911" y="24130"/>
                </a:lnTo>
                <a:close/>
              </a:path>
              <a:path w="325754" h="477519">
                <a:moveTo>
                  <a:pt x="74844" y="477520"/>
                </a:moveTo>
                <a:lnTo>
                  <a:pt x="59509" y="477520"/>
                </a:lnTo>
                <a:lnTo>
                  <a:pt x="53862" y="474980"/>
                </a:lnTo>
                <a:lnTo>
                  <a:pt x="30813" y="444500"/>
                </a:lnTo>
                <a:lnTo>
                  <a:pt x="16572" y="398780"/>
                </a:lnTo>
                <a:lnTo>
                  <a:pt x="8830" y="358140"/>
                </a:lnTo>
                <a:lnTo>
                  <a:pt x="2731" y="306070"/>
                </a:lnTo>
                <a:lnTo>
                  <a:pt x="2622" y="304800"/>
                </a:lnTo>
                <a:lnTo>
                  <a:pt x="1398" y="287020"/>
                </a:lnTo>
                <a:lnTo>
                  <a:pt x="524" y="269240"/>
                </a:lnTo>
                <a:lnTo>
                  <a:pt x="0" y="250190"/>
                </a:lnTo>
                <a:lnTo>
                  <a:pt x="126" y="207010"/>
                </a:lnTo>
                <a:lnTo>
                  <a:pt x="1029" y="182880"/>
                </a:lnTo>
                <a:lnTo>
                  <a:pt x="2535" y="158750"/>
                </a:lnTo>
                <a:lnTo>
                  <a:pt x="4421" y="137160"/>
                </a:lnTo>
                <a:lnTo>
                  <a:pt x="4532" y="135890"/>
                </a:lnTo>
                <a:lnTo>
                  <a:pt x="10666" y="90170"/>
                </a:lnTo>
                <a:lnTo>
                  <a:pt x="18787" y="50800"/>
                </a:lnTo>
                <a:lnTo>
                  <a:pt x="28268" y="30480"/>
                </a:lnTo>
                <a:lnTo>
                  <a:pt x="32620" y="24130"/>
                </a:lnTo>
                <a:lnTo>
                  <a:pt x="63394" y="6350"/>
                </a:lnTo>
                <a:lnTo>
                  <a:pt x="70648" y="3810"/>
                </a:lnTo>
                <a:lnTo>
                  <a:pt x="78160" y="3810"/>
                </a:lnTo>
                <a:lnTo>
                  <a:pt x="85931" y="6350"/>
                </a:lnTo>
                <a:lnTo>
                  <a:pt x="98317" y="8890"/>
                </a:lnTo>
                <a:lnTo>
                  <a:pt x="108119" y="12700"/>
                </a:lnTo>
                <a:lnTo>
                  <a:pt x="115336" y="17780"/>
                </a:lnTo>
                <a:lnTo>
                  <a:pt x="119970" y="24130"/>
                </a:lnTo>
                <a:lnTo>
                  <a:pt x="281911" y="24130"/>
                </a:lnTo>
                <a:lnTo>
                  <a:pt x="289541" y="30480"/>
                </a:lnTo>
                <a:lnTo>
                  <a:pt x="303005" y="46990"/>
                </a:lnTo>
                <a:lnTo>
                  <a:pt x="309416" y="59690"/>
                </a:lnTo>
                <a:lnTo>
                  <a:pt x="56711" y="59690"/>
                </a:lnTo>
                <a:lnTo>
                  <a:pt x="53395" y="62230"/>
                </a:lnTo>
                <a:lnTo>
                  <a:pt x="37593" y="102870"/>
                </a:lnTo>
                <a:lnTo>
                  <a:pt x="36000" y="109220"/>
                </a:lnTo>
                <a:lnTo>
                  <a:pt x="34640" y="115570"/>
                </a:lnTo>
                <a:lnTo>
                  <a:pt x="33513" y="121920"/>
                </a:lnTo>
                <a:lnTo>
                  <a:pt x="32620" y="128270"/>
                </a:lnTo>
                <a:lnTo>
                  <a:pt x="31583" y="137160"/>
                </a:lnTo>
                <a:lnTo>
                  <a:pt x="31583" y="143510"/>
                </a:lnTo>
                <a:lnTo>
                  <a:pt x="32620" y="147320"/>
                </a:lnTo>
                <a:lnTo>
                  <a:pt x="32827" y="148590"/>
                </a:lnTo>
                <a:lnTo>
                  <a:pt x="32154" y="148590"/>
                </a:lnTo>
                <a:lnTo>
                  <a:pt x="35262" y="151130"/>
                </a:lnTo>
                <a:lnTo>
                  <a:pt x="38215" y="152400"/>
                </a:lnTo>
                <a:lnTo>
                  <a:pt x="116447" y="152400"/>
                </a:lnTo>
                <a:lnTo>
                  <a:pt x="121110" y="153670"/>
                </a:lnTo>
                <a:lnTo>
                  <a:pt x="121990" y="153670"/>
                </a:lnTo>
                <a:lnTo>
                  <a:pt x="116188" y="201930"/>
                </a:lnTo>
                <a:lnTo>
                  <a:pt x="115773" y="204470"/>
                </a:lnTo>
                <a:lnTo>
                  <a:pt x="281770" y="204470"/>
                </a:lnTo>
                <a:lnTo>
                  <a:pt x="270151" y="217170"/>
                </a:lnTo>
                <a:lnTo>
                  <a:pt x="259102" y="226060"/>
                </a:lnTo>
                <a:lnTo>
                  <a:pt x="258455" y="226060"/>
                </a:lnTo>
                <a:lnTo>
                  <a:pt x="257523" y="227330"/>
                </a:lnTo>
                <a:lnTo>
                  <a:pt x="261927" y="227330"/>
                </a:lnTo>
                <a:lnTo>
                  <a:pt x="267937" y="229870"/>
                </a:lnTo>
                <a:lnTo>
                  <a:pt x="301237" y="259080"/>
                </a:lnTo>
                <a:lnTo>
                  <a:pt x="320082" y="293370"/>
                </a:lnTo>
                <a:lnTo>
                  <a:pt x="140175" y="293370"/>
                </a:lnTo>
                <a:lnTo>
                  <a:pt x="136963" y="294640"/>
                </a:lnTo>
                <a:lnTo>
                  <a:pt x="133958" y="294640"/>
                </a:lnTo>
                <a:lnTo>
                  <a:pt x="122819" y="297180"/>
                </a:lnTo>
                <a:lnTo>
                  <a:pt x="116706" y="297180"/>
                </a:lnTo>
                <a:lnTo>
                  <a:pt x="110592" y="298450"/>
                </a:lnTo>
                <a:lnTo>
                  <a:pt x="107121" y="299720"/>
                </a:lnTo>
                <a:lnTo>
                  <a:pt x="106292" y="299720"/>
                </a:lnTo>
                <a:lnTo>
                  <a:pt x="105842" y="304800"/>
                </a:lnTo>
                <a:lnTo>
                  <a:pt x="105127" y="312420"/>
                </a:lnTo>
                <a:lnTo>
                  <a:pt x="104485" y="321310"/>
                </a:lnTo>
                <a:lnTo>
                  <a:pt x="103805" y="330200"/>
                </a:lnTo>
                <a:lnTo>
                  <a:pt x="102601" y="339090"/>
                </a:lnTo>
                <a:lnTo>
                  <a:pt x="100386" y="347980"/>
                </a:lnTo>
                <a:lnTo>
                  <a:pt x="97161" y="358140"/>
                </a:lnTo>
                <a:lnTo>
                  <a:pt x="95257" y="358140"/>
                </a:lnTo>
                <a:lnTo>
                  <a:pt x="93392" y="363220"/>
                </a:lnTo>
                <a:lnTo>
                  <a:pt x="92614" y="367030"/>
                </a:lnTo>
                <a:lnTo>
                  <a:pt x="109746" y="367030"/>
                </a:lnTo>
                <a:lnTo>
                  <a:pt x="114491" y="369570"/>
                </a:lnTo>
                <a:lnTo>
                  <a:pt x="123729" y="373380"/>
                </a:lnTo>
                <a:lnTo>
                  <a:pt x="141565" y="378460"/>
                </a:lnTo>
                <a:lnTo>
                  <a:pt x="158739" y="381000"/>
                </a:lnTo>
                <a:lnTo>
                  <a:pt x="314934" y="381000"/>
                </a:lnTo>
                <a:lnTo>
                  <a:pt x="306638" y="397510"/>
                </a:lnTo>
                <a:lnTo>
                  <a:pt x="269423" y="438150"/>
                </a:lnTo>
                <a:lnTo>
                  <a:pt x="236618" y="455930"/>
                </a:lnTo>
                <a:lnTo>
                  <a:pt x="93858" y="455930"/>
                </a:lnTo>
                <a:lnTo>
                  <a:pt x="93547" y="457200"/>
                </a:lnTo>
                <a:lnTo>
                  <a:pt x="91060" y="461010"/>
                </a:lnTo>
                <a:lnTo>
                  <a:pt x="86397" y="467360"/>
                </a:lnTo>
                <a:lnTo>
                  <a:pt x="81838" y="473710"/>
                </a:lnTo>
                <a:lnTo>
                  <a:pt x="74844" y="477520"/>
                </a:lnTo>
                <a:close/>
              </a:path>
              <a:path w="325754" h="477519">
                <a:moveTo>
                  <a:pt x="38215" y="152400"/>
                </a:moveTo>
                <a:lnTo>
                  <a:pt x="35262" y="151130"/>
                </a:lnTo>
                <a:lnTo>
                  <a:pt x="33811" y="149860"/>
                </a:lnTo>
                <a:lnTo>
                  <a:pt x="32827" y="148590"/>
                </a:lnTo>
                <a:lnTo>
                  <a:pt x="32620" y="147320"/>
                </a:lnTo>
                <a:lnTo>
                  <a:pt x="31583" y="143510"/>
                </a:lnTo>
                <a:lnTo>
                  <a:pt x="31583" y="137160"/>
                </a:lnTo>
                <a:lnTo>
                  <a:pt x="32620" y="128270"/>
                </a:lnTo>
                <a:lnTo>
                  <a:pt x="33513" y="121920"/>
                </a:lnTo>
                <a:lnTo>
                  <a:pt x="34640" y="115570"/>
                </a:lnTo>
                <a:lnTo>
                  <a:pt x="36000" y="109220"/>
                </a:lnTo>
                <a:lnTo>
                  <a:pt x="37593" y="102870"/>
                </a:lnTo>
                <a:lnTo>
                  <a:pt x="39420" y="95250"/>
                </a:lnTo>
                <a:lnTo>
                  <a:pt x="56711" y="59690"/>
                </a:lnTo>
                <a:lnTo>
                  <a:pt x="56400" y="60960"/>
                </a:lnTo>
                <a:lnTo>
                  <a:pt x="56400" y="62230"/>
                </a:lnTo>
                <a:lnTo>
                  <a:pt x="57022" y="63500"/>
                </a:lnTo>
                <a:lnTo>
                  <a:pt x="57540" y="64770"/>
                </a:lnTo>
                <a:lnTo>
                  <a:pt x="59249" y="64770"/>
                </a:lnTo>
                <a:lnTo>
                  <a:pt x="58731" y="66040"/>
                </a:lnTo>
                <a:lnTo>
                  <a:pt x="55497" y="71120"/>
                </a:lnTo>
                <a:lnTo>
                  <a:pt x="52631" y="77470"/>
                </a:lnTo>
                <a:lnTo>
                  <a:pt x="50135" y="83820"/>
                </a:lnTo>
                <a:lnTo>
                  <a:pt x="48007" y="91440"/>
                </a:lnTo>
                <a:lnTo>
                  <a:pt x="46210" y="97790"/>
                </a:lnTo>
                <a:lnTo>
                  <a:pt x="42217" y="121920"/>
                </a:lnTo>
                <a:lnTo>
                  <a:pt x="42101" y="123190"/>
                </a:lnTo>
                <a:lnTo>
                  <a:pt x="41984" y="124460"/>
                </a:lnTo>
                <a:lnTo>
                  <a:pt x="41868" y="125730"/>
                </a:lnTo>
                <a:lnTo>
                  <a:pt x="41751" y="127000"/>
                </a:lnTo>
                <a:lnTo>
                  <a:pt x="41634" y="128270"/>
                </a:lnTo>
                <a:lnTo>
                  <a:pt x="41289" y="134620"/>
                </a:lnTo>
                <a:lnTo>
                  <a:pt x="41401" y="148590"/>
                </a:lnTo>
                <a:lnTo>
                  <a:pt x="36194" y="148590"/>
                </a:lnTo>
                <a:lnTo>
                  <a:pt x="37334" y="149860"/>
                </a:lnTo>
                <a:lnTo>
                  <a:pt x="41013" y="149860"/>
                </a:lnTo>
                <a:lnTo>
                  <a:pt x="38215" y="152400"/>
                </a:lnTo>
                <a:close/>
              </a:path>
              <a:path w="325754" h="477519">
                <a:moveTo>
                  <a:pt x="121421" y="152400"/>
                </a:moveTo>
                <a:lnTo>
                  <a:pt x="114374" y="151130"/>
                </a:lnTo>
                <a:lnTo>
                  <a:pt x="41427" y="151130"/>
                </a:lnTo>
                <a:lnTo>
                  <a:pt x="41414" y="149860"/>
                </a:lnTo>
                <a:lnTo>
                  <a:pt x="43490" y="111760"/>
                </a:lnTo>
                <a:lnTo>
                  <a:pt x="48007" y="91440"/>
                </a:lnTo>
                <a:lnTo>
                  <a:pt x="50135" y="83820"/>
                </a:lnTo>
                <a:lnTo>
                  <a:pt x="52631" y="77470"/>
                </a:lnTo>
                <a:lnTo>
                  <a:pt x="55497" y="71120"/>
                </a:lnTo>
                <a:lnTo>
                  <a:pt x="58731" y="66040"/>
                </a:lnTo>
                <a:lnTo>
                  <a:pt x="59249" y="64770"/>
                </a:lnTo>
                <a:lnTo>
                  <a:pt x="57540" y="64770"/>
                </a:lnTo>
                <a:lnTo>
                  <a:pt x="57022" y="63500"/>
                </a:lnTo>
                <a:lnTo>
                  <a:pt x="56400" y="62230"/>
                </a:lnTo>
                <a:lnTo>
                  <a:pt x="56400" y="60960"/>
                </a:lnTo>
                <a:lnTo>
                  <a:pt x="56711" y="59690"/>
                </a:lnTo>
                <a:lnTo>
                  <a:pt x="309416" y="59690"/>
                </a:lnTo>
                <a:lnTo>
                  <a:pt x="312622" y="66040"/>
                </a:lnTo>
                <a:lnTo>
                  <a:pt x="318392" y="86360"/>
                </a:lnTo>
                <a:lnTo>
                  <a:pt x="320315" y="109220"/>
                </a:lnTo>
                <a:lnTo>
                  <a:pt x="319874" y="115570"/>
                </a:lnTo>
                <a:lnTo>
                  <a:pt x="319786" y="116840"/>
                </a:lnTo>
                <a:lnTo>
                  <a:pt x="191933" y="116840"/>
                </a:lnTo>
                <a:lnTo>
                  <a:pt x="184887" y="118110"/>
                </a:lnTo>
                <a:lnTo>
                  <a:pt x="177322" y="121920"/>
                </a:lnTo>
                <a:lnTo>
                  <a:pt x="169862" y="124460"/>
                </a:lnTo>
                <a:lnTo>
                  <a:pt x="147584" y="135890"/>
                </a:lnTo>
                <a:lnTo>
                  <a:pt x="140745" y="140970"/>
                </a:lnTo>
                <a:lnTo>
                  <a:pt x="134425" y="146050"/>
                </a:lnTo>
                <a:lnTo>
                  <a:pt x="128104" y="149860"/>
                </a:lnTo>
                <a:lnTo>
                  <a:pt x="121421" y="152400"/>
                </a:lnTo>
                <a:close/>
              </a:path>
              <a:path w="325754" h="477519">
                <a:moveTo>
                  <a:pt x="281770" y="204470"/>
                </a:moveTo>
                <a:lnTo>
                  <a:pt x="118882" y="204470"/>
                </a:lnTo>
                <a:lnTo>
                  <a:pt x="126323" y="201930"/>
                </a:lnTo>
                <a:lnTo>
                  <a:pt x="134191" y="200660"/>
                </a:lnTo>
                <a:lnTo>
                  <a:pt x="142487" y="196850"/>
                </a:lnTo>
                <a:lnTo>
                  <a:pt x="151211" y="194310"/>
                </a:lnTo>
                <a:lnTo>
                  <a:pt x="159983" y="190500"/>
                </a:lnTo>
                <a:lnTo>
                  <a:pt x="168424" y="186690"/>
                </a:lnTo>
                <a:lnTo>
                  <a:pt x="176535" y="181610"/>
                </a:lnTo>
                <a:lnTo>
                  <a:pt x="184317" y="177800"/>
                </a:lnTo>
                <a:lnTo>
                  <a:pt x="191631" y="172720"/>
                </a:lnTo>
                <a:lnTo>
                  <a:pt x="198189" y="167640"/>
                </a:lnTo>
                <a:lnTo>
                  <a:pt x="203988" y="162560"/>
                </a:lnTo>
                <a:lnTo>
                  <a:pt x="209030" y="156210"/>
                </a:lnTo>
                <a:lnTo>
                  <a:pt x="215247" y="148590"/>
                </a:lnTo>
                <a:lnTo>
                  <a:pt x="218355" y="142240"/>
                </a:lnTo>
                <a:lnTo>
                  <a:pt x="218355" y="127000"/>
                </a:lnTo>
                <a:lnTo>
                  <a:pt x="216956" y="123190"/>
                </a:lnTo>
                <a:lnTo>
                  <a:pt x="214159" y="120650"/>
                </a:lnTo>
                <a:lnTo>
                  <a:pt x="211464" y="118110"/>
                </a:lnTo>
                <a:lnTo>
                  <a:pt x="206232" y="116840"/>
                </a:lnTo>
                <a:lnTo>
                  <a:pt x="319786" y="116840"/>
                </a:lnTo>
                <a:lnTo>
                  <a:pt x="319522" y="120650"/>
                </a:lnTo>
                <a:lnTo>
                  <a:pt x="319434" y="121920"/>
                </a:lnTo>
                <a:lnTo>
                  <a:pt x="319345" y="123190"/>
                </a:lnTo>
                <a:lnTo>
                  <a:pt x="301975" y="175260"/>
                </a:lnTo>
                <a:lnTo>
                  <a:pt x="292377" y="191770"/>
                </a:lnTo>
                <a:lnTo>
                  <a:pt x="281770" y="204470"/>
                </a:lnTo>
                <a:close/>
              </a:path>
              <a:path w="325754" h="477519">
                <a:moveTo>
                  <a:pt x="33811" y="149860"/>
                </a:moveTo>
                <a:lnTo>
                  <a:pt x="32154" y="148590"/>
                </a:lnTo>
                <a:lnTo>
                  <a:pt x="32827" y="148590"/>
                </a:lnTo>
                <a:lnTo>
                  <a:pt x="33811" y="149860"/>
                </a:lnTo>
                <a:close/>
              </a:path>
              <a:path w="325754" h="477519">
                <a:moveTo>
                  <a:pt x="41427" y="151130"/>
                </a:moveTo>
                <a:lnTo>
                  <a:pt x="41013" y="149860"/>
                </a:lnTo>
                <a:lnTo>
                  <a:pt x="37334" y="149860"/>
                </a:lnTo>
                <a:lnTo>
                  <a:pt x="36194" y="148590"/>
                </a:lnTo>
                <a:lnTo>
                  <a:pt x="41401" y="148590"/>
                </a:lnTo>
                <a:lnTo>
                  <a:pt x="41427" y="151130"/>
                </a:lnTo>
                <a:close/>
              </a:path>
              <a:path w="325754" h="477519">
                <a:moveTo>
                  <a:pt x="120684" y="153297"/>
                </a:moveTo>
                <a:lnTo>
                  <a:pt x="117535" y="152400"/>
                </a:lnTo>
                <a:lnTo>
                  <a:pt x="38215" y="152400"/>
                </a:lnTo>
                <a:lnTo>
                  <a:pt x="41013" y="149860"/>
                </a:lnTo>
                <a:lnTo>
                  <a:pt x="41427" y="151130"/>
                </a:lnTo>
                <a:lnTo>
                  <a:pt x="114374" y="151130"/>
                </a:lnTo>
                <a:lnTo>
                  <a:pt x="119659" y="152400"/>
                </a:lnTo>
                <a:lnTo>
                  <a:pt x="120684" y="153297"/>
                </a:lnTo>
                <a:close/>
              </a:path>
              <a:path w="325754" h="477519">
                <a:moveTo>
                  <a:pt x="121110" y="153670"/>
                </a:moveTo>
                <a:lnTo>
                  <a:pt x="116447" y="152400"/>
                </a:lnTo>
                <a:lnTo>
                  <a:pt x="117535" y="152400"/>
                </a:lnTo>
                <a:lnTo>
                  <a:pt x="120684" y="153297"/>
                </a:lnTo>
                <a:lnTo>
                  <a:pt x="121110" y="153670"/>
                </a:lnTo>
                <a:close/>
              </a:path>
              <a:path w="325754" h="477519">
                <a:moveTo>
                  <a:pt x="121990" y="153670"/>
                </a:moveTo>
                <a:lnTo>
                  <a:pt x="121110" y="153670"/>
                </a:lnTo>
                <a:lnTo>
                  <a:pt x="120684" y="153297"/>
                </a:lnTo>
                <a:lnTo>
                  <a:pt x="121990" y="153670"/>
                </a:lnTo>
                <a:close/>
              </a:path>
              <a:path w="325754" h="477519">
                <a:moveTo>
                  <a:pt x="257523" y="227330"/>
                </a:moveTo>
                <a:lnTo>
                  <a:pt x="258336" y="226222"/>
                </a:lnTo>
                <a:lnTo>
                  <a:pt x="258455" y="226060"/>
                </a:lnTo>
                <a:lnTo>
                  <a:pt x="258900" y="226222"/>
                </a:lnTo>
                <a:lnTo>
                  <a:pt x="257523" y="227330"/>
                </a:lnTo>
                <a:close/>
              </a:path>
              <a:path w="325754" h="477519">
                <a:moveTo>
                  <a:pt x="258900" y="226222"/>
                </a:moveTo>
                <a:lnTo>
                  <a:pt x="258455" y="226060"/>
                </a:lnTo>
                <a:lnTo>
                  <a:pt x="259102" y="226060"/>
                </a:lnTo>
                <a:lnTo>
                  <a:pt x="258900" y="226222"/>
                </a:lnTo>
                <a:close/>
              </a:path>
              <a:path w="325754" h="477519">
                <a:moveTo>
                  <a:pt x="261927" y="227330"/>
                </a:moveTo>
                <a:lnTo>
                  <a:pt x="257523" y="227330"/>
                </a:lnTo>
                <a:lnTo>
                  <a:pt x="258900" y="226222"/>
                </a:lnTo>
                <a:lnTo>
                  <a:pt x="261927" y="227330"/>
                </a:lnTo>
                <a:close/>
              </a:path>
              <a:path w="325754" h="477519">
                <a:moveTo>
                  <a:pt x="314934" y="381000"/>
                </a:moveTo>
                <a:lnTo>
                  <a:pt x="182452" y="381000"/>
                </a:lnTo>
                <a:lnTo>
                  <a:pt x="189912" y="378460"/>
                </a:lnTo>
                <a:lnTo>
                  <a:pt x="197373" y="377190"/>
                </a:lnTo>
                <a:lnTo>
                  <a:pt x="203745" y="374650"/>
                </a:lnTo>
                <a:lnTo>
                  <a:pt x="211724" y="370840"/>
                </a:lnTo>
                <a:lnTo>
                  <a:pt x="214625" y="368300"/>
                </a:lnTo>
                <a:lnTo>
                  <a:pt x="220842" y="361950"/>
                </a:lnTo>
                <a:lnTo>
                  <a:pt x="223640" y="359410"/>
                </a:lnTo>
                <a:lnTo>
                  <a:pt x="228614" y="351790"/>
                </a:lnTo>
                <a:lnTo>
                  <a:pt x="230634" y="346710"/>
                </a:lnTo>
                <a:lnTo>
                  <a:pt x="233743" y="337820"/>
                </a:lnTo>
                <a:lnTo>
                  <a:pt x="234520" y="332740"/>
                </a:lnTo>
                <a:lnTo>
                  <a:pt x="234520" y="323850"/>
                </a:lnTo>
                <a:lnTo>
                  <a:pt x="233898" y="321310"/>
                </a:lnTo>
                <a:lnTo>
                  <a:pt x="232655" y="318770"/>
                </a:lnTo>
                <a:lnTo>
                  <a:pt x="231515" y="317500"/>
                </a:lnTo>
                <a:lnTo>
                  <a:pt x="229442" y="314960"/>
                </a:lnTo>
                <a:lnTo>
                  <a:pt x="186745" y="295910"/>
                </a:lnTo>
                <a:lnTo>
                  <a:pt x="176312" y="294640"/>
                </a:lnTo>
                <a:lnTo>
                  <a:pt x="165296" y="294640"/>
                </a:lnTo>
                <a:lnTo>
                  <a:pt x="153698" y="293370"/>
                </a:lnTo>
                <a:lnTo>
                  <a:pt x="320082" y="293370"/>
                </a:lnTo>
                <a:lnTo>
                  <a:pt x="322802" y="302260"/>
                </a:lnTo>
                <a:lnTo>
                  <a:pt x="324901" y="314960"/>
                </a:lnTo>
                <a:lnTo>
                  <a:pt x="325600" y="326390"/>
                </a:lnTo>
                <a:lnTo>
                  <a:pt x="324415" y="345440"/>
                </a:lnTo>
                <a:lnTo>
                  <a:pt x="320859" y="364490"/>
                </a:lnTo>
                <a:lnTo>
                  <a:pt x="314934" y="381000"/>
                </a:lnTo>
                <a:close/>
              </a:path>
              <a:path w="325754" h="477519">
                <a:moveTo>
                  <a:pt x="92925" y="367030"/>
                </a:moveTo>
                <a:lnTo>
                  <a:pt x="92614" y="367030"/>
                </a:lnTo>
                <a:lnTo>
                  <a:pt x="93392" y="363220"/>
                </a:lnTo>
                <a:lnTo>
                  <a:pt x="95257" y="358140"/>
                </a:lnTo>
                <a:lnTo>
                  <a:pt x="96710" y="359086"/>
                </a:lnTo>
                <a:lnTo>
                  <a:pt x="92925" y="367030"/>
                </a:lnTo>
                <a:close/>
              </a:path>
              <a:path w="325754" h="477519">
                <a:moveTo>
                  <a:pt x="96710" y="359086"/>
                </a:moveTo>
                <a:lnTo>
                  <a:pt x="95257" y="358140"/>
                </a:lnTo>
                <a:lnTo>
                  <a:pt x="97161" y="358140"/>
                </a:lnTo>
                <a:lnTo>
                  <a:pt x="96710" y="359086"/>
                </a:lnTo>
                <a:close/>
              </a:path>
              <a:path w="325754" h="477519">
                <a:moveTo>
                  <a:pt x="109746" y="367030"/>
                </a:moveTo>
                <a:lnTo>
                  <a:pt x="92925" y="367030"/>
                </a:lnTo>
                <a:lnTo>
                  <a:pt x="96710" y="359086"/>
                </a:lnTo>
                <a:lnTo>
                  <a:pt x="105000" y="364490"/>
                </a:lnTo>
                <a:lnTo>
                  <a:pt x="109746" y="367030"/>
                </a:lnTo>
                <a:close/>
              </a:path>
              <a:path w="325754" h="477519">
                <a:moveTo>
                  <a:pt x="136027" y="461010"/>
                </a:moveTo>
                <a:lnTo>
                  <a:pt x="120319" y="461010"/>
                </a:lnTo>
                <a:lnTo>
                  <a:pt x="106263" y="459740"/>
                </a:lnTo>
                <a:lnTo>
                  <a:pt x="93858" y="455930"/>
                </a:lnTo>
                <a:lnTo>
                  <a:pt x="236618" y="455930"/>
                </a:lnTo>
                <a:lnTo>
                  <a:pt x="233276" y="457200"/>
                </a:lnTo>
                <a:lnTo>
                  <a:pt x="229831" y="458470"/>
                </a:lnTo>
                <a:lnTo>
                  <a:pt x="153387" y="458470"/>
                </a:lnTo>
                <a:lnTo>
                  <a:pt x="136027" y="461010"/>
                </a:lnTo>
                <a:close/>
              </a:path>
              <a:path w="325754" h="477519">
                <a:moveTo>
                  <a:pt x="178984" y="468630"/>
                </a:moveTo>
                <a:lnTo>
                  <a:pt x="157065" y="468630"/>
                </a:lnTo>
                <a:lnTo>
                  <a:pt x="154837" y="464820"/>
                </a:lnTo>
                <a:lnTo>
                  <a:pt x="153076" y="458470"/>
                </a:lnTo>
                <a:lnTo>
                  <a:pt x="229831" y="458470"/>
                </a:lnTo>
                <a:lnTo>
                  <a:pt x="222940" y="461010"/>
                </a:lnTo>
                <a:lnTo>
                  <a:pt x="201443" y="466090"/>
                </a:lnTo>
                <a:lnTo>
                  <a:pt x="178984" y="4686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490463" y="533805"/>
            <a:ext cx="278765" cy="457834"/>
          </a:xfrm>
          <a:custGeom>
            <a:avLst/>
            <a:gdLst/>
            <a:ahLst/>
            <a:cxnLst/>
            <a:rect l="l" t="t" r="r" b="b"/>
            <a:pathLst>
              <a:path w="278765" h="457834">
                <a:moveTo>
                  <a:pt x="62180" y="119196"/>
                </a:moveTo>
                <a:lnTo>
                  <a:pt x="55810" y="119196"/>
                </a:lnTo>
                <a:lnTo>
                  <a:pt x="46890" y="118600"/>
                </a:lnTo>
                <a:lnTo>
                  <a:pt x="7975" y="95092"/>
                </a:lnTo>
                <a:lnTo>
                  <a:pt x="0" y="68009"/>
                </a:lnTo>
                <a:lnTo>
                  <a:pt x="1369" y="57906"/>
                </a:lnTo>
                <a:lnTo>
                  <a:pt x="28141" y="25072"/>
                </a:lnTo>
                <a:lnTo>
                  <a:pt x="67328" y="12239"/>
                </a:lnTo>
                <a:lnTo>
                  <a:pt x="112082" y="5352"/>
                </a:lnTo>
                <a:lnTo>
                  <a:pt x="158449" y="961"/>
                </a:lnTo>
                <a:lnTo>
                  <a:pt x="181597" y="0"/>
                </a:lnTo>
                <a:lnTo>
                  <a:pt x="200345" y="0"/>
                </a:lnTo>
                <a:lnTo>
                  <a:pt x="202181" y="203"/>
                </a:lnTo>
                <a:lnTo>
                  <a:pt x="201986" y="203"/>
                </a:lnTo>
                <a:lnTo>
                  <a:pt x="212604" y="961"/>
                </a:lnTo>
                <a:lnTo>
                  <a:pt x="254094" y="8752"/>
                </a:lnTo>
                <a:lnTo>
                  <a:pt x="271440" y="32416"/>
                </a:lnTo>
                <a:lnTo>
                  <a:pt x="61558" y="32416"/>
                </a:lnTo>
                <a:lnTo>
                  <a:pt x="58657" y="34074"/>
                </a:lnTo>
                <a:lnTo>
                  <a:pt x="55237" y="36198"/>
                </a:lnTo>
                <a:lnTo>
                  <a:pt x="47363" y="41379"/>
                </a:lnTo>
                <a:lnTo>
                  <a:pt x="43580" y="44384"/>
                </a:lnTo>
                <a:lnTo>
                  <a:pt x="39954" y="47803"/>
                </a:lnTo>
                <a:lnTo>
                  <a:pt x="36327" y="51119"/>
                </a:lnTo>
                <a:lnTo>
                  <a:pt x="25594" y="75417"/>
                </a:lnTo>
                <a:lnTo>
                  <a:pt x="25499" y="77023"/>
                </a:lnTo>
                <a:lnTo>
                  <a:pt x="26721" y="79977"/>
                </a:lnTo>
                <a:lnTo>
                  <a:pt x="27831" y="82204"/>
                </a:lnTo>
                <a:lnTo>
                  <a:pt x="29696" y="84898"/>
                </a:lnTo>
                <a:lnTo>
                  <a:pt x="30317" y="85986"/>
                </a:lnTo>
                <a:lnTo>
                  <a:pt x="30628" y="86815"/>
                </a:lnTo>
                <a:lnTo>
                  <a:pt x="277268" y="86815"/>
                </a:lnTo>
                <a:lnTo>
                  <a:pt x="277641" y="93100"/>
                </a:lnTo>
                <a:lnTo>
                  <a:pt x="277767" y="96141"/>
                </a:lnTo>
                <a:lnTo>
                  <a:pt x="160565" y="96141"/>
                </a:lnTo>
                <a:lnTo>
                  <a:pt x="153600" y="98142"/>
                </a:lnTo>
                <a:lnTo>
                  <a:pt x="108828" y="109974"/>
                </a:lnTo>
                <a:lnTo>
                  <a:pt x="69537" y="118315"/>
                </a:lnTo>
                <a:lnTo>
                  <a:pt x="64667" y="118989"/>
                </a:lnTo>
                <a:lnTo>
                  <a:pt x="62180" y="119196"/>
                </a:lnTo>
                <a:close/>
              </a:path>
              <a:path w="278765" h="457834">
                <a:moveTo>
                  <a:pt x="30628" y="86815"/>
                </a:moveTo>
                <a:lnTo>
                  <a:pt x="30317" y="85986"/>
                </a:lnTo>
                <a:lnTo>
                  <a:pt x="29696" y="84898"/>
                </a:lnTo>
                <a:lnTo>
                  <a:pt x="27831" y="82204"/>
                </a:lnTo>
                <a:lnTo>
                  <a:pt x="26721" y="79977"/>
                </a:lnTo>
                <a:lnTo>
                  <a:pt x="25499" y="77023"/>
                </a:lnTo>
                <a:lnTo>
                  <a:pt x="25841" y="71221"/>
                </a:lnTo>
                <a:lnTo>
                  <a:pt x="25914" y="69977"/>
                </a:lnTo>
                <a:lnTo>
                  <a:pt x="27520" y="64175"/>
                </a:lnTo>
                <a:lnTo>
                  <a:pt x="33115" y="55056"/>
                </a:lnTo>
                <a:lnTo>
                  <a:pt x="36327" y="51119"/>
                </a:lnTo>
                <a:lnTo>
                  <a:pt x="39954" y="47803"/>
                </a:lnTo>
                <a:lnTo>
                  <a:pt x="43580" y="44384"/>
                </a:lnTo>
                <a:lnTo>
                  <a:pt x="47363" y="41379"/>
                </a:lnTo>
                <a:lnTo>
                  <a:pt x="55237" y="36198"/>
                </a:lnTo>
                <a:lnTo>
                  <a:pt x="58657" y="34074"/>
                </a:lnTo>
                <a:lnTo>
                  <a:pt x="61558" y="32416"/>
                </a:lnTo>
                <a:lnTo>
                  <a:pt x="63631" y="35628"/>
                </a:lnTo>
                <a:lnTo>
                  <a:pt x="64770" y="37286"/>
                </a:lnTo>
                <a:lnTo>
                  <a:pt x="65114" y="37286"/>
                </a:lnTo>
                <a:lnTo>
                  <a:pt x="65859" y="39462"/>
                </a:lnTo>
                <a:lnTo>
                  <a:pt x="66998" y="43296"/>
                </a:lnTo>
                <a:lnTo>
                  <a:pt x="63141" y="44384"/>
                </a:lnTo>
                <a:lnTo>
                  <a:pt x="58553" y="46197"/>
                </a:lnTo>
                <a:lnTo>
                  <a:pt x="53787" y="48580"/>
                </a:lnTo>
                <a:lnTo>
                  <a:pt x="49020" y="50860"/>
                </a:lnTo>
                <a:lnTo>
                  <a:pt x="44876" y="53502"/>
                </a:lnTo>
                <a:lnTo>
                  <a:pt x="37933" y="59408"/>
                </a:lnTo>
                <a:lnTo>
                  <a:pt x="35602" y="62310"/>
                </a:lnTo>
                <a:lnTo>
                  <a:pt x="34359" y="65211"/>
                </a:lnTo>
                <a:lnTo>
                  <a:pt x="33260" y="68009"/>
                </a:lnTo>
                <a:lnTo>
                  <a:pt x="33343" y="69977"/>
                </a:lnTo>
                <a:lnTo>
                  <a:pt x="38762" y="77697"/>
                </a:lnTo>
                <a:lnTo>
                  <a:pt x="39846" y="78733"/>
                </a:lnTo>
                <a:lnTo>
                  <a:pt x="40886" y="79977"/>
                </a:lnTo>
                <a:lnTo>
                  <a:pt x="37882" y="82463"/>
                </a:lnTo>
                <a:lnTo>
                  <a:pt x="36327" y="83862"/>
                </a:lnTo>
                <a:lnTo>
                  <a:pt x="36224" y="84173"/>
                </a:lnTo>
                <a:lnTo>
                  <a:pt x="36120" y="84380"/>
                </a:lnTo>
                <a:lnTo>
                  <a:pt x="34255" y="85261"/>
                </a:lnTo>
                <a:lnTo>
                  <a:pt x="30628" y="86815"/>
                </a:lnTo>
                <a:close/>
              </a:path>
              <a:path w="278765" h="457834">
                <a:moveTo>
                  <a:pt x="277268" y="86815"/>
                </a:moveTo>
                <a:lnTo>
                  <a:pt x="30628" y="86815"/>
                </a:lnTo>
                <a:lnTo>
                  <a:pt x="34255" y="85261"/>
                </a:lnTo>
                <a:lnTo>
                  <a:pt x="36120" y="84380"/>
                </a:lnTo>
                <a:lnTo>
                  <a:pt x="36224" y="84173"/>
                </a:lnTo>
                <a:lnTo>
                  <a:pt x="36327" y="83862"/>
                </a:lnTo>
                <a:lnTo>
                  <a:pt x="37882" y="82463"/>
                </a:lnTo>
                <a:lnTo>
                  <a:pt x="40886" y="79977"/>
                </a:lnTo>
                <a:lnTo>
                  <a:pt x="39846" y="78733"/>
                </a:lnTo>
                <a:lnTo>
                  <a:pt x="38762" y="77697"/>
                </a:lnTo>
                <a:lnTo>
                  <a:pt x="35861" y="75417"/>
                </a:lnTo>
                <a:lnTo>
                  <a:pt x="35084" y="74744"/>
                </a:lnTo>
                <a:lnTo>
                  <a:pt x="33426" y="71221"/>
                </a:lnTo>
                <a:lnTo>
                  <a:pt x="33343" y="69977"/>
                </a:lnTo>
                <a:lnTo>
                  <a:pt x="33260" y="68009"/>
                </a:lnTo>
                <a:lnTo>
                  <a:pt x="34359" y="65211"/>
                </a:lnTo>
                <a:lnTo>
                  <a:pt x="53787" y="48580"/>
                </a:lnTo>
                <a:lnTo>
                  <a:pt x="58553" y="46197"/>
                </a:lnTo>
                <a:lnTo>
                  <a:pt x="63141" y="44384"/>
                </a:lnTo>
                <a:lnTo>
                  <a:pt x="66998" y="43296"/>
                </a:lnTo>
                <a:lnTo>
                  <a:pt x="65859" y="39462"/>
                </a:lnTo>
                <a:lnTo>
                  <a:pt x="65114" y="37286"/>
                </a:lnTo>
                <a:lnTo>
                  <a:pt x="64770" y="37286"/>
                </a:lnTo>
                <a:lnTo>
                  <a:pt x="63631" y="35628"/>
                </a:lnTo>
                <a:lnTo>
                  <a:pt x="61558" y="32416"/>
                </a:lnTo>
                <a:lnTo>
                  <a:pt x="271440" y="32416"/>
                </a:lnTo>
                <a:lnTo>
                  <a:pt x="272716" y="40333"/>
                </a:lnTo>
                <a:lnTo>
                  <a:pt x="274377" y="52893"/>
                </a:lnTo>
                <a:lnTo>
                  <a:pt x="275565" y="64175"/>
                </a:lnTo>
                <a:lnTo>
                  <a:pt x="275674" y="65211"/>
                </a:lnTo>
                <a:lnTo>
                  <a:pt x="275747" y="65901"/>
                </a:lnTo>
                <a:lnTo>
                  <a:pt x="276638" y="77023"/>
                </a:lnTo>
                <a:lnTo>
                  <a:pt x="276692" y="77697"/>
                </a:lnTo>
                <a:lnTo>
                  <a:pt x="276775" y="78733"/>
                </a:lnTo>
                <a:lnTo>
                  <a:pt x="276994" y="82204"/>
                </a:lnTo>
                <a:lnTo>
                  <a:pt x="277111" y="84173"/>
                </a:lnTo>
                <a:lnTo>
                  <a:pt x="277219" y="85986"/>
                </a:lnTo>
                <a:lnTo>
                  <a:pt x="277268" y="86815"/>
                </a:lnTo>
                <a:close/>
              </a:path>
              <a:path w="278765" h="457834">
                <a:moveTo>
                  <a:pt x="231276" y="384148"/>
                </a:moveTo>
                <a:lnTo>
                  <a:pt x="90105" y="384148"/>
                </a:lnTo>
                <a:lnTo>
                  <a:pt x="96737" y="382282"/>
                </a:lnTo>
                <a:lnTo>
                  <a:pt x="103679" y="378552"/>
                </a:lnTo>
                <a:lnTo>
                  <a:pt x="133443" y="345602"/>
                </a:lnTo>
                <a:lnTo>
                  <a:pt x="148403" y="304996"/>
                </a:lnTo>
                <a:lnTo>
                  <a:pt x="154776" y="258446"/>
                </a:lnTo>
                <a:lnTo>
                  <a:pt x="157651" y="210108"/>
                </a:lnTo>
                <a:lnTo>
                  <a:pt x="159425" y="160876"/>
                </a:lnTo>
                <a:lnTo>
                  <a:pt x="160260" y="121466"/>
                </a:lnTo>
                <a:lnTo>
                  <a:pt x="160317" y="117901"/>
                </a:lnTo>
                <a:lnTo>
                  <a:pt x="160444" y="109974"/>
                </a:lnTo>
                <a:lnTo>
                  <a:pt x="160565" y="96141"/>
                </a:lnTo>
                <a:lnTo>
                  <a:pt x="277767" y="96141"/>
                </a:lnTo>
                <a:lnTo>
                  <a:pt x="278206" y="106710"/>
                </a:lnTo>
                <a:lnTo>
                  <a:pt x="278293" y="109974"/>
                </a:lnTo>
                <a:lnTo>
                  <a:pt x="278365" y="112927"/>
                </a:lnTo>
                <a:lnTo>
                  <a:pt x="278486" y="117901"/>
                </a:lnTo>
                <a:lnTo>
                  <a:pt x="278612" y="148500"/>
                </a:lnTo>
                <a:lnTo>
                  <a:pt x="278439" y="157690"/>
                </a:lnTo>
                <a:lnTo>
                  <a:pt x="278379" y="160876"/>
                </a:lnTo>
                <a:lnTo>
                  <a:pt x="278065" y="170863"/>
                </a:lnTo>
                <a:lnTo>
                  <a:pt x="277991" y="173213"/>
                </a:lnTo>
                <a:lnTo>
                  <a:pt x="275057" y="221386"/>
                </a:lnTo>
                <a:lnTo>
                  <a:pt x="270151" y="265615"/>
                </a:lnTo>
                <a:lnTo>
                  <a:pt x="263487" y="303180"/>
                </a:lnTo>
                <a:lnTo>
                  <a:pt x="248275" y="352188"/>
                </a:lnTo>
                <a:lnTo>
                  <a:pt x="236948" y="374832"/>
                </a:lnTo>
                <a:lnTo>
                  <a:pt x="231276" y="384148"/>
                </a:lnTo>
                <a:close/>
              </a:path>
              <a:path w="278765" h="457834">
                <a:moveTo>
                  <a:pt x="97151" y="457509"/>
                </a:moveTo>
                <a:lnTo>
                  <a:pt x="56662" y="449077"/>
                </a:lnTo>
                <a:lnTo>
                  <a:pt x="22857" y="427356"/>
                </a:lnTo>
                <a:lnTo>
                  <a:pt x="7314" y="407617"/>
                </a:lnTo>
                <a:lnTo>
                  <a:pt x="3377" y="400675"/>
                </a:lnTo>
                <a:lnTo>
                  <a:pt x="1481" y="394338"/>
                </a:lnTo>
                <a:lnTo>
                  <a:pt x="1408" y="379277"/>
                </a:lnTo>
                <a:lnTo>
                  <a:pt x="4257" y="372957"/>
                </a:lnTo>
                <a:lnTo>
                  <a:pt x="15759" y="364771"/>
                </a:lnTo>
                <a:lnTo>
                  <a:pt x="22131" y="362699"/>
                </a:lnTo>
                <a:lnTo>
                  <a:pt x="36949" y="362699"/>
                </a:lnTo>
                <a:lnTo>
                  <a:pt x="44409" y="364978"/>
                </a:lnTo>
                <a:lnTo>
                  <a:pt x="51456" y="369537"/>
                </a:lnTo>
                <a:lnTo>
                  <a:pt x="57880" y="374097"/>
                </a:lnTo>
                <a:lnTo>
                  <a:pt x="63786" y="377671"/>
                </a:lnTo>
                <a:lnTo>
                  <a:pt x="74562" y="382852"/>
                </a:lnTo>
                <a:lnTo>
                  <a:pt x="79432" y="384148"/>
                </a:lnTo>
                <a:lnTo>
                  <a:pt x="231276" y="384148"/>
                </a:lnTo>
                <a:lnTo>
                  <a:pt x="230780" y="384964"/>
                </a:lnTo>
                <a:lnTo>
                  <a:pt x="203036" y="417992"/>
                </a:lnTo>
                <a:lnTo>
                  <a:pt x="164043" y="443472"/>
                </a:lnTo>
                <a:lnTo>
                  <a:pt x="125128" y="455178"/>
                </a:lnTo>
                <a:lnTo>
                  <a:pt x="105261" y="457266"/>
                </a:lnTo>
                <a:lnTo>
                  <a:pt x="108128" y="457266"/>
                </a:lnTo>
                <a:lnTo>
                  <a:pt x="97151" y="457509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24814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833" y="13208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12170" y="72390"/>
                </a:lnTo>
                <a:lnTo>
                  <a:pt x="43080" y="3810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2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6" y="195580"/>
                </a:lnTo>
                <a:lnTo>
                  <a:pt x="177136" y="201930"/>
                </a:lnTo>
                <a:lnTo>
                  <a:pt x="180815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49893" y="7112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2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172" y="349250"/>
                </a:lnTo>
                <a:lnTo>
                  <a:pt x="117" y="347980"/>
                </a:lnTo>
                <a:lnTo>
                  <a:pt x="4495" y="307340"/>
                </a:lnTo>
                <a:lnTo>
                  <a:pt x="22952" y="269240"/>
                </a:lnTo>
                <a:lnTo>
                  <a:pt x="50414" y="24257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5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30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6" y="295910"/>
                </a:lnTo>
                <a:lnTo>
                  <a:pt x="306141" y="294640"/>
                </a:lnTo>
                <a:lnTo>
                  <a:pt x="312669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33708" y="34798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6423" y="359410"/>
                </a:lnTo>
                <a:lnTo>
                  <a:pt x="35076" y="354330"/>
                </a:lnTo>
                <a:lnTo>
                  <a:pt x="33832" y="349250"/>
                </a:lnTo>
                <a:lnTo>
                  <a:pt x="33708" y="34798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9202070" y="522494"/>
            <a:ext cx="1222375" cy="473709"/>
            <a:chOff x="9202070" y="522494"/>
            <a:chExt cx="1222375" cy="473709"/>
          </a:xfrm>
        </p:grpSpPr>
        <p:sp>
          <p:nvSpPr>
            <p:cNvPr id="21" name="object 21"/>
            <p:cNvSpPr/>
            <p:nvPr/>
          </p:nvSpPr>
          <p:spPr>
            <a:xfrm>
              <a:off x="9202070" y="524722"/>
              <a:ext cx="349250" cy="468630"/>
            </a:xfrm>
            <a:custGeom>
              <a:avLst/>
              <a:gdLst/>
              <a:ahLst/>
              <a:cxnLst/>
              <a:rect l="l" t="t" r="r" b="b"/>
              <a:pathLst>
                <a:path w="349250" h="468630">
                  <a:moveTo>
                    <a:pt x="186623" y="468457"/>
                  </a:moveTo>
                  <a:lnTo>
                    <a:pt x="142016" y="461929"/>
                  </a:lnTo>
                  <a:lnTo>
                    <a:pt x="98807" y="443278"/>
                  </a:lnTo>
                  <a:lnTo>
                    <a:pt x="59795" y="411882"/>
                  </a:lnTo>
                  <a:lnTo>
                    <a:pt x="35286" y="379737"/>
                  </a:lnTo>
                  <a:lnTo>
                    <a:pt x="16198" y="339802"/>
                  </a:lnTo>
                  <a:lnTo>
                    <a:pt x="3860" y="292271"/>
                  </a:lnTo>
                  <a:lnTo>
                    <a:pt x="55" y="242311"/>
                  </a:lnTo>
                  <a:lnTo>
                    <a:pt x="0" y="235679"/>
                  </a:lnTo>
                  <a:lnTo>
                    <a:pt x="1014" y="218996"/>
                  </a:lnTo>
                  <a:lnTo>
                    <a:pt x="1034" y="218676"/>
                  </a:lnTo>
                  <a:lnTo>
                    <a:pt x="9747" y="169104"/>
                  </a:lnTo>
                  <a:lnTo>
                    <a:pt x="25572" y="125118"/>
                  </a:lnTo>
                  <a:lnTo>
                    <a:pt x="47667" y="86670"/>
                  </a:lnTo>
                  <a:lnTo>
                    <a:pt x="74823" y="54875"/>
                  </a:lnTo>
                  <a:lnTo>
                    <a:pt x="105801" y="29842"/>
                  </a:lnTo>
                  <a:lnTo>
                    <a:pt x="139898" y="12006"/>
                  </a:lnTo>
                  <a:lnTo>
                    <a:pt x="188615" y="485"/>
                  </a:lnTo>
                  <a:lnTo>
                    <a:pt x="201078" y="0"/>
                  </a:lnTo>
                  <a:lnTo>
                    <a:pt x="215795" y="1350"/>
                  </a:lnTo>
                  <a:lnTo>
                    <a:pt x="253768" y="11346"/>
                  </a:lnTo>
                  <a:lnTo>
                    <a:pt x="290604" y="34815"/>
                  </a:lnTo>
                  <a:lnTo>
                    <a:pt x="309946" y="59684"/>
                  </a:lnTo>
                  <a:lnTo>
                    <a:pt x="108133" y="59684"/>
                  </a:lnTo>
                  <a:lnTo>
                    <a:pt x="103412" y="65386"/>
                  </a:lnTo>
                  <a:lnTo>
                    <a:pt x="98574" y="71146"/>
                  </a:lnTo>
                  <a:lnTo>
                    <a:pt x="93620" y="76965"/>
                  </a:lnTo>
                  <a:lnTo>
                    <a:pt x="88549" y="82842"/>
                  </a:lnTo>
                  <a:lnTo>
                    <a:pt x="83536" y="88729"/>
                  </a:lnTo>
                  <a:lnTo>
                    <a:pt x="59589" y="119886"/>
                  </a:lnTo>
                  <a:lnTo>
                    <a:pt x="39123" y="153377"/>
                  </a:lnTo>
                  <a:lnTo>
                    <a:pt x="35859" y="160400"/>
                  </a:lnTo>
                  <a:lnTo>
                    <a:pt x="39278" y="162058"/>
                  </a:lnTo>
                  <a:lnTo>
                    <a:pt x="41195" y="162887"/>
                  </a:lnTo>
                  <a:lnTo>
                    <a:pt x="42024" y="162887"/>
                  </a:lnTo>
                  <a:lnTo>
                    <a:pt x="43993" y="163405"/>
                  </a:lnTo>
                  <a:lnTo>
                    <a:pt x="47516" y="164441"/>
                  </a:lnTo>
                  <a:lnTo>
                    <a:pt x="140449" y="164441"/>
                  </a:lnTo>
                  <a:lnTo>
                    <a:pt x="137023" y="170795"/>
                  </a:lnTo>
                  <a:lnTo>
                    <a:pt x="121577" y="212206"/>
                  </a:lnTo>
                  <a:lnTo>
                    <a:pt x="117148" y="256406"/>
                  </a:lnTo>
                  <a:lnTo>
                    <a:pt x="117769" y="270093"/>
                  </a:lnTo>
                  <a:lnTo>
                    <a:pt x="123471" y="308416"/>
                  </a:lnTo>
                  <a:lnTo>
                    <a:pt x="140714" y="348613"/>
                  </a:lnTo>
                  <a:lnTo>
                    <a:pt x="178153" y="376988"/>
                  </a:lnTo>
                  <a:lnTo>
                    <a:pt x="197330" y="379737"/>
                  </a:lnTo>
                  <a:lnTo>
                    <a:pt x="328627" y="379737"/>
                  </a:lnTo>
                  <a:lnTo>
                    <a:pt x="326353" y="383516"/>
                  </a:lnTo>
                  <a:lnTo>
                    <a:pt x="301436" y="416292"/>
                  </a:lnTo>
                  <a:lnTo>
                    <a:pt x="266047" y="446076"/>
                  </a:lnTo>
                  <a:lnTo>
                    <a:pt x="229832" y="462706"/>
                  </a:lnTo>
                  <a:lnTo>
                    <a:pt x="198067" y="468214"/>
                  </a:lnTo>
                  <a:lnTo>
                    <a:pt x="186623" y="468457"/>
                  </a:lnTo>
                  <a:close/>
                </a:path>
                <a:path w="349250" h="468630">
                  <a:moveTo>
                    <a:pt x="47516" y="164441"/>
                  </a:moveTo>
                  <a:lnTo>
                    <a:pt x="43993" y="163405"/>
                  </a:lnTo>
                  <a:lnTo>
                    <a:pt x="42024" y="162887"/>
                  </a:lnTo>
                  <a:lnTo>
                    <a:pt x="41195" y="162887"/>
                  </a:lnTo>
                  <a:lnTo>
                    <a:pt x="39278" y="162058"/>
                  </a:lnTo>
                  <a:lnTo>
                    <a:pt x="35859" y="160400"/>
                  </a:lnTo>
                  <a:lnTo>
                    <a:pt x="39123" y="153377"/>
                  </a:lnTo>
                  <a:lnTo>
                    <a:pt x="42698" y="146451"/>
                  </a:lnTo>
                  <a:lnTo>
                    <a:pt x="64273" y="113364"/>
                  </a:lnTo>
                  <a:lnTo>
                    <a:pt x="88549" y="82842"/>
                  </a:lnTo>
                  <a:lnTo>
                    <a:pt x="93620" y="76965"/>
                  </a:lnTo>
                  <a:lnTo>
                    <a:pt x="98574" y="71146"/>
                  </a:lnTo>
                  <a:lnTo>
                    <a:pt x="103412" y="65386"/>
                  </a:lnTo>
                  <a:lnTo>
                    <a:pt x="108133" y="59684"/>
                  </a:lnTo>
                  <a:lnTo>
                    <a:pt x="110931" y="62067"/>
                  </a:lnTo>
                  <a:lnTo>
                    <a:pt x="112485" y="63466"/>
                  </a:lnTo>
                  <a:lnTo>
                    <a:pt x="112795" y="63880"/>
                  </a:lnTo>
                  <a:lnTo>
                    <a:pt x="113210" y="64191"/>
                  </a:lnTo>
                  <a:lnTo>
                    <a:pt x="114557" y="65693"/>
                  </a:lnTo>
                  <a:lnTo>
                    <a:pt x="116836" y="68387"/>
                  </a:lnTo>
                  <a:lnTo>
                    <a:pt x="110930" y="73808"/>
                  </a:lnTo>
                  <a:lnTo>
                    <a:pt x="105179" y="79190"/>
                  </a:lnTo>
                  <a:lnTo>
                    <a:pt x="74716" y="111907"/>
                  </a:lnTo>
                  <a:lnTo>
                    <a:pt x="52723" y="149482"/>
                  </a:lnTo>
                  <a:lnTo>
                    <a:pt x="47616" y="164131"/>
                  </a:lnTo>
                  <a:lnTo>
                    <a:pt x="47516" y="164441"/>
                  </a:lnTo>
                  <a:close/>
                </a:path>
                <a:path w="349250" h="468630">
                  <a:moveTo>
                    <a:pt x="140449" y="164441"/>
                  </a:moveTo>
                  <a:lnTo>
                    <a:pt x="47516" y="164441"/>
                  </a:lnTo>
                  <a:lnTo>
                    <a:pt x="49983" y="156777"/>
                  </a:lnTo>
                  <a:lnTo>
                    <a:pt x="70471" y="117668"/>
                  </a:lnTo>
                  <a:lnTo>
                    <a:pt x="99584" y="84532"/>
                  </a:lnTo>
                  <a:lnTo>
                    <a:pt x="116836" y="68387"/>
                  </a:lnTo>
                  <a:lnTo>
                    <a:pt x="114557" y="65693"/>
                  </a:lnTo>
                  <a:lnTo>
                    <a:pt x="113210" y="64191"/>
                  </a:lnTo>
                  <a:lnTo>
                    <a:pt x="112795" y="63880"/>
                  </a:lnTo>
                  <a:lnTo>
                    <a:pt x="112485" y="63466"/>
                  </a:lnTo>
                  <a:lnTo>
                    <a:pt x="110931" y="62067"/>
                  </a:lnTo>
                  <a:lnTo>
                    <a:pt x="108133" y="59684"/>
                  </a:lnTo>
                  <a:lnTo>
                    <a:pt x="309946" y="59684"/>
                  </a:lnTo>
                  <a:lnTo>
                    <a:pt x="319514" y="93567"/>
                  </a:lnTo>
                  <a:lnTo>
                    <a:pt x="318843" y="102611"/>
                  </a:lnTo>
                  <a:lnTo>
                    <a:pt x="316832" y="110469"/>
                  </a:lnTo>
                  <a:lnTo>
                    <a:pt x="313481" y="117143"/>
                  </a:lnTo>
                  <a:lnTo>
                    <a:pt x="311314" y="119678"/>
                  </a:lnTo>
                  <a:lnTo>
                    <a:pt x="208383" y="119678"/>
                  </a:lnTo>
                  <a:lnTo>
                    <a:pt x="201481" y="119886"/>
                  </a:lnTo>
                  <a:lnTo>
                    <a:pt x="201059" y="119886"/>
                  </a:lnTo>
                  <a:lnTo>
                    <a:pt x="193851" y="120883"/>
                  </a:lnTo>
                  <a:lnTo>
                    <a:pt x="158181" y="140972"/>
                  </a:lnTo>
                  <a:lnTo>
                    <a:pt x="140617" y="164131"/>
                  </a:lnTo>
                  <a:lnTo>
                    <a:pt x="140449" y="164441"/>
                  </a:lnTo>
                  <a:close/>
                </a:path>
                <a:path w="349250" h="468630">
                  <a:moveTo>
                    <a:pt x="285527" y="133045"/>
                  </a:moveTo>
                  <a:lnTo>
                    <a:pt x="274647" y="133045"/>
                  </a:lnTo>
                  <a:lnTo>
                    <a:pt x="269000" y="132424"/>
                  </a:lnTo>
                  <a:lnTo>
                    <a:pt x="257809" y="129937"/>
                  </a:lnTo>
                  <a:lnTo>
                    <a:pt x="252162" y="128486"/>
                  </a:lnTo>
                  <a:lnTo>
                    <a:pt x="246463" y="126828"/>
                  </a:lnTo>
                  <a:lnTo>
                    <a:pt x="240035" y="125118"/>
                  </a:lnTo>
                  <a:lnTo>
                    <a:pt x="233868" y="123603"/>
                  </a:lnTo>
                  <a:lnTo>
                    <a:pt x="221076" y="120715"/>
                  </a:lnTo>
                  <a:lnTo>
                    <a:pt x="214704" y="119886"/>
                  </a:lnTo>
                  <a:lnTo>
                    <a:pt x="208383" y="119678"/>
                  </a:lnTo>
                  <a:lnTo>
                    <a:pt x="311314" y="119678"/>
                  </a:lnTo>
                  <a:lnTo>
                    <a:pt x="290449" y="132268"/>
                  </a:lnTo>
                  <a:lnTo>
                    <a:pt x="285527" y="133045"/>
                  </a:lnTo>
                  <a:close/>
                </a:path>
                <a:path w="349250" h="468630">
                  <a:moveTo>
                    <a:pt x="328627" y="379737"/>
                  </a:moveTo>
                  <a:lnTo>
                    <a:pt x="201023" y="379737"/>
                  </a:lnTo>
                  <a:lnTo>
                    <a:pt x="211456" y="379067"/>
                  </a:lnTo>
                  <a:lnTo>
                    <a:pt x="210008" y="379067"/>
                  </a:lnTo>
                  <a:lnTo>
                    <a:pt x="254604" y="356977"/>
                  </a:lnTo>
                  <a:lnTo>
                    <a:pt x="289517" y="321889"/>
                  </a:lnTo>
                  <a:lnTo>
                    <a:pt x="295568" y="314701"/>
                  </a:lnTo>
                  <a:lnTo>
                    <a:pt x="301601" y="308678"/>
                  </a:lnTo>
                  <a:lnTo>
                    <a:pt x="307614" y="303821"/>
                  </a:lnTo>
                  <a:lnTo>
                    <a:pt x="313608" y="300129"/>
                  </a:lnTo>
                  <a:lnTo>
                    <a:pt x="321586" y="295985"/>
                  </a:lnTo>
                  <a:lnTo>
                    <a:pt x="328839" y="295467"/>
                  </a:lnTo>
                  <a:lnTo>
                    <a:pt x="335368" y="298575"/>
                  </a:lnTo>
                  <a:lnTo>
                    <a:pt x="349045" y="323910"/>
                  </a:lnTo>
                  <a:lnTo>
                    <a:pt x="349045" y="327536"/>
                  </a:lnTo>
                  <a:lnTo>
                    <a:pt x="348578" y="331474"/>
                  </a:lnTo>
                  <a:lnTo>
                    <a:pt x="346750" y="339802"/>
                  </a:lnTo>
                  <a:lnTo>
                    <a:pt x="345419" y="344271"/>
                  </a:lnTo>
                  <a:lnTo>
                    <a:pt x="343764" y="348613"/>
                  </a:lnTo>
                  <a:lnTo>
                    <a:pt x="341377" y="355047"/>
                  </a:lnTo>
                  <a:lnTo>
                    <a:pt x="338010" y="362456"/>
                  </a:lnTo>
                  <a:lnTo>
                    <a:pt x="333657" y="370849"/>
                  </a:lnTo>
                  <a:lnTo>
                    <a:pt x="330274" y="376988"/>
                  </a:lnTo>
                  <a:lnTo>
                    <a:pt x="328627" y="37973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4067" y="522494"/>
              <a:ext cx="840205" cy="473172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10468737" y="515092"/>
            <a:ext cx="542925" cy="576580"/>
          </a:xfrm>
          <a:custGeom>
            <a:avLst/>
            <a:gdLst/>
            <a:ahLst/>
            <a:cxnLst/>
            <a:rect l="l" t="t" r="r" b="b"/>
            <a:pathLst>
              <a:path w="542925" h="576580">
                <a:moveTo>
                  <a:pt x="294944" y="112814"/>
                </a:moveTo>
                <a:lnTo>
                  <a:pt x="282397" y="69634"/>
                </a:lnTo>
                <a:lnTo>
                  <a:pt x="273672" y="56934"/>
                </a:lnTo>
                <a:lnTo>
                  <a:pt x="270433" y="53124"/>
                </a:lnTo>
                <a:lnTo>
                  <a:pt x="234378" y="26454"/>
                </a:lnTo>
                <a:lnTo>
                  <a:pt x="196570" y="12484"/>
                </a:lnTo>
                <a:lnTo>
                  <a:pt x="181800" y="9944"/>
                </a:lnTo>
                <a:lnTo>
                  <a:pt x="148501" y="9944"/>
                </a:lnTo>
                <a:lnTo>
                  <a:pt x="130352" y="12484"/>
                </a:lnTo>
                <a:lnTo>
                  <a:pt x="121196" y="15024"/>
                </a:lnTo>
                <a:lnTo>
                  <a:pt x="112052" y="16294"/>
                </a:lnTo>
                <a:lnTo>
                  <a:pt x="102933" y="18834"/>
                </a:lnTo>
                <a:lnTo>
                  <a:pt x="93827" y="22644"/>
                </a:lnTo>
                <a:lnTo>
                  <a:pt x="84823" y="25184"/>
                </a:lnTo>
                <a:lnTo>
                  <a:pt x="50749" y="42964"/>
                </a:lnTo>
                <a:lnTo>
                  <a:pt x="17119" y="74714"/>
                </a:lnTo>
                <a:lnTo>
                  <a:pt x="444" y="116624"/>
                </a:lnTo>
                <a:lnTo>
                  <a:pt x="12" y="125514"/>
                </a:lnTo>
                <a:lnTo>
                  <a:pt x="88" y="130594"/>
                </a:lnTo>
                <a:lnTo>
                  <a:pt x="190" y="133134"/>
                </a:lnTo>
                <a:lnTo>
                  <a:pt x="279" y="135674"/>
                </a:lnTo>
                <a:lnTo>
                  <a:pt x="330" y="136944"/>
                </a:lnTo>
                <a:lnTo>
                  <a:pt x="457" y="138214"/>
                </a:lnTo>
                <a:lnTo>
                  <a:pt x="584" y="139484"/>
                </a:lnTo>
                <a:lnTo>
                  <a:pt x="711" y="140754"/>
                </a:lnTo>
                <a:lnTo>
                  <a:pt x="838" y="142024"/>
                </a:lnTo>
                <a:lnTo>
                  <a:pt x="1460" y="148374"/>
                </a:lnTo>
                <a:lnTo>
                  <a:pt x="13474" y="185204"/>
                </a:lnTo>
                <a:lnTo>
                  <a:pt x="36626" y="214414"/>
                </a:lnTo>
                <a:lnTo>
                  <a:pt x="44018" y="222034"/>
                </a:lnTo>
                <a:lnTo>
                  <a:pt x="52019" y="227114"/>
                </a:lnTo>
                <a:lnTo>
                  <a:pt x="59728" y="232194"/>
                </a:lnTo>
                <a:lnTo>
                  <a:pt x="66243" y="236004"/>
                </a:lnTo>
                <a:lnTo>
                  <a:pt x="71539" y="238544"/>
                </a:lnTo>
                <a:lnTo>
                  <a:pt x="74714" y="238544"/>
                </a:lnTo>
                <a:lnTo>
                  <a:pt x="204343" y="238544"/>
                </a:lnTo>
                <a:lnTo>
                  <a:pt x="204076" y="237274"/>
                </a:lnTo>
                <a:lnTo>
                  <a:pt x="199936" y="229654"/>
                </a:lnTo>
                <a:lnTo>
                  <a:pt x="197396" y="227114"/>
                </a:lnTo>
                <a:lnTo>
                  <a:pt x="191389" y="220764"/>
                </a:lnTo>
                <a:lnTo>
                  <a:pt x="188074" y="218224"/>
                </a:lnTo>
                <a:lnTo>
                  <a:pt x="180809" y="213144"/>
                </a:lnTo>
                <a:lnTo>
                  <a:pt x="177139" y="211874"/>
                </a:lnTo>
                <a:lnTo>
                  <a:pt x="168541" y="205524"/>
                </a:lnTo>
                <a:lnTo>
                  <a:pt x="163614" y="202984"/>
                </a:lnTo>
                <a:lnTo>
                  <a:pt x="158635" y="199174"/>
                </a:lnTo>
                <a:lnTo>
                  <a:pt x="153771" y="195364"/>
                </a:lnTo>
                <a:lnTo>
                  <a:pt x="149415" y="192824"/>
                </a:lnTo>
                <a:lnTo>
                  <a:pt x="145580" y="187744"/>
                </a:lnTo>
                <a:lnTo>
                  <a:pt x="141859" y="183934"/>
                </a:lnTo>
                <a:lnTo>
                  <a:pt x="138849" y="178854"/>
                </a:lnTo>
                <a:lnTo>
                  <a:pt x="136575" y="173774"/>
                </a:lnTo>
                <a:lnTo>
                  <a:pt x="134391" y="168694"/>
                </a:lnTo>
                <a:lnTo>
                  <a:pt x="133311" y="163614"/>
                </a:lnTo>
                <a:lnTo>
                  <a:pt x="133311" y="150914"/>
                </a:lnTo>
                <a:lnTo>
                  <a:pt x="172986" y="129324"/>
                </a:lnTo>
                <a:lnTo>
                  <a:pt x="191541" y="129324"/>
                </a:lnTo>
                <a:lnTo>
                  <a:pt x="223456" y="135674"/>
                </a:lnTo>
                <a:lnTo>
                  <a:pt x="229158" y="138214"/>
                </a:lnTo>
                <a:lnTo>
                  <a:pt x="245986" y="142024"/>
                </a:lnTo>
                <a:lnTo>
                  <a:pt x="267385" y="142024"/>
                </a:lnTo>
                <a:lnTo>
                  <a:pt x="271945" y="139484"/>
                </a:lnTo>
                <a:lnTo>
                  <a:pt x="276504" y="138214"/>
                </a:lnTo>
                <a:lnTo>
                  <a:pt x="280962" y="135674"/>
                </a:lnTo>
                <a:lnTo>
                  <a:pt x="285318" y="131864"/>
                </a:lnTo>
                <a:lnTo>
                  <a:pt x="289039" y="129324"/>
                </a:lnTo>
                <a:lnTo>
                  <a:pt x="291579" y="125514"/>
                </a:lnTo>
                <a:lnTo>
                  <a:pt x="292735" y="121704"/>
                </a:lnTo>
                <a:lnTo>
                  <a:pt x="294271" y="116624"/>
                </a:lnTo>
                <a:lnTo>
                  <a:pt x="294944" y="112814"/>
                </a:lnTo>
                <a:close/>
              </a:path>
              <a:path w="542925" h="576580">
                <a:moveTo>
                  <a:pt x="326351" y="333794"/>
                </a:moveTo>
                <a:lnTo>
                  <a:pt x="306146" y="304584"/>
                </a:lnTo>
                <a:lnTo>
                  <a:pt x="298831" y="305854"/>
                </a:lnTo>
                <a:lnTo>
                  <a:pt x="290753" y="309664"/>
                </a:lnTo>
                <a:lnTo>
                  <a:pt x="284695" y="313474"/>
                </a:lnTo>
                <a:lnTo>
                  <a:pt x="272567" y="323634"/>
                </a:lnTo>
                <a:lnTo>
                  <a:pt x="266509" y="331254"/>
                </a:lnTo>
                <a:lnTo>
                  <a:pt x="254977" y="345224"/>
                </a:lnTo>
                <a:lnTo>
                  <a:pt x="220040" y="374434"/>
                </a:lnTo>
                <a:lnTo>
                  <a:pt x="176517" y="389674"/>
                </a:lnTo>
                <a:lnTo>
                  <a:pt x="169468" y="388404"/>
                </a:lnTo>
                <a:lnTo>
                  <a:pt x="162369" y="388404"/>
                </a:lnTo>
                <a:lnTo>
                  <a:pt x="148069" y="383324"/>
                </a:lnTo>
                <a:lnTo>
                  <a:pt x="144881" y="382054"/>
                </a:lnTo>
                <a:lnTo>
                  <a:pt x="141693" y="380784"/>
                </a:lnTo>
                <a:lnTo>
                  <a:pt x="118071" y="354114"/>
                </a:lnTo>
                <a:lnTo>
                  <a:pt x="118071" y="349034"/>
                </a:lnTo>
                <a:lnTo>
                  <a:pt x="118427" y="340144"/>
                </a:lnTo>
                <a:lnTo>
                  <a:pt x="119468" y="333794"/>
                </a:lnTo>
                <a:lnTo>
                  <a:pt x="121221" y="326174"/>
                </a:lnTo>
                <a:lnTo>
                  <a:pt x="123672" y="321094"/>
                </a:lnTo>
                <a:lnTo>
                  <a:pt x="127406" y="312204"/>
                </a:lnTo>
                <a:lnTo>
                  <a:pt x="131178" y="307124"/>
                </a:lnTo>
                <a:lnTo>
                  <a:pt x="132118" y="305854"/>
                </a:lnTo>
                <a:lnTo>
                  <a:pt x="143611" y="294424"/>
                </a:lnTo>
                <a:lnTo>
                  <a:pt x="150037" y="289344"/>
                </a:lnTo>
                <a:lnTo>
                  <a:pt x="164134" y="280454"/>
                </a:lnTo>
                <a:lnTo>
                  <a:pt x="170815" y="276644"/>
                </a:lnTo>
                <a:lnTo>
                  <a:pt x="177139" y="274104"/>
                </a:lnTo>
                <a:lnTo>
                  <a:pt x="184073" y="270294"/>
                </a:lnTo>
                <a:lnTo>
                  <a:pt x="190449" y="266484"/>
                </a:lnTo>
                <a:lnTo>
                  <a:pt x="196253" y="262674"/>
                </a:lnTo>
                <a:lnTo>
                  <a:pt x="202158" y="258864"/>
                </a:lnTo>
                <a:lnTo>
                  <a:pt x="205117" y="253784"/>
                </a:lnTo>
                <a:lnTo>
                  <a:pt x="205117" y="242354"/>
                </a:lnTo>
                <a:lnTo>
                  <a:pt x="204597" y="239814"/>
                </a:lnTo>
                <a:lnTo>
                  <a:pt x="204457" y="239115"/>
                </a:lnTo>
                <a:lnTo>
                  <a:pt x="75120" y="239115"/>
                </a:lnTo>
                <a:lnTo>
                  <a:pt x="73393" y="239115"/>
                </a:lnTo>
                <a:lnTo>
                  <a:pt x="68910" y="241084"/>
                </a:lnTo>
                <a:lnTo>
                  <a:pt x="35877" y="265214"/>
                </a:lnTo>
                <a:lnTo>
                  <a:pt x="12382" y="296964"/>
                </a:lnTo>
                <a:lnTo>
                  <a:pt x="457" y="341414"/>
                </a:lnTo>
                <a:lnTo>
                  <a:pt x="0" y="352844"/>
                </a:lnTo>
                <a:lnTo>
                  <a:pt x="114" y="357924"/>
                </a:lnTo>
                <a:lnTo>
                  <a:pt x="177" y="359194"/>
                </a:lnTo>
                <a:lnTo>
                  <a:pt x="279" y="361734"/>
                </a:lnTo>
                <a:lnTo>
                  <a:pt x="11049" y="399834"/>
                </a:lnTo>
                <a:lnTo>
                  <a:pt x="39306" y="435394"/>
                </a:lnTo>
                <a:lnTo>
                  <a:pt x="85750" y="463334"/>
                </a:lnTo>
                <a:lnTo>
                  <a:pt x="94018" y="465874"/>
                </a:lnTo>
                <a:lnTo>
                  <a:pt x="102336" y="469684"/>
                </a:lnTo>
                <a:lnTo>
                  <a:pt x="110718" y="472224"/>
                </a:lnTo>
                <a:lnTo>
                  <a:pt x="143586" y="477304"/>
                </a:lnTo>
                <a:lnTo>
                  <a:pt x="163042" y="477304"/>
                </a:lnTo>
                <a:lnTo>
                  <a:pt x="206768" y="468414"/>
                </a:lnTo>
                <a:lnTo>
                  <a:pt x="243916" y="449364"/>
                </a:lnTo>
                <a:lnTo>
                  <a:pt x="274205" y="425234"/>
                </a:lnTo>
                <a:lnTo>
                  <a:pt x="286727" y="411264"/>
                </a:lnTo>
                <a:lnTo>
                  <a:pt x="292303" y="404914"/>
                </a:lnTo>
                <a:lnTo>
                  <a:pt x="297510" y="398564"/>
                </a:lnTo>
                <a:lnTo>
                  <a:pt x="302260" y="392214"/>
                </a:lnTo>
                <a:lnTo>
                  <a:pt x="303961" y="389674"/>
                </a:lnTo>
                <a:lnTo>
                  <a:pt x="306527" y="385864"/>
                </a:lnTo>
                <a:lnTo>
                  <a:pt x="310337" y="379514"/>
                </a:lnTo>
                <a:lnTo>
                  <a:pt x="315214" y="370624"/>
                </a:lnTo>
                <a:lnTo>
                  <a:pt x="318782" y="364274"/>
                </a:lnTo>
                <a:lnTo>
                  <a:pt x="321068" y="357924"/>
                </a:lnTo>
                <a:lnTo>
                  <a:pt x="324586" y="349034"/>
                </a:lnTo>
                <a:lnTo>
                  <a:pt x="326351" y="340144"/>
                </a:lnTo>
                <a:lnTo>
                  <a:pt x="326351" y="333794"/>
                </a:lnTo>
                <a:close/>
              </a:path>
              <a:path w="542925" h="576580">
                <a:moveTo>
                  <a:pt x="542378" y="55016"/>
                </a:moveTo>
                <a:lnTo>
                  <a:pt x="542340" y="48806"/>
                </a:lnTo>
                <a:lnTo>
                  <a:pt x="541375" y="38900"/>
                </a:lnTo>
                <a:lnTo>
                  <a:pt x="538568" y="30149"/>
                </a:lnTo>
                <a:lnTo>
                  <a:pt x="538378" y="29527"/>
                </a:lnTo>
                <a:lnTo>
                  <a:pt x="502437" y="838"/>
                </a:lnTo>
                <a:lnTo>
                  <a:pt x="493255" y="0"/>
                </a:lnTo>
                <a:lnTo>
                  <a:pt x="486524" y="0"/>
                </a:lnTo>
                <a:lnTo>
                  <a:pt x="449897" y="23774"/>
                </a:lnTo>
                <a:lnTo>
                  <a:pt x="448551" y="25438"/>
                </a:lnTo>
                <a:lnTo>
                  <a:pt x="448551" y="83553"/>
                </a:lnTo>
                <a:lnTo>
                  <a:pt x="447573" y="84861"/>
                </a:lnTo>
                <a:lnTo>
                  <a:pt x="448551" y="83553"/>
                </a:lnTo>
                <a:lnTo>
                  <a:pt x="448551" y="25438"/>
                </a:lnTo>
                <a:lnTo>
                  <a:pt x="444449" y="30505"/>
                </a:lnTo>
                <a:lnTo>
                  <a:pt x="444449" y="74142"/>
                </a:lnTo>
                <a:lnTo>
                  <a:pt x="444398" y="74599"/>
                </a:lnTo>
                <a:lnTo>
                  <a:pt x="443725" y="80098"/>
                </a:lnTo>
                <a:lnTo>
                  <a:pt x="443839" y="80505"/>
                </a:lnTo>
                <a:lnTo>
                  <a:pt x="443877" y="80670"/>
                </a:lnTo>
                <a:lnTo>
                  <a:pt x="443725" y="80098"/>
                </a:lnTo>
                <a:lnTo>
                  <a:pt x="444449" y="74142"/>
                </a:lnTo>
                <a:lnTo>
                  <a:pt x="444449" y="30505"/>
                </a:lnTo>
                <a:lnTo>
                  <a:pt x="418807" y="66827"/>
                </a:lnTo>
                <a:lnTo>
                  <a:pt x="397979" y="104673"/>
                </a:lnTo>
                <a:lnTo>
                  <a:pt x="381000" y="144310"/>
                </a:lnTo>
                <a:lnTo>
                  <a:pt x="367207" y="192887"/>
                </a:lnTo>
                <a:lnTo>
                  <a:pt x="361988" y="223558"/>
                </a:lnTo>
                <a:lnTo>
                  <a:pt x="360311" y="237947"/>
                </a:lnTo>
                <a:lnTo>
                  <a:pt x="359054" y="253301"/>
                </a:lnTo>
                <a:lnTo>
                  <a:pt x="358292" y="268795"/>
                </a:lnTo>
                <a:lnTo>
                  <a:pt x="358203" y="273862"/>
                </a:lnTo>
                <a:lnTo>
                  <a:pt x="358038" y="284429"/>
                </a:lnTo>
                <a:lnTo>
                  <a:pt x="358140" y="296037"/>
                </a:lnTo>
                <a:lnTo>
                  <a:pt x="361111" y="336689"/>
                </a:lnTo>
                <a:lnTo>
                  <a:pt x="368198" y="381050"/>
                </a:lnTo>
                <a:lnTo>
                  <a:pt x="378244" y="425564"/>
                </a:lnTo>
                <a:lnTo>
                  <a:pt x="393192" y="472262"/>
                </a:lnTo>
                <a:lnTo>
                  <a:pt x="411810" y="513524"/>
                </a:lnTo>
                <a:lnTo>
                  <a:pt x="433298" y="548652"/>
                </a:lnTo>
                <a:lnTo>
                  <a:pt x="464718" y="574662"/>
                </a:lnTo>
                <a:lnTo>
                  <a:pt x="471601" y="576326"/>
                </a:lnTo>
                <a:lnTo>
                  <a:pt x="484352" y="576326"/>
                </a:lnTo>
                <a:lnTo>
                  <a:pt x="520458" y="555180"/>
                </a:lnTo>
                <a:lnTo>
                  <a:pt x="523570" y="548347"/>
                </a:lnTo>
                <a:lnTo>
                  <a:pt x="526783" y="541616"/>
                </a:lnTo>
                <a:lnTo>
                  <a:pt x="528383" y="534568"/>
                </a:lnTo>
                <a:lnTo>
                  <a:pt x="528307" y="526186"/>
                </a:lnTo>
                <a:lnTo>
                  <a:pt x="527710" y="518782"/>
                </a:lnTo>
                <a:lnTo>
                  <a:pt x="525665" y="510768"/>
                </a:lnTo>
                <a:lnTo>
                  <a:pt x="522262" y="503161"/>
                </a:lnTo>
                <a:lnTo>
                  <a:pt x="517512" y="495973"/>
                </a:lnTo>
                <a:lnTo>
                  <a:pt x="513029" y="489686"/>
                </a:lnTo>
                <a:lnTo>
                  <a:pt x="508457" y="482523"/>
                </a:lnTo>
                <a:lnTo>
                  <a:pt x="489648" y="445452"/>
                </a:lnTo>
                <a:lnTo>
                  <a:pt x="472973" y="397967"/>
                </a:lnTo>
                <a:lnTo>
                  <a:pt x="463359" y="356895"/>
                </a:lnTo>
                <a:lnTo>
                  <a:pt x="457822" y="313029"/>
                </a:lnTo>
                <a:lnTo>
                  <a:pt x="457085" y="273862"/>
                </a:lnTo>
                <a:lnTo>
                  <a:pt x="457669" y="261734"/>
                </a:lnTo>
                <a:lnTo>
                  <a:pt x="461937" y="223558"/>
                </a:lnTo>
                <a:lnTo>
                  <a:pt x="471347" y="184175"/>
                </a:lnTo>
                <a:lnTo>
                  <a:pt x="486930" y="144894"/>
                </a:lnTo>
                <a:lnTo>
                  <a:pt x="509574" y="106705"/>
                </a:lnTo>
                <a:lnTo>
                  <a:pt x="517893" y="95897"/>
                </a:lnTo>
                <a:lnTo>
                  <a:pt x="518985" y="94475"/>
                </a:lnTo>
                <a:lnTo>
                  <a:pt x="528434" y="83553"/>
                </a:lnTo>
                <a:lnTo>
                  <a:pt x="529323" y="82537"/>
                </a:lnTo>
                <a:lnTo>
                  <a:pt x="533666" y="77863"/>
                </a:lnTo>
                <a:lnTo>
                  <a:pt x="536930" y="72631"/>
                </a:lnTo>
                <a:lnTo>
                  <a:pt x="539178" y="66636"/>
                </a:lnTo>
                <a:lnTo>
                  <a:pt x="541286" y="60921"/>
                </a:lnTo>
                <a:lnTo>
                  <a:pt x="542378" y="5501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055917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391063" y="512288"/>
            <a:ext cx="184785" cy="576580"/>
          </a:xfrm>
          <a:custGeom>
            <a:avLst/>
            <a:gdLst/>
            <a:ahLst/>
            <a:cxnLst/>
            <a:rect l="l" t="t" r="r" b="b"/>
            <a:pathLst>
              <a:path w="184784" h="576580">
                <a:moveTo>
                  <a:pt x="70771" y="576324"/>
                </a:moveTo>
                <a:lnTo>
                  <a:pt x="58026" y="576324"/>
                </a:lnTo>
                <a:lnTo>
                  <a:pt x="52534" y="575495"/>
                </a:lnTo>
                <a:lnTo>
                  <a:pt x="18651" y="548347"/>
                </a:lnTo>
                <a:lnTo>
                  <a:pt x="13988" y="534565"/>
                </a:lnTo>
                <a:lnTo>
                  <a:pt x="14070" y="526189"/>
                </a:lnTo>
                <a:lnTo>
                  <a:pt x="29346" y="489692"/>
                </a:lnTo>
                <a:lnTo>
                  <a:pt x="33921" y="482523"/>
                </a:lnTo>
                <a:lnTo>
                  <a:pt x="52689" y="445454"/>
                </a:lnTo>
                <a:lnTo>
                  <a:pt x="69359" y="397971"/>
                </a:lnTo>
                <a:lnTo>
                  <a:pt x="79015" y="356890"/>
                </a:lnTo>
                <a:lnTo>
                  <a:pt x="83150" y="328388"/>
                </a:lnTo>
                <a:lnTo>
                  <a:pt x="83211" y="327902"/>
                </a:lnTo>
                <a:lnTo>
                  <a:pt x="84435" y="314325"/>
                </a:lnTo>
                <a:lnTo>
                  <a:pt x="84552" y="313030"/>
                </a:lnTo>
                <a:lnTo>
                  <a:pt x="84852" y="308263"/>
                </a:lnTo>
                <a:lnTo>
                  <a:pt x="84960" y="306541"/>
                </a:lnTo>
                <a:lnTo>
                  <a:pt x="85251" y="299819"/>
                </a:lnTo>
                <a:lnTo>
                  <a:pt x="85346" y="296037"/>
                </a:lnTo>
                <a:lnTo>
                  <a:pt x="85463" y="284431"/>
                </a:lnTo>
                <a:lnTo>
                  <a:pt x="85280" y="273862"/>
                </a:lnTo>
                <a:lnTo>
                  <a:pt x="80346" y="223552"/>
                </a:lnTo>
                <a:lnTo>
                  <a:pt x="70874" y="184181"/>
                </a:lnTo>
                <a:lnTo>
                  <a:pt x="55341" y="144897"/>
                </a:lnTo>
                <a:lnTo>
                  <a:pt x="32756" y="106700"/>
                </a:lnTo>
                <a:lnTo>
                  <a:pt x="8703" y="77869"/>
                </a:lnTo>
                <a:lnTo>
                  <a:pt x="5439" y="72636"/>
                </a:lnTo>
                <a:lnTo>
                  <a:pt x="3263" y="66833"/>
                </a:lnTo>
                <a:lnTo>
                  <a:pt x="1087" y="60927"/>
                </a:lnTo>
                <a:lnTo>
                  <a:pt x="0" y="55021"/>
                </a:lnTo>
                <a:lnTo>
                  <a:pt x="30" y="48804"/>
                </a:lnTo>
                <a:lnTo>
                  <a:pt x="806" y="40877"/>
                </a:lnTo>
                <a:lnTo>
                  <a:pt x="875" y="40168"/>
                </a:lnTo>
                <a:lnTo>
                  <a:pt x="1000" y="38895"/>
                </a:lnTo>
                <a:lnTo>
                  <a:pt x="23381" y="7518"/>
                </a:lnTo>
                <a:lnTo>
                  <a:pt x="49114" y="0"/>
                </a:lnTo>
                <a:lnTo>
                  <a:pt x="55850" y="0"/>
                </a:lnTo>
                <a:lnTo>
                  <a:pt x="92479" y="23770"/>
                </a:lnTo>
                <a:lnTo>
                  <a:pt x="97652" y="30152"/>
                </a:lnTo>
                <a:lnTo>
                  <a:pt x="60771" y="30152"/>
                </a:lnTo>
                <a:lnTo>
                  <a:pt x="58492" y="33261"/>
                </a:lnTo>
                <a:lnTo>
                  <a:pt x="57249" y="34867"/>
                </a:lnTo>
                <a:lnTo>
                  <a:pt x="56910" y="34867"/>
                </a:lnTo>
                <a:lnTo>
                  <a:pt x="56109" y="37043"/>
                </a:lnTo>
                <a:lnTo>
                  <a:pt x="54865" y="40877"/>
                </a:lnTo>
                <a:lnTo>
                  <a:pt x="59009" y="42328"/>
                </a:lnTo>
                <a:lnTo>
                  <a:pt x="63362" y="45073"/>
                </a:lnTo>
                <a:lnTo>
                  <a:pt x="67921" y="49115"/>
                </a:lnTo>
                <a:lnTo>
                  <a:pt x="72584" y="53156"/>
                </a:lnTo>
                <a:lnTo>
                  <a:pt x="77039" y="57922"/>
                </a:lnTo>
                <a:lnTo>
                  <a:pt x="85536" y="68906"/>
                </a:lnTo>
                <a:lnTo>
                  <a:pt x="89215" y="74605"/>
                </a:lnTo>
                <a:lnTo>
                  <a:pt x="92323" y="80511"/>
                </a:lnTo>
                <a:lnTo>
                  <a:pt x="94020" y="83576"/>
                </a:lnTo>
                <a:lnTo>
                  <a:pt x="93845" y="83576"/>
                </a:lnTo>
                <a:lnTo>
                  <a:pt x="94513" y="84467"/>
                </a:lnTo>
                <a:lnTo>
                  <a:pt x="95535" y="86313"/>
                </a:lnTo>
                <a:lnTo>
                  <a:pt x="97792" y="91391"/>
                </a:lnTo>
                <a:lnTo>
                  <a:pt x="99162" y="95898"/>
                </a:lnTo>
                <a:lnTo>
                  <a:pt x="139927" y="95898"/>
                </a:lnTo>
                <a:lnTo>
                  <a:pt x="157534" y="134425"/>
                </a:lnTo>
                <a:lnTo>
                  <a:pt x="171892" y="178313"/>
                </a:lnTo>
                <a:lnTo>
                  <a:pt x="180140" y="222727"/>
                </a:lnTo>
                <a:lnTo>
                  <a:pt x="184074" y="268801"/>
                </a:lnTo>
                <a:lnTo>
                  <a:pt x="184336" y="284431"/>
                </a:lnTo>
                <a:lnTo>
                  <a:pt x="184233" y="296037"/>
                </a:lnTo>
                <a:lnTo>
                  <a:pt x="181227" y="336694"/>
                </a:lnTo>
                <a:lnTo>
                  <a:pt x="174077" y="381049"/>
                </a:lnTo>
                <a:lnTo>
                  <a:pt x="164131" y="425559"/>
                </a:lnTo>
                <a:lnTo>
                  <a:pt x="149171" y="472265"/>
                </a:lnTo>
                <a:lnTo>
                  <a:pt x="130403" y="513531"/>
                </a:lnTo>
                <a:lnTo>
                  <a:pt x="109070" y="548648"/>
                </a:lnTo>
                <a:lnTo>
                  <a:pt x="84241" y="571350"/>
                </a:lnTo>
                <a:lnTo>
                  <a:pt x="77609" y="574666"/>
                </a:lnTo>
                <a:lnTo>
                  <a:pt x="70771" y="576324"/>
                </a:lnTo>
                <a:close/>
              </a:path>
              <a:path w="184784" h="576580">
                <a:moveTo>
                  <a:pt x="94020" y="83576"/>
                </a:moveTo>
                <a:lnTo>
                  <a:pt x="92323" y="80511"/>
                </a:lnTo>
                <a:lnTo>
                  <a:pt x="89215" y="74605"/>
                </a:lnTo>
                <a:lnTo>
                  <a:pt x="85536" y="68906"/>
                </a:lnTo>
                <a:lnTo>
                  <a:pt x="77039" y="57922"/>
                </a:lnTo>
                <a:lnTo>
                  <a:pt x="72584" y="53156"/>
                </a:lnTo>
                <a:lnTo>
                  <a:pt x="67921" y="49115"/>
                </a:lnTo>
                <a:lnTo>
                  <a:pt x="63362" y="45073"/>
                </a:lnTo>
                <a:lnTo>
                  <a:pt x="59009" y="42328"/>
                </a:lnTo>
                <a:lnTo>
                  <a:pt x="54865" y="40877"/>
                </a:lnTo>
                <a:lnTo>
                  <a:pt x="56109" y="37043"/>
                </a:lnTo>
                <a:lnTo>
                  <a:pt x="56910" y="34867"/>
                </a:lnTo>
                <a:lnTo>
                  <a:pt x="57249" y="34867"/>
                </a:lnTo>
                <a:lnTo>
                  <a:pt x="58492" y="33261"/>
                </a:lnTo>
                <a:lnTo>
                  <a:pt x="60771" y="30152"/>
                </a:lnTo>
                <a:lnTo>
                  <a:pt x="64398" y="32743"/>
                </a:lnTo>
                <a:lnTo>
                  <a:pt x="68180" y="36318"/>
                </a:lnTo>
                <a:lnTo>
                  <a:pt x="72118" y="40877"/>
                </a:lnTo>
                <a:lnTo>
                  <a:pt x="76159" y="45332"/>
                </a:lnTo>
                <a:lnTo>
                  <a:pt x="79992" y="50047"/>
                </a:lnTo>
                <a:lnTo>
                  <a:pt x="83619" y="55021"/>
                </a:lnTo>
                <a:lnTo>
                  <a:pt x="87349" y="59994"/>
                </a:lnTo>
                <a:lnTo>
                  <a:pt x="90924" y="64813"/>
                </a:lnTo>
                <a:lnTo>
                  <a:pt x="94344" y="69475"/>
                </a:lnTo>
                <a:lnTo>
                  <a:pt x="97867" y="74138"/>
                </a:lnTo>
                <a:lnTo>
                  <a:pt x="98644" y="80096"/>
                </a:lnTo>
                <a:lnTo>
                  <a:pt x="98027" y="82368"/>
                </a:lnTo>
                <a:lnTo>
                  <a:pt x="94020" y="83576"/>
                </a:lnTo>
                <a:close/>
              </a:path>
              <a:path w="184784" h="576580">
                <a:moveTo>
                  <a:pt x="98027" y="82368"/>
                </a:moveTo>
                <a:lnTo>
                  <a:pt x="98532" y="80511"/>
                </a:lnTo>
                <a:lnTo>
                  <a:pt x="98644" y="80096"/>
                </a:lnTo>
                <a:lnTo>
                  <a:pt x="97928" y="74605"/>
                </a:lnTo>
                <a:lnTo>
                  <a:pt x="97867" y="74138"/>
                </a:lnTo>
                <a:lnTo>
                  <a:pt x="94344" y="69475"/>
                </a:lnTo>
                <a:lnTo>
                  <a:pt x="90924" y="64813"/>
                </a:lnTo>
                <a:lnTo>
                  <a:pt x="87349" y="59994"/>
                </a:lnTo>
                <a:lnTo>
                  <a:pt x="83619" y="55021"/>
                </a:lnTo>
                <a:lnTo>
                  <a:pt x="79992" y="50047"/>
                </a:lnTo>
                <a:lnTo>
                  <a:pt x="76159" y="45332"/>
                </a:lnTo>
                <a:lnTo>
                  <a:pt x="72118" y="40877"/>
                </a:lnTo>
                <a:lnTo>
                  <a:pt x="68180" y="36318"/>
                </a:lnTo>
                <a:lnTo>
                  <a:pt x="64398" y="32743"/>
                </a:lnTo>
                <a:lnTo>
                  <a:pt x="60771" y="30152"/>
                </a:lnTo>
                <a:lnTo>
                  <a:pt x="97652" y="30152"/>
                </a:lnTo>
                <a:lnTo>
                  <a:pt x="123409" y="66639"/>
                </a:lnTo>
                <a:lnTo>
                  <a:pt x="132217" y="81651"/>
                </a:lnTo>
                <a:lnTo>
                  <a:pt x="100405" y="81651"/>
                </a:lnTo>
                <a:lnTo>
                  <a:pt x="98027" y="82368"/>
                </a:lnTo>
                <a:close/>
              </a:path>
              <a:path w="184784" h="576580">
                <a:moveTo>
                  <a:pt x="108337" y="87350"/>
                </a:moveTo>
                <a:lnTo>
                  <a:pt x="96675" y="87350"/>
                </a:lnTo>
                <a:lnTo>
                  <a:pt x="97983" y="82531"/>
                </a:lnTo>
                <a:lnTo>
                  <a:pt x="98027" y="82368"/>
                </a:lnTo>
                <a:lnTo>
                  <a:pt x="100405" y="81651"/>
                </a:lnTo>
                <a:lnTo>
                  <a:pt x="104498" y="81858"/>
                </a:lnTo>
                <a:lnTo>
                  <a:pt x="106156" y="84241"/>
                </a:lnTo>
                <a:lnTo>
                  <a:pt x="107814" y="86521"/>
                </a:lnTo>
                <a:lnTo>
                  <a:pt x="108337" y="87350"/>
                </a:lnTo>
                <a:close/>
              </a:path>
              <a:path w="184784" h="576580">
                <a:moveTo>
                  <a:pt x="139927" y="95898"/>
                </a:moveTo>
                <a:lnTo>
                  <a:pt x="99162" y="95898"/>
                </a:lnTo>
                <a:lnTo>
                  <a:pt x="102685" y="94758"/>
                </a:lnTo>
                <a:lnTo>
                  <a:pt x="104653" y="94188"/>
                </a:lnTo>
                <a:lnTo>
                  <a:pt x="105483" y="94188"/>
                </a:lnTo>
                <a:lnTo>
                  <a:pt x="107348" y="93256"/>
                </a:lnTo>
                <a:lnTo>
                  <a:pt x="110663" y="91391"/>
                </a:lnTo>
                <a:lnTo>
                  <a:pt x="109317" y="88904"/>
                </a:lnTo>
                <a:lnTo>
                  <a:pt x="107814" y="86521"/>
                </a:lnTo>
                <a:lnTo>
                  <a:pt x="106156" y="84241"/>
                </a:lnTo>
                <a:lnTo>
                  <a:pt x="104498" y="81858"/>
                </a:lnTo>
                <a:lnTo>
                  <a:pt x="100405" y="81651"/>
                </a:lnTo>
                <a:lnTo>
                  <a:pt x="132217" y="81651"/>
                </a:lnTo>
                <a:lnTo>
                  <a:pt x="134289" y="85329"/>
                </a:lnTo>
                <a:lnTo>
                  <a:pt x="139346" y="94758"/>
                </a:lnTo>
                <a:lnTo>
                  <a:pt x="139927" y="95898"/>
                </a:lnTo>
                <a:close/>
              </a:path>
              <a:path w="184784" h="576580">
                <a:moveTo>
                  <a:pt x="96675" y="87350"/>
                </a:moveTo>
                <a:lnTo>
                  <a:pt x="94513" y="84467"/>
                </a:lnTo>
                <a:lnTo>
                  <a:pt x="94020" y="83576"/>
                </a:lnTo>
                <a:lnTo>
                  <a:pt x="98027" y="82368"/>
                </a:lnTo>
                <a:lnTo>
                  <a:pt x="96675" y="87350"/>
                </a:lnTo>
                <a:close/>
              </a:path>
              <a:path w="184784" h="576580">
                <a:moveTo>
                  <a:pt x="94388" y="84241"/>
                </a:moveTo>
                <a:lnTo>
                  <a:pt x="93845" y="83576"/>
                </a:lnTo>
                <a:lnTo>
                  <a:pt x="94020" y="83576"/>
                </a:lnTo>
                <a:lnTo>
                  <a:pt x="94388" y="84241"/>
                </a:lnTo>
                <a:close/>
              </a:path>
              <a:path w="184784" h="576580">
                <a:moveTo>
                  <a:pt x="99162" y="95898"/>
                </a:moveTo>
                <a:lnTo>
                  <a:pt x="97792" y="91391"/>
                </a:lnTo>
                <a:lnTo>
                  <a:pt x="95628" y="86521"/>
                </a:lnTo>
                <a:lnTo>
                  <a:pt x="95535" y="86313"/>
                </a:lnTo>
                <a:lnTo>
                  <a:pt x="94513" y="84467"/>
                </a:lnTo>
                <a:lnTo>
                  <a:pt x="96675" y="87350"/>
                </a:lnTo>
                <a:lnTo>
                  <a:pt x="108337" y="87350"/>
                </a:lnTo>
                <a:lnTo>
                  <a:pt x="109317" y="88904"/>
                </a:lnTo>
                <a:lnTo>
                  <a:pt x="110663" y="91391"/>
                </a:lnTo>
                <a:lnTo>
                  <a:pt x="107348" y="93256"/>
                </a:lnTo>
                <a:lnTo>
                  <a:pt x="105483" y="94188"/>
                </a:lnTo>
                <a:lnTo>
                  <a:pt x="104653" y="94188"/>
                </a:lnTo>
                <a:lnTo>
                  <a:pt x="102685" y="94758"/>
                </a:lnTo>
                <a:lnTo>
                  <a:pt x="99162" y="95898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510783" y="2350368"/>
            <a:ext cx="13551535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marR="5080" indent="-565785">
              <a:lnSpc>
                <a:spcPct val="124300"/>
              </a:lnSpc>
              <a:spcBef>
                <a:spcPts val="95"/>
              </a:spcBef>
              <a:tabLst>
                <a:tab pos="577850" algn="l"/>
                <a:tab pos="11341735" algn="l"/>
              </a:tabLst>
            </a:pPr>
            <a:r>
              <a:rPr sz="3150" spc="110" dirty="0">
                <a:solidFill>
                  <a:srgbClr val="000000"/>
                </a:solidFill>
              </a:rPr>
              <a:t>1</a:t>
            </a:r>
            <a:r>
              <a:rPr sz="3150" spc="-430" dirty="0">
                <a:solidFill>
                  <a:srgbClr val="000000"/>
                </a:solidFill>
              </a:rPr>
              <a:t> </a:t>
            </a:r>
            <a:r>
              <a:rPr sz="3150" spc="-50" dirty="0">
                <a:solidFill>
                  <a:srgbClr val="000000"/>
                </a:solidFill>
              </a:rPr>
              <a:t>.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-20" dirty="0">
                <a:solidFill>
                  <a:srgbClr val="000000"/>
                </a:solidFill>
              </a:rPr>
              <a:t>To</a:t>
            </a:r>
            <a:r>
              <a:rPr sz="3150" spc="25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design</a:t>
            </a:r>
            <a:r>
              <a:rPr sz="3150" spc="315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and</a:t>
            </a:r>
            <a:r>
              <a:rPr sz="3150" spc="300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develop</a:t>
            </a:r>
            <a:r>
              <a:rPr sz="3150" spc="290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a</a:t>
            </a:r>
            <a:r>
              <a:rPr sz="3150" spc="295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web-based</a:t>
            </a:r>
            <a:r>
              <a:rPr sz="3150" spc="145" dirty="0">
                <a:solidFill>
                  <a:srgbClr val="000000"/>
                </a:solidFill>
              </a:rPr>
              <a:t> </a:t>
            </a:r>
            <a:r>
              <a:rPr sz="3150" spc="-120" dirty="0">
                <a:solidFill>
                  <a:srgbClr val="000000"/>
                </a:solidFill>
              </a:rPr>
              <a:t>Academ</a:t>
            </a:r>
            <a:r>
              <a:rPr sz="3150" spc="-360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ic</a:t>
            </a:r>
            <a:r>
              <a:rPr sz="3150" spc="204" dirty="0">
                <a:solidFill>
                  <a:srgbClr val="000000"/>
                </a:solidFill>
              </a:rPr>
              <a:t> </a:t>
            </a:r>
            <a:r>
              <a:rPr sz="3150" spc="-175" dirty="0">
                <a:solidFill>
                  <a:srgbClr val="000000"/>
                </a:solidFill>
              </a:rPr>
              <a:t>C</a:t>
            </a:r>
            <a:r>
              <a:rPr sz="3150" spc="-340" dirty="0">
                <a:solidFill>
                  <a:srgbClr val="000000"/>
                </a:solidFill>
              </a:rPr>
              <a:t> </a:t>
            </a:r>
            <a:r>
              <a:rPr sz="3150" spc="-254" dirty="0">
                <a:solidFill>
                  <a:srgbClr val="000000"/>
                </a:solidFill>
              </a:rPr>
              <a:t>am</a:t>
            </a:r>
            <a:r>
              <a:rPr sz="3150" spc="-360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pus</a:t>
            </a:r>
            <a:r>
              <a:rPr sz="3150" spc="270" dirty="0">
                <a:solidFill>
                  <a:srgbClr val="000000"/>
                </a:solidFill>
              </a:rPr>
              <a:t> </a:t>
            </a:r>
            <a:r>
              <a:rPr sz="3150" spc="-125" dirty="0">
                <a:solidFill>
                  <a:srgbClr val="000000"/>
                </a:solidFill>
              </a:rPr>
              <a:t>E</a:t>
            </a:r>
            <a:r>
              <a:rPr sz="3150" spc="-395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vent</a:t>
            </a:r>
            <a:r>
              <a:rPr sz="3150" spc="310" dirty="0">
                <a:solidFill>
                  <a:srgbClr val="000000"/>
                </a:solidFill>
              </a:rPr>
              <a:t> </a:t>
            </a:r>
            <a:r>
              <a:rPr sz="3150" spc="-470" dirty="0">
                <a:solidFill>
                  <a:srgbClr val="000000"/>
                </a:solidFill>
              </a:rPr>
              <a:t>&amp;</a:t>
            </a:r>
            <a:r>
              <a:rPr sz="3150" dirty="0">
                <a:solidFill>
                  <a:srgbClr val="000000"/>
                </a:solidFill>
              </a:rPr>
              <a:t>	</a:t>
            </a:r>
            <a:r>
              <a:rPr sz="3150" spc="-254" dirty="0">
                <a:solidFill>
                  <a:srgbClr val="000000"/>
                </a:solidFill>
              </a:rPr>
              <a:t>R</a:t>
            </a:r>
            <a:r>
              <a:rPr sz="3150" spc="-335" dirty="0">
                <a:solidFill>
                  <a:srgbClr val="000000"/>
                </a:solidFill>
              </a:rPr>
              <a:t> </a:t>
            </a:r>
            <a:r>
              <a:rPr sz="3150" spc="135" dirty="0">
                <a:solidFill>
                  <a:srgbClr val="000000"/>
                </a:solidFill>
              </a:rPr>
              <a:t>egistration </a:t>
            </a:r>
            <a:r>
              <a:rPr sz="3150" dirty="0">
                <a:solidFill>
                  <a:srgbClr val="000000"/>
                </a:solidFill>
              </a:rPr>
              <a:t>secure</a:t>
            </a:r>
            <a:r>
              <a:rPr sz="3150" spc="280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user</a:t>
            </a:r>
            <a:r>
              <a:rPr sz="3150" spc="305" dirty="0">
                <a:solidFill>
                  <a:srgbClr val="000000"/>
                </a:solidFill>
              </a:rPr>
              <a:t> </a:t>
            </a:r>
            <a:r>
              <a:rPr sz="3150" spc="135" dirty="0">
                <a:solidFill>
                  <a:srgbClr val="000000"/>
                </a:solidFill>
              </a:rPr>
              <a:t>authentication</a:t>
            </a:r>
            <a:r>
              <a:rPr sz="3150" spc="250" dirty="0">
                <a:solidFill>
                  <a:srgbClr val="000000"/>
                </a:solidFill>
              </a:rPr>
              <a:t> </a:t>
            </a:r>
            <a:r>
              <a:rPr sz="3150" dirty="0">
                <a:solidFill>
                  <a:srgbClr val="000000"/>
                </a:solidFill>
              </a:rPr>
              <a:t>and</a:t>
            </a:r>
            <a:r>
              <a:rPr sz="3150" spc="320" dirty="0">
                <a:solidFill>
                  <a:srgbClr val="000000"/>
                </a:solidFill>
              </a:rPr>
              <a:t> </a:t>
            </a:r>
            <a:r>
              <a:rPr sz="3150" spc="235" dirty="0">
                <a:solidFill>
                  <a:srgbClr val="000000"/>
                </a:solidFill>
              </a:rPr>
              <a:t>role-</a:t>
            </a:r>
            <a:r>
              <a:rPr sz="3150" dirty="0">
                <a:solidFill>
                  <a:srgbClr val="000000"/>
                </a:solidFill>
              </a:rPr>
              <a:t>based</a:t>
            </a:r>
            <a:r>
              <a:rPr sz="3150" spc="315" dirty="0">
                <a:solidFill>
                  <a:srgbClr val="000000"/>
                </a:solidFill>
              </a:rPr>
              <a:t> </a:t>
            </a:r>
            <a:r>
              <a:rPr sz="3150" spc="-10" dirty="0">
                <a:solidFill>
                  <a:srgbClr val="000000"/>
                </a:solidFill>
              </a:rPr>
              <a:t>access.</a:t>
            </a:r>
            <a:endParaRPr sz="3150"/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14334" y="2590568"/>
            <a:ext cx="206375" cy="2921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6478944" y="2464711"/>
            <a:ext cx="1805939" cy="508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50" spc="250" dirty="0">
                <a:latin typeface="Times New Roman"/>
                <a:cs typeface="Times New Roman"/>
              </a:rPr>
              <a:t>ortal</a:t>
            </a:r>
            <a:r>
              <a:rPr sz="3150" spc="385" dirty="0">
                <a:latin typeface="Times New Roman"/>
                <a:cs typeface="Times New Roman"/>
              </a:rPr>
              <a:t> </a:t>
            </a:r>
            <a:r>
              <a:rPr sz="3150" spc="-20" dirty="0">
                <a:latin typeface="Times New Roman"/>
                <a:cs typeface="Times New Roman"/>
              </a:rPr>
              <a:t>with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10783" y="4161832"/>
            <a:ext cx="15047594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marR="5080" indent="-565785">
              <a:lnSpc>
                <a:spcPct val="124300"/>
              </a:lnSpc>
              <a:spcBef>
                <a:spcPts val="95"/>
              </a:spcBef>
              <a:tabLst>
                <a:tab pos="577850" algn="l"/>
              </a:tabLst>
            </a:pPr>
            <a:r>
              <a:rPr sz="3150" spc="110" dirty="0">
                <a:latin typeface="Times New Roman"/>
                <a:cs typeface="Times New Roman"/>
              </a:rPr>
              <a:t>2</a:t>
            </a:r>
            <a:r>
              <a:rPr sz="3150" spc="-430" dirty="0">
                <a:latin typeface="Times New Roman"/>
                <a:cs typeface="Times New Roman"/>
              </a:rPr>
              <a:t> </a:t>
            </a:r>
            <a:r>
              <a:rPr sz="3150" spc="-50" dirty="0">
                <a:latin typeface="Times New Roman"/>
                <a:cs typeface="Times New Roman"/>
              </a:rPr>
              <a:t>.</a:t>
            </a:r>
            <a:r>
              <a:rPr sz="3150" dirty="0">
                <a:latin typeface="Times New Roman"/>
                <a:cs typeface="Times New Roman"/>
              </a:rPr>
              <a:t>	</a:t>
            </a:r>
            <a:r>
              <a:rPr sz="3150" spc="-20" dirty="0">
                <a:latin typeface="Times New Roman"/>
                <a:cs typeface="Times New Roman"/>
              </a:rPr>
              <a:t>To</a:t>
            </a:r>
            <a:r>
              <a:rPr sz="3150" spc="180" dirty="0">
                <a:latin typeface="Times New Roman"/>
                <a:cs typeface="Times New Roman"/>
              </a:rPr>
              <a:t> </a:t>
            </a:r>
            <a:r>
              <a:rPr sz="3150" spc="-160" dirty="0">
                <a:latin typeface="Times New Roman"/>
                <a:cs typeface="Times New Roman"/>
              </a:rPr>
              <a:t>im</a:t>
            </a:r>
            <a:r>
              <a:rPr sz="3150" spc="-360" dirty="0">
                <a:latin typeface="Times New Roman"/>
                <a:cs typeface="Times New Roman"/>
              </a:rPr>
              <a:t> </a:t>
            </a:r>
            <a:r>
              <a:rPr sz="3150" spc="-50" dirty="0">
                <a:latin typeface="Times New Roman"/>
                <a:cs typeface="Times New Roman"/>
              </a:rPr>
              <a:t>plem</a:t>
            </a:r>
            <a:r>
              <a:rPr sz="3150" spc="-360" dirty="0">
                <a:latin typeface="Times New Roman"/>
                <a:cs typeface="Times New Roman"/>
              </a:rPr>
              <a:t> </a:t>
            </a:r>
            <a:r>
              <a:rPr sz="3150" spc="80" dirty="0">
                <a:latin typeface="Times New Roman"/>
                <a:cs typeface="Times New Roman"/>
              </a:rPr>
              <a:t>ent</a:t>
            </a:r>
            <a:r>
              <a:rPr sz="3150" spc="290" dirty="0">
                <a:latin typeface="Times New Roman"/>
                <a:cs typeface="Times New Roman"/>
              </a:rPr>
              <a:t> </a:t>
            </a:r>
            <a:r>
              <a:rPr sz="3150" spc="100" dirty="0">
                <a:latin typeface="Times New Roman"/>
                <a:cs typeface="Times New Roman"/>
              </a:rPr>
              <a:t>online</a:t>
            </a:r>
            <a:r>
              <a:rPr sz="3150" spc="24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event</a:t>
            </a:r>
            <a:r>
              <a:rPr sz="3150" spc="295" dirty="0">
                <a:latin typeface="Times New Roman"/>
                <a:cs typeface="Times New Roman"/>
              </a:rPr>
              <a:t> </a:t>
            </a:r>
            <a:r>
              <a:rPr sz="3150" spc="135" dirty="0">
                <a:latin typeface="Times New Roman"/>
                <a:cs typeface="Times New Roman"/>
              </a:rPr>
              <a:t>creation,</a:t>
            </a:r>
            <a:r>
              <a:rPr sz="3150" spc="225" dirty="0">
                <a:latin typeface="Times New Roman"/>
                <a:cs typeface="Times New Roman"/>
              </a:rPr>
              <a:t> </a:t>
            </a:r>
            <a:r>
              <a:rPr sz="3150" spc="100" dirty="0">
                <a:latin typeface="Times New Roman"/>
                <a:cs typeface="Times New Roman"/>
              </a:rPr>
              <a:t>student</a:t>
            </a:r>
            <a:r>
              <a:rPr sz="3150" spc="375" dirty="0">
                <a:latin typeface="Times New Roman"/>
                <a:cs typeface="Times New Roman"/>
              </a:rPr>
              <a:t> </a:t>
            </a:r>
            <a:r>
              <a:rPr sz="3150" spc="180" dirty="0">
                <a:latin typeface="Times New Roman"/>
                <a:cs typeface="Times New Roman"/>
              </a:rPr>
              <a:t>registration,</a:t>
            </a:r>
            <a:r>
              <a:rPr sz="3150" spc="225" dirty="0">
                <a:latin typeface="Times New Roman"/>
                <a:cs typeface="Times New Roman"/>
              </a:rPr>
              <a:t> </a:t>
            </a:r>
            <a:r>
              <a:rPr sz="3150" spc="155" dirty="0">
                <a:latin typeface="Times New Roman"/>
                <a:cs typeface="Times New Roman"/>
              </a:rPr>
              <a:t>participant</a:t>
            </a:r>
            <a:r>
              <a:rPr sz="3150" spc="380" dirty="0">
                <a:latin typeface="Times New Roman"/>
                <a:cs typeface="Times New Roman"/>
              </a:rPr>
              <a:t> </a:t>
            </a:r>
            <a:r>
              <a:rPr sz="3150" spc="-665" dirty="0">
                <a:latin typeface="Times New Roman"/>
                <a:cs typeface="Times New Roman"/>
              </a:rPr>
              <a:t>m</a:t>
            </a:r>
            <a:r>
              <a:rPr sz="3150" spc="-365" dirty="0">
                <a:latin typeface="Times New Roman"/>
                <a:cs typeface="Times New Roman"/>
              </a:rPr>
              <a:t> </a:t>
            </a:r>
            <a:r>
              <a:rPr sz="3150" spc="-75" dirty="0">
                <a:latin typeface="Times New Roman"/>
                <a:cs typeface="Times New Roman"/>
              </a:rPr>
              <a:t>anagem</a:t>
            </a:r>
            <a:r>
              <a:rPr sz="3150" spc="-360" dirty="0">
                <a:latin typeface="Times New Roman"/>
                <a:cs typeface="Times New Roman"/>
              </a:rPr>
              <a:t> </a:t>
            </a:r>
            <a:r>
              <a:rPr sz="3150" spc="145" dirty="0">
                <a:latin typeface="Times New Roman"/>
                <a:cs typeface="Times New Roman"/>
              </a:rPr>
              <a:t>ent, </a:t>
            </a:r>
            <a:r>
              <a:rPr sz="3150" dirty="0">
                <a:latin typeface="Times New Roman"/>
                <a:cs typeface="Times New Roman"/>
              </a:rPr>
              <a:t>and</a:t>
            </a:r>
            <a:r>
              <a:rPr sz="3150" spc="325" dirty="0">
                <a:latin typeface="Times New Roman"/>
                <a:cs typeface="Times New Roman"/>
              </a:rPr>
              <a:t> </a:t>
            </a:r>
            <a:r>
              <a:rPr sz="3150" spc="-30" dirty="0">
                <a:latin typeface="Times New Roman"/>
                <a:cs typeface="Times New Roman"/>
              </a:rPr>
              <a:t>autom</a:t>
            </a:r>
            <a:r>
              <a:rPr sz="3150" spc="-345" dirty="0">
                <a:latin typeface="Times New Roman"/>
                <a:cs typeface="Times New Roman"/>
              </a:rPr>
              <a:t> </a:t>
            </a:r>
            <a:r>
              <a:rPr sz="3150" spc="100" dirty="0">
                <a:latin typeface="Times New Roman"/>
                <a:cs typeface="Times New Roman"/>
              </a:rPr>
              <a:t>ated</a:t>
            </a:r>
            <a:r>
              <a:rPr sz="3150" spc="325" dirty="0">
                <a:latin typeface="Times New Roman"/>
                <a:cs typeface="Times New Roman"/>
              </a:rPr>
              <a:t> </a:t>
            </a:r>
            <a:r>
              <a:rPr sz="3150" spc="140" dirty="0">
                <a:latin typeface="Times New Roman"/>
                <a:cs typeface="Times New Roman"/>
              </a:rPr>
              <a:t>notifications</a:t>
            </a:r>
            <a:r>
              <a:rPr sz="3150" spc="29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for</a:t>
            </a:r>
            <a:r>
              <a:rPr sz="3150" spc="315" dirty="0">
                <a:latin typeface="Times New Roman"/>
                <a:cs typeface="Times New Roman"/>
              </a:rPr>
              <a:t> </a:t>
            </a:r>
            <a:r>
              <a:rPr sz="3150" spc="125" dirty="0">
                <a:latin typeface="Times New Roman"/>
                <a:cs typeface="Times New Roman"/>
              </a:rPr>
              <a:t>efficient</a:t>
            </a:r>
            <a:r>
              <a:rPr sz="3150" spc="33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event</a:t>
            </a:r>
            <a:r>
              <a:rPr sz="3150" spc="335" dirty="0">
                <a:latin typeface="Times New Roman"/>
                <a:cs typeface="Times New Roman"/>
              </a:rPr>
              <a:t> </a:t>
            </a:r>
            <a:r>
              <a:rPr sz="3150" spc="60" dirty="0">
                <a:latin typeface="Times New Roman"/>
                <a:cs typeface="Times New Roman"/>
              </a:rPr>
              <a:t>coordination.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0719" y="4379408"/>
            <a:ext cx="1089025" cy="1089025"/>
          </a:xfrm>
          <a:custGeom>
            <a:avLst/>
            <a:gdLst/>
            <a:ahLst/>
            <a:cxnLst/>
            <a:rect l="l" t="t" r="r" b="b"/>
            <a:pathLst>
              <a:path w="1089025" h="1089025">
                <a:moveTo>
                  <a:pt x="544494" y="1088988"/>
                </a:moveTo>
                <a:lnTo>
                  <a:pt x="492055" y="1086495"/>
                </a:lnTo>
                <a:lnTo>
                  <a:pt x="441027" y="1079169"/>
                </a:lnTo>
                <a:lnTo>
                  <a:pt x="391638" y="1067240"/>
                </a:lnTo>
                <a:lnTo>
                  <a:pt x="344115" y="1050934"/>
                </a:lnTo>
                <a:lnTo>
                  <a:pt x="298686" y="1030478"/>
                </a:lnTo>
                <a:lnTo>
                  <a:pt x="255581" y="1006105"/>
                </a:lnTo>
                <a:lnTo>
                  <a:pt x="215027" y="978038"/>
                </a:lnTo>
                <a:lnTo>
                  <a:pt x="177252" y="946507"/>
                </a:lnTo>
                <a:lnTo>
                  <a:pt x="142485" y="911740"/>
                </a:lnTo>
                <a:lnTo>
                  <a:pt x="110953" y="873966"/>
                </a:lnTo>
                <a:lnTo>
                  <a:pt x="82885" y="833412"/>
                </a:lnTo>
                <a:lnTo>
                  <a:pt x="58510" y="790307"/>
                </a:lnTo>
                <a:lnTo>
                  <a:pt x="38055" y="744878"/>
                </a:lnTo>
                <a:lnTo>
                  <a:pt x="21747" y="697354"/>
                </a:lnTo>
                <a:lnTo>
                  <a:pt x="9818" y="647963"/>
                </a:lnTo>
                <a:lnTo>
                  <a:pt x="2492" y="596934"/>
                </a:lnTo>
                <a:lnTo>
                  <a:pt x="0" y="544493"/>
                </a:lnTo>
                <a:lnTo>
                  <a:pt x="2492" y="492053"/>
                </a:lnTo>
                <a:lnTo>
                  <a:pt x="9818" y="441023"/>
                </a:lnTo>
                <a:lnTo>
                  <a:pt x="21747" y="391632"/>
                </a:lnTo>
                <a:lnTo>
                  <a:pt x="38055" y="344108"/>
                </a:lnTo>
                <a:lnTo>
                  <a:pt x="58510" y="298680"/>
                </a:lnTo>
                <a:lnTo>
                  <a:pt x="82885" y="255574"/>
                </a:lnTo>
                <a:lnTo>
                  <a:pt x="110953" y="215020"/>
                </a:lnTo>
                <a:lnTo>
                  <a:pt x="142485" y="177247"/>
                </a:lnTo>
                <a:lnTo>
                  <a:pt x="177252" y="142479"/>
                </a:lnTo>
                <a:lnTo>
                  <a:pt x="215027" y="110948"/>
                </a:lnTo>
                <a:lnTo>
                  <a:pt x="255581" y="82882"/>
                </a:lnTo>
                <a:lnTo>
                  <a:pt x="298686" y="58508"/>
                </a:lnTo>
                <a:lnTo>
                  <a:pt x="344115" y="38053"/>
                </a:lnTo>
                <a:lnTo>
                  <a:pt x="391638" y="21746"/>
                </a:lnTo>
                <a:lnTo>
                  <a:pt x="441027" y="9817"/>
                </a:lnTo>
                <a:lnTo>
                  <a:pt x="492055" y="2492"/>
                </a:lnTo>
                <a:lnTo>
                  <a:pt x="544494" y="0"/>
                </a:lnTo>
                <a:lnTo>
                  <a:pt x="596934" y="2492"/>
                </a:lnTo>
                <a:lnTo>
                  <a:pt x="647963" y="9817"/>
                </a:lnTo>
                <a:lnTo>
                  <a:pt x="697355" y="21746"/>
                </a:lnTo>
                <a:lnTo>
                  <a:pt x="744878" y="38053"/>
                </a:lnTo>
                <a:lnTo>
                  <a:pt x="790307" y="58508"/>
                </a:lnTo>
                <a:lnTo>
                  <a:pt x="833412" y="82882"/>
                </a:lnTo>
                <a:lnTo>
                  <a:pt x="873966" y="110948"/>
                </a:lnTo>
                <a:lnTo>
                  <a:pt x="911740" y="142479"/>
                </a:lnTo>
                <a:lnTo>
                  <a:pt x="946507" y="177247"/>
                </a:lnTo>
                <a:lnTo>
                  <a:pt x="978038" y="215020"/>
                </a:lnTo>
                <a:lnTo>
                  <a:pt x="1006105" y="255574"/>
                </a:lnTo>
                <a:lnTo>
                  <a:pt x="1030479" y="298680"/>
                </a:lnTo>
                <a:lnTo>
                  <a:pt x="1050934" y="344108"/>
                </a:lnTo>
                <a:lnTo>
                  <a:pt x="1067240" y="391632"/>
                </a:lnTo>
                <a:lnTo>
                  <a:pt x="1079170" y="441023"/>
                </a:lnTo>
                <a:lnTo>
                  <a:pt x="1086495" y="492053"/>
                </a:lnTo>
                <a:lnTo>
                  <a:pt x="1088987" y="544493"/>
                </a:lnTo>
                <a:lnTo>
                  <a:pt x="1086495" y="596934"/>
                </a:lnTo>
                <a:lnTo>
                  <a:pt x="1079170" y="647963"/>
                </a:lnTo>
                <a:lnTo>
                  <a:pt x="1067240" y="697354"/>
                </a:lnTo>
                <a:lnTo>
                  <a:pt x="1050934" y="744878"/>
                </a:lnTo>
                <a:lnTo>
                  <a:pt x="1030479" y="790307"/>
                </a:lnTo>
                <a:lnTo>
                  <a:pt x="1006105" y="833412"/>
                </a:lnTo>
                <a:lnTo>
                  <a:pt x="978038" y="873966"/>
                </a:lnTo>
                <a:lnTo>
                  <a:pt x="946507" y="911740"/>
                </a:lnTo>
                <a:lnTo>
                  <a:pt x="911740" y="946507"/>
                </a:lnTo>
                <a:lnTo>
                  <a:pt x="873966" y="978038"/>
                </a:lnTo>
                <a:lnTo>
                  <a:pt x="833412" y="1006105"/>
                </a:lnTo>
                <a:lnTo>
                  <a:pt x="790307" y="1030478"/>
                </a:lnTo>
                <a:lnTo>
                  <a:pt x="744878" y="1050934"/>
                </a:lnTo>
                <a:lnTo>
                  <a:pt x="697355" y="1067240"/>
                </a:lnTo>
                <a:lnTo>
                  <a:pt x="647963" y="1079169"/>
                </a:lnTo>
                <a:lnTo>
                  <a:pt x="596934" y="1086495"/>
                </a:lnTo>
                <a:lnTo>
                  <a:pt x="544494" y="108898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104" y="364727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0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8"/>
                </a:lnTo>
                <a:lnTo>
                  <a:pt x="99521" y="526307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7"/>
                </a:lnTo>
                <a:lnTo>
                  <a:pt x="493781" y="490368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0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33335" y="3725405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1451" y="4113981"/>
            <a:ext cx="12932410" cy="14109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83485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2483485" algn="l"/>
              </a:tabLst>
            </a:pPr>
            <a:r>
              <a:rPr sz="2950" spc="-335" dirty="0">
                <a:latin typeface="Times New Roman"/>
                <a:cs typeface="Times New Roman"/>
              </a:rPr>
              <a:t>Admin</a:t>
            </a:r>
            <a:r>
              <a:rPr sz="2950" spc="-114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can</a:t>
            </a:r>
            <a:r>
              <a:rPr sz="2950" spc="-120" dirty="0">
                <a:latin typeface="Times New Roman"/>
                <a:cs typeface="Times New Roman"/>
              </a:rPr>
              <a:t> </a:t>
            </a:r>
            <a:r>
              <a:rPr sz="2950" spc="-114" dirty="0">
                <a:latin typeface="Times New Roman"/>
                <a:cs typeface="Times New Roman"/>
              </a:rPr>
              <a:t>create,</a:t>
            </a:r>
            <a:r>
              <a:rPr sz="2950" spc="-40" dirty="0">
                <a:latin typeface="Times New Roman"/>
                <a:cs typeface="Times New Roman"/>
              </a:rPr>
              <a:t> </a:t>
            </a:r>
            <a:r>
              <a:rPr sz="2950" spc="-160" dirty="0">
                <a:latin typeface="Times New Roman"/>
                <a:cs typeface="Times New Roman"/>
              </a:rPr>
              <a:t>update,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and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310" dirty="0">
                <a:latin typeface="Times New Roman"/>
                <a:cs typeface="Times New Roman"/>
              </a:rPr>
              <a:t>manage</a:t>
            </a:r>
            <a:r>
              <a:rPr sz="2950" spc="-190" dirty="0">
                <a:latin typeface="Times New Roman"/>
                <a:cs typeface="Times New Roman"/>
              </a:rPr>
              <a:t> </a:t>
            </a:r>
            <a:r>
              <a:rPr sz="2950" spc="-225" dirty="0">
                <a:latin typeface="Times New Roman"/>
                <a:cs typeface="Times New Roman"/>
              </a:rPr>
              <a:t>events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and</a:t>
            </a:r>
            <a:r>
              <a:rPr sz="2950" spc="-135" dirty="0">
                <a:latin typeface="Times New Roman"/>
                <a:cs typeface="Times New Roman"/>
              </a:rPr>
              <a:t> </a:t>
            </a:r>
            <a:r>
              <a:rPr sz="2950" spc="-114" dirty="0">
                <a:latin typeface="Times New Roman"/>
                <a:cs typeface="Times New Roman"/>
              </a:rPr>
              <a:t>participant</a:t>
            </a:r>
            <a:r>
              <a:rPr sz="2950" spc="-4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details.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950" spc="65" dirty="0">
                <a:solidFill>
                  <a:srgbClr val="FFFDFD"/>
                </a:solidFill>
                <a:latin typeface="Times New Roman"/>
                <a:cs typeface="Times New Roman"/>
              </a:rPr>
              <a:t>4</a:t>
            </a:r>
            <a:endParaRPr sz="2950">
              <a:latin typeface="Times New Roman"/>
              <a:cs typeface="Times New Roman"/>
            </a:endParaRPr>
          </a:p>
          <a:p>
            <a:pPr marL="2483485" indent="-565150">
              <a:lnSpc>
                <a:spcPct val="100000"/>
              </a:lnSpc>
              <a:spcBef>
                <a:spcPts val="170"/>
              </a:spcBef>
              <a:buSzPct val="103389"/>
              <a:buChar char="•"/>
              <a:tabLst>
                <a:tab pos="2483485" algn="l"/>
              </a:tabLst>
            </a:pPr>
            <a:r>
              <a:rPr sz="2950" spc="-345" dirty="0">
                <a:latin typeface="Times New Roman"/>
                <a:cs typeface="Times New Roman"/>
              </a:rPr>
              <a:t>The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spc="-260" dirty="0">
                <a:latin typeface="Times New Roman"/>
                <a:cs typeface="Times New Roman"/>
              </a:rPr>
              <a:t>system</a:t>
            </a:r>
            <a:r>
              <a:rPr sz="2950" spc="-165" dirty="0">
                <a:latin typeface="Times New Roman"/>
                <a:cs typeface="Times New Roman"/>
              </a:rPr>
              <a:t> </a:t>
            </a:r>
            <a:r>
              <a:rPr sz="2950" spc="-140" dirty="0">
                <a:latin typeface="Times New Roman"/>
                <a:cs typeface="Times New Roman"/>
              </a:rPr>
              <a:t>tracks</a:t>
            </a:r>
            <a:r>
              <a:rPr sz="2950" spc="-85" dirty="0">
                <a:latin typeface="Times New Roman"/>
                <a:cs typeface="Times New Roman"/>
              </a:rPr>
              <a:t> </a:t>
            </a:r>
            <a:r>
              <a:rPr sz="2950" spc="-140" dirty="0">
                <a:latin typeface="Times New Roman"/>
                <a:cs typeface="Times New Roman"/>
              </a:rPr>
              <a:t>registrations</a:t>
            </a:r>
            <a:r>
              <a:rPr sz="2950" spc="-180" dirty="0">
                <a:latin typeface="Times New Roman"/>
                <a:cs typeface="Times New Roman"/>
              </a:rPr>
              <a:t> </a:t>
            </a:r>
            <a:r>
              <a:rPr sz="2950" spc="-229" dirty="0">
                <a:latin typeface="Times New Roman"/>
                <a:cs typeface="Times New Roman"/>
              </a:rPr>
              <a:t>and</a:t>
            </a:r>
            <a:r>
              <a:rPr sz="2950" spc="-120" dirty="0">
                <a:latin typeface="Times New Roman"/>
                <a:cs typeface="Times New Roman"/>
              </a:rPr>
              <a:t> </a:t>
            </a:r>
            <a:r>
              <a:rPr sz="2950" spc="-175" dirty="0">
                <a:latin typeface="Times New Roman"/>
                <a:cs typeface="Times New Roman"/>
              </a:rPr>
              <a:t>maintains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spc="-105" dirty="0">
                <a:latin typeface="Times New Roman"/>
                <a:cs typeface="Times New Roman"/>
              </a:rPr>
              <a:t>participant</a:t>
            </a:r>
            <a:r>
              <a:rPr sz="2950" spc="-120" dirty="0">
                <a:latin typeface="Times New Roman"/>
                <a:cs typeface="Times New Roman"/>
              </a:rPr>
              <a:t> </a:t>
            </a:r>
            <a:r>
              <a:rPr sz="2950" spc="-229" dirty="0">
                <a:latin typeface="Times New Roman"/>
                <a:cs typeface="Times New Roman"/>
              </a:rPr>
              <a:t>records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spc="-70" dirty="0">
                <a:latin typeface="Times New Roman"/>
                <a:cs typeface="Times New Roman"/>
              </a:rPr>
              <a:t>automatically.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7104" y="2179651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33335" y="225948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47104" y="5600752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33335" y="5672990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7104" y="2913462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0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0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33335" y="299244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47104" y="706502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33335" y="713891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47104" y="633456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33335" y="640595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47104" y="779883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0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33335" y="7871876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47104" y="853264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2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33335" y="8604838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675166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4" h="472440">
                <a:moveTo>
                  <a:pt x="74258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9" y="203200"/>
                </a:lnTo>
                <a:lnTo>
                  <a:pt x="646" y="190500"/>
                </a:lnTo>
                <a:lnTo>
                  <a:pt x="1191" y="180340"/>
                </a:lnTo>
                <a:lnTo>
                  <a:pt x="1880" y="168910"/>
                </a:lnTo>
                <a:lnTo>
                  <a:pt x="1958" y="167640"/>
                </a:lnTo>
                <a:lnTo>
                  <a:pt x="2036" y="166370"/>
                </a:lnTo>
                <a:lnTo>
                  <a:pt x="2865" y="156210"/>
                </a:lnTo>
                <a:lnTo>
                  <a:pt x="3839" y="14478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3" y="16510"/>
                </a:lnTo>
                <a:lnTo>
                  <a:pt x="44416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6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3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2" y="30480"/>
                </a:lnTo>
                <a:lnTo>
                  <a:pt x="172073" y="36830"/>
                </a:lnTo>
                <a:lnTo>
                  <a:pt x="233260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8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2" y="104759"/>
                </a:lnTo>
                <a:lnTo>
                  <a:pt x="44312" y="110490"/>
                </a:lnTo>
                <a:lnTo>
                  <a:pt x="44253" y="110953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3" y="160020"/>
                </a:lnTo>
                <a:lnTo>
                  <a:pt x="29049" y="166370"/>
                </a:lnTo>
                <a:lnTo>
                  <a:pt x="28925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0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7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1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6" y="463550"/>
                </a:lnTo>
                <a:lnTo>
                  <a:pt x="80993" y="468630"/>
                </a:lnTo>
                <a:lnTo>
                  <a:pt x="74258" y="472440"/>
                </a:lnTo>
                <a:close/>
              </a:path>
              <a:path w="337184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40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4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4" h="472440">
                <a:moveTo>
                  <a:pt x="172073" y="36830"/>
                </a:moveTo>
                <a:lnTo>
                  <a:pt x="170312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4" h="472440">
                <a:moveTo>
                  <a:pt x="304175" y="46990"/>
                </a:moveTo>
                <a:lnTo>
                  <a:pt x="244658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7" y="41910"/>
                </a:lnTo>
                <a:lnTo>
                  <a:pt x="252740" y="36830"/>
                </a:lnTo>
                <a:lnTo>
                  <a:pt x="243829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3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4" h="472440">
                <a:moveTo>
                  <a:pt x="233260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60" y="36830"/>
                </a:lnTo>
                <a:close/>
              </a:path>
              <a:path w="337184" h="472440">
                <a:moveTo>
                  <a:pt x="244658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9" y="34290"/>
                </a:lnTo>
                <a:lnTo>
                  <a:pt x="252740" y="36830"/>
                </a:lnTo>
                <a:lnTo>
                  <a:pt x="250927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8" y="46990"/>
                </a:lnTo>
                <a:close/>
              </a:path>
              <a:path w="337184" h="472440">
                <a:moveTo>
                  <a:pt x="45522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2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4" y="69850"/>
                </a:lnTo>
                <a:lnTo>
                  <a:pt x="50374" y="83820"/>
                </a:lnTo>
                <a:lnTo>
                  <a:pt x="46993" y="97790"/>
                </a:lnTo>
                <a:lnTo>
                  <a:pt x="45522" y="104759"/>
                </a:lnTo>
                <a:close/>
              </a:path>
              <a:path w="337184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3"/>
                </a:lnTo>
                <a:lnTo>
                  <a:pt x="46799" y="107950"/>
                </a:lnTo>
                <a:lnTo>
                  <a:pt x="45522" y="104759"/>
                </a:lnTo>
                <a:lnTo>
                  <a:pt x="46993" y="97790"/>
                </a:lnTo>
                <a:lnTo>
                  <a:pt x="50374" y="83820"/>
                </a:lnTo>
                <a:lnTo>
                  <a:pt x="54454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2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7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6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4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5" y="167640"/>
                </a:lnTo>
                <a:lnTo>
                  <a:pt x="34267" y="129540"/>
                </a:lnTo>
                <a:lnTo>
                  <a:pt x="44253" y="110953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4" h="472440">
                <a:moveTo>
                  <a:pt x="308610" y="243840"/>
                </a:moveTo>
                <a:lnTo>
                  <a:pt x="170422" y="243840"/>
                </a:lnTo>
                <a:lnTo>
                  <a:pt x="178990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6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0" y="243840"/>
                </a:lnTo>
                <a:close/>
              </a:path>
              <a:path w="337184" h="472440">
                <a:moveTo>
                  <a:pt x="181622" y="323850"/>
                </a:moveTo>
                <a:lnTo>
                  <a:pt x="155870" y="323850"/>
                </a:lnTo>
                <a:lnTo>
                  <a:pt x="128243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38496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0" y="0"/>
                </a:lnTo>
                <a:lnTo>
                  <a:pt x="79308" y="0"/>
                </a:lnTo>
                <a:lnTo>
                  <a:pt x="82728" y="2540"/>
                </a:lnTo>
                <a:lnTo>
                  <a:pt x="84998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20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3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6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2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9" y="243840"/>
                </a:lnTo>
                <a:lnTo>
                  <a:pt x="308895" y="243840"/>
                </a:lnTo>
                <a:lnTo>
                  <a:pt x="268683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5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5" y="325120"/>
                </a:lnTo>
                <a:lnTo>
                  <a:pt x="103030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0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8" y="10126"/>
                </a:lnTo>
                <a:lnTo>
                  <a:pt x="96247" y="8890"/>
                </a:lnTo>
                <a:lnTo>
                  <a:pt x="105562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2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2576" y="125730"/>
                </a:lnTo>
                <a:lnTo>
                  <a:pt x="43470" y="11811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2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7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3" y="124460"/>
                </a:lnTo>
                <a:lnTo>
                  <a:pt x="163395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6" y="134620"/>
                </a:lnTo>
                <a:lnTo>
                  <a:pt x="137853" y="137160"/>
                </a:lnTo>
                <a:lnTo>
                  <a:pt x="133553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2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70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2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2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4" y="180340"/>
                </a:lnTo>
                <a:lnTo>
                  <a:pt x="225824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3" y="124460"/>
                </a:lnTo>
                <a:lnTo>
                  <a:pt x="337149" y="129540"/>
                </a:lnTo>
                <a:lnTo>
                  <a:pt x="337246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5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7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1" y="435610"/>
                </a:lnTo>
                <a:lnTo>
                  <a:pt x="192466" y="429260"/>
                </a:lnTo>
                <a:lnTo>
                  <a:pt x="185880" y="421640"/>
                </a:lnTo>
                <a:lnTo>
                  <a:pt x="178944" y="414020"/>
                </a:lnTo>
                <a:lnTo>
                  <a:pt x="171813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5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70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7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26996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55820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4" h="472440">
                <a:moveTo>
                  <a:pt x="74258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9" y="203200"/>
                </a:lnTo>
                <a:lnTo>
                  <a:pt x="2865" y="156210"/>
                </a:lnTo>
                <a:lnTo>
                  <a:pt x="8253" y="107950"/>
                </a:lnTo>
                <a:lnTo>
                  <a:pt x="15208" y="6477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3" y="16510"/>
                </a:lnTo>
                <a:lnTo>
                  <a:pt x="44416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6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3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2" y="30480"/>
                </a:lnTo>
                <a:lnTo>
                  <a:pt x="172073" y="36830"/>
                </a:lnTo>
                <a:lnTo>
                  <a:pt x="233260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8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2" y="104759"/>
                </a:lnTo>
                <a:lnTo>
                  <a:pt x="44312" y="110490"/>
                </a:lnTo>
                <a:lnTo>
                  <a:pt x="44253" y="110953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3" y="160020"/>
                </a:lnTo>
                <a:lnTo>
                  <a:pt x="28925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0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7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1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6" y="463550"/>
                </a:lnTo>
                <a:lnTo>
                  <a:pt x="80993" y="468630"/>
                </a:lnTo>
                <a:lnTo>
                  <a:pt x="74258" y="472440"/>
                </a:lnTo>
                <a:close/>
              </a:path>
              <a:path w="337184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40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4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4" h="472440">
                <a:moveTo>
                  <a:pt x="172073" y="36830"/>
                </a:moveTo>
                <a:lnTo>
                  <a:pt x="170312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4" h="472440">
                <a:moveTo>
                  <a:pt x="304175" y="46990"/>
                </a:moveTo>
                <a:lnTo>
                  <a:pt x="244658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7" y="41910"/>
                </a:lnTo>
                <a:lnTo>
                  <a:pt x="252740" y="36830"/>
                </a:lnTo>
                <a:lnTo>
                  <a:pt x="243829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3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4" h="472440">
                <a:moveTo>
                  <a:pt x="233260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60" y="36830"/>
                </a:lnTo>
                <a:close/>
              </a:path>
              <a:path w="337184" h="472440">
                <a:moveTo>
                  <a:pt x="244658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9" y="34290"/>
                </a:lnTo>
                <a:lnTo>
                  <a:pt x="252740" y="36830"/>
                </a:lnTo>
                <a:lnTo>
                  <a:pt x="250927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8" y="46990"/>
                </a:lnTo>
                <a:close/>
              </a:path>
              <a:path w="337184" h="472440">
                <a:moveTo>
                  <a:pt x="45522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2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4" y="69850"/>
                </a:lnTo>
                <a:lnTo>
                  <a:pt x="50374" y="83820"/>
                </a:lnTo>
                <a:lnTo>
                  <a:pt x="46993" y="97790"/>
                </a:lnTo>
                <a:lnTo>
                  <a:pt x="45522" y="104759"/>
                </a:lnTo>
                <a:close/>
              </a:path>
              <a:path w="337184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3"/>
                </a:lnTo>
                <a:lnTo>
                  <a:pt x="46799" y="107950"/>
                </a:lnTo>
                <a:lnTo>
                  <a:pt x="45522" y="104759"/>
                </a:lnTo>
                <a:lnTo>
                  <a:pt x="46993" y="97790"/>
                </a:lnTo>
                <a:lnTo>
                  <a:pt x="50374" y="83820"/>
                </a:lnTo>
                <a:lnTo>
                  <a:pt x="54454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2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7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6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4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5" y="167640"/>
                </a:lnTo>
                <a:lnTo>
                  <a:pt x="34267" y="129540"/>
                </a:lnTo>
                <a:lnTo>
                  <a:pt x="44253" y="110953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4" h="472440">
                <a:moveTo>
                  <a:pt x="308610" y="243840"/>
                </a:moveTo>
                <a:lnTo>
                  <a:pt x="170422" y="243840"/>
                </a:lnTo>
                <a:lnTo>
                  <a:pt x="178990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6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0" y="243840"/>
                </a:lnTo>
                <a:close/>
              </a:path>
              <a:path w="337184" h="472440">
                <a:moveTo>
                  <a:pt x="181622" y="323850"/>
                </a:moveTo>
                <a:lnTo>
                  <a:pt x="155870" y="323850"/>
                </a:lnTo>
                <a:lnTo>
                  <a:pt x="128243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43724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25" y="235481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7326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8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1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2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2" y="347980"/>
                </a:lnTo>
                <a:lnTo>
                  <a:pt x="157628" y="342900"/>
                </a:lnTo>
                <a:lnTo>
                  <a:pt x="152551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6" y="302260"/>
                </a:lnTo>
                <a:lnTo>
                  <a:pt x="103689" y="294640"/>
                </a:lnTo>
                <a:lnTo>
                  <a:pt x="94499" y="287020"/>
                </a:lnTo>
                <a:lnTo>
                  <a:pt x="85037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0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7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69" y="88900"/>
                </a:lnTo>
                <a:lnTo>
                  <a:pt x="30803" y="127000"/>
                </a:lnTo>
                <a:lnTo>
                  <a:pt x="29245" y="138430"/>
                </a:lnTo>
                <a:lnTo>
                  <a:pt x="29175" y="1397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0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3" y="218440"/>
                </a:lnTo>
                <a:lnTo>
                  <a:pt x="192392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8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8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5" y="139700"/>
                </a:lnTo>
                <a:lnTo>
                  <a:pt x="29383" y="135890"/>
                </a:lnTo>
                <a:lnTo>
                  <a:pt x="29453" y="134620"/>
                </a:lnTo>
                <a:lnTo>
                  <a:pt x="42043" y="9525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0" y="99060"/>
                </a:lnTo>
                <a:lnTo>
                  <a:pt x="44529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89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2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4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4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2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29" y="105410"/>
                </a:lnTo>
                <a:lnTo>
                  <a:pt x="47430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5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7" y="116840"/>
                </a:lnTo>
                <a:lnTo>
                  <a:pt x="134055" y="142240"/>
                </a:lnTo>
                <a:lnTo>
                  <a:pt x="134055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1" y="147320"/>
                </a:moveTo>
                <a:lnTo>
                  <a:pt x="244719" y="147320"/>
                </a:lnTo>
                <a:lnTo>
                  <a:pt x="239435" y="143510"/>
                </a:lnTo>
                <a:lnTo>
                  <a:pt x="228762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8" y="120650"/>
                </a:lnTo>
                <a:lnTo>
                  <a:pt x="190527" y="118110"/>
                </a:lnTo>
                <a:lnTo>
                  <a:pt x="185657" y="118110"/>
                </a:lnTo>
                <a:lnTo>
                  <a:pt x="180787" y="116840"/>
                </a:lnTo>
                <a:lnTo>
                  <a:pt x="175606" y="115570"/>
                </a:lnTo>
                <a:lnTo>
                  <a:pt x="281200" y="115570"/>
                </a:lnTo>
                <a:lnTo>
                  <a:pt x="255910" y="144780"/>
                </a:lnTo>
                <a:lnTo>
                  <a:pt x="250211" y="147320"/>
                </a:lnTo>
                <a:close/>
              </a:path>
              <a:path w="287654" h="468630">
                <a:moveTo>
                  <a:pt x="155504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8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7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0" y="398780"/>
                </a:lnTo>
                <a:lnTo>
                  <a:pt x="120481" y="400050"/>
                </a:lnTo>
                <a:lnTo>
                  <a:pt x="78412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0" y="412750"/>
                </a:lnTo>
                <a:lnTo>
                  <a:pt x="76392" y="412750"/>
                </a:lnTo>
                <a:lnTo>
                  <a:pt x="78257" y="414020"/>
                </a:lnTo>
                <a:lnTo>
                  <a:pt x="80796" y="415290"/>
                </a:lnTo>
                <a:lnTo>
                  <a:pt x="268165" y="415290"/>
                </a:lnTo>
                <a:lnTo>
                  <a:pt x="263176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19" y="459740"/>
                </a:lnTo>
                <a:lnTo>
                  <a:pt x="192690" y="463550"/>
                </a:lnTo>
                <a:lnTo>
                  <a:pt x="180528" y="466090"/>
                </a:lnTo>
                <a:lnTo>
                  <a:pt x="155504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7" y="414020"/>
                </a:lnTo>
                <a:lnTo>
                  <a:pt x="76392" y="412750"/>
                </a:lnTo>
                <a:lnTo>
                  <a:pt x="74630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2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1" y="403860"/>
                </a:lnTo>
                <a:lnTo>
                  <a:pt x="85199" y="406400"/>
                </a:lnTo>
                <a:lnTo>
                  <a:pt x="85717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29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2" y="400050"/>
                </a:lnTo>
                <a:lnTo>
                  <a:pt x="120481" y="400050"/>
                </a:lnTo>
                <a:lnTo>
                  <a:pt x="123383" y="402590"/>
                </a:lnTo>
                <a:lnTo>
                  <a:pt x="83852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1" y="403860"/>
                </a:moveTo>
                <a:lnTo>
                  <a:pt x="81884" y="403860"/>
                </a:lnTo>
                <a:lnTo>
                  <a:pt x="83852" y="402590"/>
                </a:lnTo>
                <a:lnTo>
                  <a:pt x="84301" y="403860"/>
                </a:lnTo>
                <a:close/>
              </a:path>
              <a:path w="287654" h="468630">
                <a:moveTo>
                  <a:pt x="268165" y="415290"/>
                </a:moveTo>
                <a:lnTo>
                  <a:pt x="84008" y="415290"/>
                </a:lnTo>
                <a:lnTo>
                  <a:pt x="84629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7" y="408940"/>
                </a:lnTo>
                <a:lnTo>
                  <a:pt x="85199" y="406400"/>
                </a:lnTo>
                <a:lnTo>
                  <a:pt x="83852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3" y="405130"/>
                </a:lnTo>
                <a:lnTo>
                  <a:pt x="275398" y="405130"/>
                </a:lnTo>
                <a:lnTo>
                  <a:pt x="270161" y="412750"/>
                </a:lnTo>
                <a:lnTo>
                  <a:pt x="268165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3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107528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833" y="13208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444" y="106680"/>
                </a:lnTo>
                <a:lnTo>
                  <a:pt x="17124" y="64770"/>
                </a:lnTo>
                <a:lnTo>
                  <a:pt x="50754" y="3302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1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5" y="195580"/>
                </a:lnTo>
                <a:lnTo>
                  <a:pt x="177136" y="201930"/>
                </a:lnTo>
                <a:lnTo>
                  <a:pt x="180814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4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49893" y="7112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1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0" y="342900"/>
                </a:lnTo>
                <a:lnTo>
                  <a:pt x="454" y="331470"/>
                </a:lnTo>
                <a:lnTo>
                  <a:pt x="12383" y="287020"/>
                </a:lnTo>
                <a:lnTo>
                  <a:pt x="35882" y="255270"/>
                </a:lnTo>
                <a:lnTo>
                  <a:pt x="68907" y="23114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9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1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4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90" y="408940"/>
                </a:lnTo>
                <a:lnTo>
                  <a:pt x="252129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5" y="295910"/>
                </a:lnTo>
                <a:lnTo>
                  <a:pt x="306140" y="294640"/>
                </a:lnTo>
                <a:lnTo>
                  <a:pt x="312669" y="298450"/>
                </a:lnTo>
                <a:lnTo>
                  <a:pt x="318653" y="302260"/>
                </a:lnTo>
                <a:lnTo>
                  <a:pt x="322927" y="308610"/>
                </a:lnTo>
                <a:lnTo>
                  <a:pt x="325492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484905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4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6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4474" y="68018"/>
                </a:lnTo>
                <a:lnTo>
                  <a:pt x="20349" y="42846"/>
                </a:lnTo>
                <a:lnTo>
                  <a:pt x="20455" y="42431"/>
                </a:lnTo>
                <a:lnTo>
                  <a:pt x="44131" y="12278"/>
                </a:lnTo>
                <a:lnTo>
                  <a:pt x="61904" y="4196"/>
                </a:lnTo>
                <a:lnTo>
                  <a:pt x="62196" y="4196"/>
                </a:lnTo>
                <a:lnTo>
                  <a:pt x="68015" y="3108"/>
                </a:lnTo>
                <a:lnTo>
                  <a:pt x="78480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8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48172" y="42846"/>
                </a:lnTo>
                <a:lnTo>
                  <a:pt x="45238" y="48959"/>
                </a:lnTo>
                <a:lnTo>
                  <a:pt x="42370" y="55487"/>
                </a:lnTo>
                <a:lnTo>
                  <a:pt x="40455" y="62015"/>
                </a:lnTo>
                <a:lnTo>
                  <a:pt x="40349" y="62378"/>
                </a:lnTo>
                <a:lnTo>
                  <a:pt x="39313" y="69320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27501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1" y="147655"/>
                </a:lnTo>
                <a:lnTo>
                  <a:pt x="33174" y="147811"/>
                </a:lnTo>
                <a:lnTo>
                  <a:pt x="129306" y="147811"/>
                </a:lnTo>
                <a:lnTo>
                  <a:pt x="125472" y="153613"/>
                </a:lnTo>
                <a:lnTo>
                  <a:pt x="122467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70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1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1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1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1019" y="132890"/>
                </a:lnTo>
                <a:lnTo>
                  <a:pt x="31096" y="132579"/>
                </a:lnTo>
                <a:lnTo>
                  <a:pt x="31153" y="132346"/>
                </a:lnTo>
                <a:lnTo>
                  <a:pt x="32349" y="125429"/>
                </a:lnTo>
                <a:lnTo>
                  <a:pt x="32834" y="120883"/>
                </a:lnTo>
                <a:lnTo>
                  <a:pt x="33696" y="112114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0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3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41074" y="108177"/>
                </a:lnTo>
                <a:lnTo>
                  <a:pt x="40908" y="109984"/>
                </a:lnTo>
                <a:lnTo>
                  <a:pt x="40799" y="111169"/>
                </a:lnTo>
                <a:lnTo>
                  <a:pt x="40712" y="112114"/>
                </a:lnTo>
                <a:lnTo>
                  <a:pt x="40232" y="118435"/>
                </a:lnTo>
                <a:lnTo>
                  <a:pt x="40132" y="119746"/>
                </a:lnTo>
                <a:lnTo>
                  <a:pt x="40061" y="120883"/>
                </a:lnTo>
                <a:lnTo>
                  <a:pt x="39943" y="123214"/>
                </a:lnTo>
                <a:lnTo>
                  <a:pt x="39857" y="125429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6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3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9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3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4" y="119368"/>
                </a:lnTo>
                <a:lnTo>
                  <a:pt x="171218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6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41368" y="200501"/>
                </a:lnTo>
                <a:lnTo>
                  <a:pt x="231732" y="159118"/>
                </a:lnTo>
                <a:lnTo>
                  <a:pt x="203911" y="125429"/>
                </a:lnTo>
                <a:lnTo>
                  <a:pt x="177954" y="119368"/>
                </a:lnTo>
                <a:lnTo>
                  <a:pt x="332194" y="119368"/>
                </a:lnTo>
                <a:lnTo>
                  <a:pt x="333459" y="123214"/>
                </a:lnTo>
                <a:lnTo>
                  <a:pt x="339928" y="160430"/>
                </a:lnTo>
                <a:lnTo>
                  <a:pt x="342004" y="200501"/>
                </a:lnTo>
                <a:lnTo>
                  <a:pt x="341981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2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2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10008828" y="524722"/>
            <a:ext cx="2167255" cy="468630"/>
            <a:chOff x="10008828" y="524722"/>
            <a:chExt cx="2167255" cy="468630"/>
          </a:xfrm>
        </p:grpSpPr>
        <p:sp>
          <p:nvSpPr>
            <p:cNvPr id="30" name="object 30"/>
            <p:cNvSpPr/>
            <p:nvPr/>
          </p:nvSpPr>
          <p:spPr>
            <a:xfrm>
              <a:off x="10008819" y="524731"/>
              <a:ext cx="1676400" cy="468630"/>
            </a:xfrm>
            <a:custGeom>
              <a:avLst/>
              <a:gdLst/>
              <a:ahLst/>
              <a:cxnLst/>
              <a:rect l="l" t="t" r="r" b="b"/>
              <a:pathLst>
                <a:path w="1676400" h="468630">
                  <a:moveTo>
                    <a:pt x="287553" y="359410"/>
                  </a:moveTo>
                  <a:lnTo>
                    <a:pt x="278765" y="320040"/>
                  </a:lnTo>
                  <a:lnTo>
                    <a:pt x="256997" y="284480"/>
                  </a:lnTo>
                  <a:lnTo>
                    <a:pt x="229806" y="254000"/>
                  </a:lnTo>
                  <a:lnTo>
                    <a:pt x="222758" y="247650"/>
                  </a:lnTo>
                  <a:lnTo>
                    <a:pt x="216090" y="241300"/>
                  </a:lnTo>
                  <a:lnTo>
                    <a:pt x="209778" y="236220"/>
                  </a:lnTo>
                  <a:lnTo>
                    <a:pt x="203847" y="229870"/>
                  </a:lnTo>
                  <a:lnTo>
                    <a:pt x="200634" y="227330"/>
                  </a:lnTo>
                  <a:lnTo>
                    <a:pt x="194983" y="222250"/>
                  </a:lnTo>
                  <a:lnTo>
                    <a:pt x="192392" y="219710"/>
                  </a:lnTo>
                  <a:lnTo>
                    <a:pt x="190119" y="218440"/>
                  </a:lnTo>
                  <a:lnTo>
                    <a:pt x="188150" y="215900"/>
                  </a:lnTo>
                  <a:lnTo>
                    <a:pt x="175094" y="203200"/>
                  </a:lnTo>
                  <a:lnTo>
                    <a:pt x="169710" y="198120"/>
                  </a:lnTo>
                  <a:lnTo>
                    <a:pt x="164528" y="193040"/>
                  </a:lnTo>
                  <a:lnTo>
                    <a:pt x="154571" y="182880"/>
                  </a:lnTo>
                  <a:lnTo>
                    <a:pt x="150177" y="177800"/>
                  </a:lnTo>
                  <a:lnTo>
                    <a:pt x="142506" y="166370"/>
                  </a:lnTo>
                  <a:lnTo>
                    <a:pt x="141008" y="163830"/>
                  </a:lnTo>
                  <a:lnTo>
                    <a:pt x="139496" y="161290"/>
                  </a:lnTo>
                  <a:lnTo>
                    <a:pt x="135153" y="152400"/>
                  </a:lnTo>
                  <a:lnTo>
                    <a:pt x="134061" y="147320"/>
                  </a:lnTo>
                  <a:lnTo>
                    <a:pt x="134061" y="142240"/>
                  </a:lnTo>
                  <a:lnTo>
                    <a:pt x="161823" y="115570"/>
                  </a:lnTo>
                  <a:lnTo>
                    <a:pt x="175615" y="115570"/>
                  </a:lnTo>
                  <a:lnTo>
                    <a:pt x="180797" y="116840"/>
                  </a:lnTo>
                  <a:lnTo>
                    <a:pt x="185661" y="118110"/>
                  </a:lnTo>
                  <a:lnTo>
                    <a:pt x="190525" y="118110"/>
                  </a:lnTo>
                  <a:lnTo>
                    <a:pt x="195148" y="120650"/>
                  </a:lnTo>
                  <a:lnTo>
                    <a:pt x="199491" y="121920"/>
                  </a:lnTo>
                  <a:lnTo>
                    <a:pt x="203847" y="124460"/>
                  </a:lnTo>
                  <a:lnTo>
                    <a:pt x="208038" y="125730"/>
                  </a:lnTo>
                  <a:lnTo>
                    <a:pt x="216128" y="130810"/>
                  </a:lnTo>
                  <a:lnTo>
                    <a:pt x="219849" y="133350"/>
                  </a:lnTo>
                  <a:lnTo>
                    <a:pt x="223278" y="134620"/>
                  </a:lnTo>
                  <a:lnTo>
                    <a:pt x="228765" y="138430"/>
                  </a:lnTo>
                  <a:lnTo>
                    <a:pt x="239433" y="143510"/>
                  </a:lnTo>
                  <a:lnTo>
                    <a:pt x="244729" y="147320"/>
                  </a:lnTo>
                  <a:lnTo>
                    <a:pt x="250215" y="147320"/>
                  </a:lnTo>
                  <a:lnTo>
                    <a:pt x="255917" y="144780"/>
                  </a:lnTo>
                  <a:lnTo>
                    <a:pt x="262331" y="142240"/>
                  </a:lnTo>
                  <a:lnTo>
                    <a:pt x="281203" y="115570"/>
                  </a:lnTo>
                  <a:lnTo>
                    <a:pt x="281559" y="114300"/>
                  </a:lnTo>
                  <a:lnTo>
                    <a:pt x="282841" y="106680"/>
                  </a:lnTo>
                  <a:lnTo>
                    <a:pt x="282917" y="105410"/>
                  </a:lnTo>
                  <a:lnTo>
                    <a:pt x="283273" y="99060"/>
                  </a:lnTo>
                  <a:lnTo>
                    <a:pt x="283197" y="95250"/>
                  </a:lnTo>
                  <a:lnTo>
                    <a:pt x="272605" y="55880"/>
                  </a:lnTo>
                  <a:lnTo>
                    <a:pt x="242544" y="21590"/>
                  </a:lnTo>
                  <a:lnTo>
                    <a:pt x="198793" y="2540"/>
                  </a:lnTo>
                  <a:lnTo>
                    <a:pt x="178739" y="0"/>
                  </a:lnTo>
                  <a:lnTo>
                    <a:pt x="155638" y="0"/>
                  </a:lnTo>
                  <a:lnTo>
                    <a:pt x="108026" y="10160"/>
                  </a:lnTo>
                  <a:lnTo>
                    <a:pt x="66509" y="30480"/>
                  </a:lnTo>
                  <a:lnTo>
                    <a:pt x="32308" y="59690"/>
                  </a:lnTo>
                  <a:lnTo>
                    <a:pt x="29451" y="63398"/>
                  </a:lnTo>
                  <a:lnTo>
                    <a:pt x="29451" y="134620"/>
                  </a:lnTo>
                  <a:lnTo>
                    <a:pt x="29387" y="135890"/>
                  </a:lnTo>
                  <a:lnTo>
                    <a:pt x="29248" y="138430"/>
                  </a:lnTo>
                  <a:lnTo>
                    <a:pt x="29451" y="134620"/>
                  </a:lnTo>
                  <a:lnTo>
                    <a:pt x="29451" y="63398"/>
                  </a:lnTo>
                  <a:lnTo>
                    <a:pt x="7962" y="99060"/>
                  </a:lnTo>
                  <a:lnTo>
                    <a:pt x="0" y="130810"/>
                  </a:lnTo>
                  <a:lnTo>
                    <a:pt x="114" y="144780"/>
                  </a:lnTo>
                  <a:lnTo>
                    <a:pt x="10960" y="186690"/>
                  </a:lnTo>
                  <a:lnTo>
                    <a:pt x="30949" y="220980"/>
                  </a:lnTo>
                  <a:lnTo>
                    <a:pt x="56426" y="251460"/>
                  </a:lnTo>
                  <a:lnTo>
                    <a:pt x="85039" y="278130"/>
                  </a:lnTo>
                  <a:lnTo>
                    <a:pt x="94500" y="287020"/>
                  </a:lnTo>
                  <a:lnTo>
                    <a:pt x="103695" y="294640"/>
                  </a:lnTo>
                  <a:lnTo>
                    <a:pt x="112610" y="302260"/>
                  </a:lnTo>
                  <a:lnTo>
                    <a:pt x="141617" y="326390"/>
                  </a:lnTo>
                  <a:lnTo>
                    <a:pt x="147586" y="332740"/>
                  </a:lnTo>
                  <a:lnTo>
                    <a:pt x="152552" y="337820"/>
                  </a:lnTo>
                  <a:lnTo>
                    <a:pt x="157632" y="342900"/>
                  </a:lnTo>
                  <a:lnTo>
                    <a:pt x="161467" y="347980"/>
                  </a:lnTo>
                  <a:lnTo>
                    <a:pt x="166649" y="355600"/>
                  </a:lnTo>
                  <a:lnTo>
                    <a:pt x="167944" y="359410"/>
                  </a:lnTo>
                  <a:lnTo>
                    <a:pt x="167944" y="365760"/>
                  </a:lnTo>
                  <a:lnTo>
                    <a:pt x="166903" y="369570"/>
                  </a:lnTo>
                  <a:lnTo>
                    <a:pt x="162763" y="377190"/>
                  </a:lnTo>
                  <a:lnTo>
                    <a:pt x="159753" y="381000"/>
                  </a:lnTo>
                  <a:lnTo>
                    <a:pt x="155816" y="383540"/>
                  </a:lnTo>
                  <a:lnTo>
                    <a:pt x="151879" y="387350"/>
                  </a:lnTo>
                  <a:lnTo>
                    <a:pt x="147269" y="389890"/>
                  </a:lnTo>
                  <a:lnTo>
                    <a:pt x="136702" y="393700"/>
                  </a:lnTo>
                  <a:lnTo>
                    <a:pt x="131368" y="397510"/>
                  </a:lnTo>
                  <a:lnTo>
                    <a:pt x="126098" y="404952"/>
                  </a:lnTo>
                  <a:lnTo>
                    <a:pt x="123380" y="402590"/>
                  </a:lnTo>
                  <a:lnTo>
                    <a:pt x="120484" y="400050"/>
                  </a:lnTo>
                  <a:lnTo>
                    <a:pt x="119037" y="398780"/>
                  </a:lnTo>
                  <a:lnTo>
                    <a:pt x="111620" y="394970"/>
                  </a:lnTo>
                  <a:lnTo>
                    <a:pt x="96494" y="391160"/>
                  </a:lnTo>
                  <a:lnTo>
                    <a:pt x="89966" y="389890"/>
                  </a:lnTo>
                  <a:lnTo>
                    <a:pt x="84480" y="387350"/>
                  </a:lnTo>
                  <a:lnTo>
                    <a:pt x="78778" y="384810"/>
                  </a:lnTo>
                  <a:lnTo>
                    <a:pt x="61937" y="381000"/>
                  </a:lnTo>
                  <a:lnTo>
                    <a:pt x="56654" y="382270"/>
                  </a:lnTo>
                  <a:lnTo>
                    <a:pt x="51689" y="386080"/>
                  </a:lnTo>
                  <a:lnTo>
                    <a:pt x="46291" y="389890"/>
                  </a:lnTo>
                  <a:lnTo>
                    <a:pt x="43599" y="396240"/>
                  </a:lnTo>
                  <a:lnTo>
                    <a:pt x="43599" y="410210"/>
                  </a:lnTo>
                  <a:lnTo>
                    <a:pt x="46761" y="417830"/>
                  </a:lnTo>
                  <a:lnTo>
                    <a:pt x="53086" y="425450"/>
                  </a:lnTo>
                  <a:lnTo>
                    <a:pt x="58166" y="430530"/>
                  </a:lnTo>
                  <a:lnTo>
                    <a:pt x="63919" y="435610"/>
                  </a:lnTo>
                  <a:lnTo>
                    <a:pt x="70358" y="441960"/>
                  </a:lnTo>
                  <a:lnTo>
                    <a:pt x="77482" y="445770"/>
                  </a:lnTo>
                  <a:lnTo>
                    <a:pt x="85318" y="450850"/>
                  </a:lnTo>
                  <a:lnTo>
                    <a:pt x="93764" y="454660"/>
                  </a:lnTo>
                  <a:lnTo>
                    <a:pt x="102806" y="458470"/>
                  </a:lnTo>
                  <a:lnTo>
                    <a:pt x="112458" y="462280"/>
                  </a:lnTo>
                  <a:lnTo>
                    <a:pt x="122605" y="464820"/>
                  </a:lnTo>
                  <a:lnTo>
                    <a:pt x="155511" y="468630"/>
                  </a:lnTo>
                  <a:lnTo>
                    <a:pt x="180530" y="466090"/>
                  </a:lnTo>
                  <a:lnTo>
                    <a:pt x="192697" y="463550"/>
                  </a:lnTo>
                  <a:lnTo>
                    <a:pt x="204622" y="459740"/>
                  </a:lnTo>
                  <a:lnTo>
                    <a:pt x="216166" y="455930"/>
                  </a:lnTo>
                  <a:lnTo>
                    <a:pt x="226999" y="449580"/>
                  </a:lnTo>
                  <a:lnTo>
                    <a:pt x="237147" y="444500"/>
                  </a:lnTo>
                  <a:lnTo>
                    <a:pt x="268173" y="415290"/>
                  </a:lnTo>
                  <a:lnTo>
                    <a:pt x="275513" y="404952"/>
                  </a:lnTo>
                  <a:lnTo>
                    <a:pt x="276275" y="403860"/>
                  </a:lnTo>
                  <a:lnTo>
                    <a:pt x="281241" y="393700"/>
                  </a:lnTo>
                  <a:lnTo>
                    <a:pt x="284784" y="382270"/>
                  </a:lnTo>
                  <a:lnTo>
                    <a:pt x="286918" y="372110"/>
                  </a:lnTo>
                  <a:lnTo>
                    <a:pt x="287540" y="361950"/>
                  </a:lnTo>
                  <a:lnTo>
                    <a:pt x="287553" y="359410"/>
                  </a:lnTo>
                  <a:close/>
                </a:path>
                <a:path w="1676400" h="468630">
                  <a:moveTo>
                    <a:pt x="651598" y="59347"/>
                  </a:moveTo>
                  <a:lnTo>
                    <a:pt x="644144" y="33947"/>
                  </a:lnTo>
                  <a:lnTo>
                    <a:pt x="640156" y="27597"/>
                  </a:lnTo>
                  <a:lnTo>
                    <a:pt x="635508" y="22517"/>
                  </a:lnTo>
                  <a:lnTo>
                    <a:pt x="634555" y="21844"/>
                  </a:lnTo>
                  <a:lnTo>
                    <a:pt x="634555" y="98717"/>
                  </a:lnTo>
                  <a:lnTo>
                    <a:pt x="634187" y="89827"/>
                  </a:lnTo>
                  <a:lnTo>
                    <a:pt x="634250" y="91097"/>
                  </a:lnTo>
                  <a:lnTo>
                    <a:pt x="634352" y="93637"/>
                  </a:lnTo>
                  <a:lnTo>
                    <a:pt x="634403" y="94907"/>
                  </a:lnTo>
                  <a:lnTo>
                    <a:pt x="634555" y="98717"/>
                  </a:lnTo>
                  <a:lnTo>
                    <a:pt x="634555" y="21844"/>
                  </a:lnTo>
                  <a:lnTo>
                    <a:pt x="630212" y="18707"/>
                  </a:lnTo>
                  <a:lnTo>
                    <a:pt x="624243" y="13627"/>
                  </a:lnTo>
                  <a:lnTo>
                    <a:pt x="617524" y="11087"/>
                  </a:lnTo>
                  <a:lnTo>
                    <a:pt x="610565" y="8547"/>
                  </a:lnTo>
                  <a:lnTo>
                    <a:pt x="603377" y="6007"/>
                  </a:lnTo>
                  <a:lnTo>
                    <a:pt x="588733" y="6007"/>
                  </a:lnTo>
                  <a:lnTo>
                    <a:pt x="550379" y="27597"/>
                  </a:lnTo>
                  <a:lnTo>
                    <a:pt x="545592" y="35217"/>
                  </a:lnTo>
                  <a:lnTo>
                    <a:pt x="534250" y="52997"/>
                  </a:lnTo>
                  <a:lnTo>
                    <a:pt x="511632" y="93637"/>
                  </a:lnTo>
                  <a:lnTo>
                    <a:pt x="489686" y="139357"/>
                  </a:lnTo>
                  <a:lnTo>
                    <a:pt x="474611" y="176187"/>
                  </a:lnTo>
                  <a:lnTo>
                    <a:pt x="466420" y="203009"/>
                  </a:lnTo>
                  <a:lnTo>
                    <a:pt x="466229" y="202857"/>
                  </a:lnTo>
                  <a:lnTo>
                    <a:pt x="464515" y="200317"/>
                  </a:lnTo>
                  <a:lnTo>
                    <a:pt x="462749" y="197777"/>
                  </a:lnTo>
                  <a:lnTo>
                    <a:pt x="461098" y="196507"/>
                  </a:lnTo>
                  <a:lnTo>
                    <a:pt x="459549" y="193967"/>
                  </a:lnTo>
                  <a:lnTo>
                    <a:pt x="458089" y="191427"/>
                  </a:lnTo>
                  <a:lnTo>
                    <a:pt x="453478" y="183807"/>
                  </a:lnTo>
                  <a:lnTo>
                    <a:pt x="449275" y="174917"/>
                  </a:lnTo>
                  <a:lnTo>
                    <a:pt x="434238" y="129197"/>
                  </a:lnTo>
                  <a:lnTo>
                    <a:pt x="430326" y="106337"/>
                  </a:lnTo>
                  <a:lnTo>
                    <a:pt x="429666" y="99987"/>
                  </a:lnTo>
                  <a:lnTo>
                    <a:pt x="429145" y="94907"/>
                  </a:lnTo>
                  <a:lnTo>
                    <a:pt x="429056" y="93637"/>
                  </a:lnTo>
                  <a:lnTo>
                    <a:pt x="428358" y="83477"/>
                  </a:lnTo>
                  <a:lnTo>
                    <a:pt x="428434" y="59347"/>
                  </a:lnTo>
                  <a:lnTo>
                    <a:pt x="428523" y="58077"/>
                  </a:lnTo>
                  <a:lnTo>
                    <a:pt x="429653" y="42837"/>
                  </a:lnTo>
                  <a:lnTo>
                    <a:pt x="430276" y="36487"/>
                  </a:lnTo>
                  <a:lnTo>
                    <a:pt x="428561" y="30137"/>
                  </a:lnTo>
                  <a:lnTo>
                    <a:pt x="424522" y="23787"/>
                  </a:lnTo>
                  <a:lnTo>
                    <a:pt x="420585" y="18707"/>
                  </a:lnTo>
                  <a:lnTo>
                    <a:pt x="416280" y="13627"/>
                  </a:lnTo>
                  <a:lnTo>
                    <a:pt x="411619" y="11087"/>
                  </a:lnTo>
                  <a:lnTo>
                    <a:pt x="406336" y="7277"/>
                  </a:lnTo>
                  <a:lnTo>
                    <a:pt x="400481" y="4737"/>
                  </a:lnTo>
                  <a:lnTo>
                    <a:pt x="394055" y="3467"/>
                  </a:lnTo>
                  <a:lnTo>
                    <a:pt x="387629" y="927"/>
                  </a:lnTo>
                  <a:lnTo>
                    <a:pt x="362038" y="927"/>
                  </a:lnTo>
                  <a:lnTo>
                    <a:pt x="355511" y="3467"/>
                  </a:lnTo>
                  <a:lnTo>
                    <a:pt x="353783" y="3810"/>
                  </a:lnTo>
                  <a:lnTo>
                    <a:pt x="353783" y="101206"/>
                  </a:lnTo>
                  <a:lnTo>
                    <a:pt x="344716" y="101206"/>
                  </a:lnTo>
                  <a:lnTo>
                    <a:pt x="344627" y="99987"/>
                  </a:lnTo>
                  <a:lnTo>
                    <a:pt x="350697" y="99987"/>
                  </a:lnTo>
                  <a:lnTo>
                    <a:pt x="353479" y="99987"/>
                  </a:lnTo>
                  <a:lnTo>
                    <a:pt x="353783" y="101206"/>
                  </a:lnTo>
                  <a:lnTo>
                    <a:pt x="353783" y="3810"/>
                  </a:lnTo>
                  <a:lnTo>
                    <a:pt x="350278" y="4495"/>
                  </a:lnTo>
                  <a:lnTo>
                    <a:pt x="350278" y="65697"/>
                  </a:lnTo>
                  <a:lnTo>
                    <a:pt x="350177" y="66967"/>
                  </a:lnTo>
                  <a:lnTo>
                    <a:pt x="350075" y="68237"/>
                  </a:lnTo>
                  <a:lnTo>
                    <a:pt x="349859" y="70777"/>
                  </a:lnTo>
                  <a:lnTo>
                    <a:pt x="350278" y="65697"/>
                  </a:lnTo>
                  <a:lnTo>
                    <a:pt x="350278" y="4495"/>
                  </a:lnTo>
                  <a:lnTo>
                    <a:pt x="349758" y="4597"/>
                  </a:lnTo>
                  <a:lnTo>
                    <a:pt x="349758" y="72047"/>
                  </a:lnTo>
                  <a:lnTo>
                    <a:pt x="349681" y="73317"/>
                  </a:lnTo>
                  <a:lnTo>
                    <a:pt x="349592" y="74587"/>
                  </a:lnTo>
                  <a:lnTo>
                    <a:pt x="349338" y="78397"/>
                  </a:lnTo>
                  <a:lnTo>
                    <a:pt x="349758" y="72047"/>
                  </a:lnTo>
                  <a:lnTo>
                    <a:pt x="349758" y="4597"/>
                  </a:lnTo>
                  <a:lnTo>
                    <a:pt x="348983" y="4737"/>
                  </a:lnTo>
                  <a:lnTo>
                    <a:pt x="343027" y="7277"/>
                  </a:lnTo>
                  <a:lnTo>
                    <a:pt x="337642" y="11087"/>
                  </a:lnTo>
                  <a:lnTo>
                    <a:pt x="332143" y="14897"/>
                  </a:lnTo>
                  <a:lnTo>
                    <a:pt x="319379" y="51727"/>
                  </a:lnTo>
                  <a:lnTo>
                    <a:pt x="319290" y="52997"/>
                  </a:lnTo>
                  <a:lnTo>
                    <a:pt x="319214" y="54267"/>
                  </a:lnTo>
                  <a:lnTo>
                    <a:pt x="319138" y="55537"/>
                  </a:lnTo>
                  <a:lnTo>
                    <a:pt x="318985" y="58077"/>
                  </a:lnTo>
                  <a:lnTo>
                    <a:pt x="319036" y="86017"/>
                  </a:lnTo>
                  <a:lnTo>
                    <a:pt x="325869" y="140627"/>
                  </a:lnTo>
                  <a:lnTo>
                    <a:pt x="340029" y="188887"/>
                  </a:lnTo>
                  <a:lnTo>
                    <a:pt x="351751" y="213017"/>
                  </a:lnTo>
                  <a:lnTo>
                    <a:pt x="358508" y="225717"/>
                  </a:lnTo>
                  <a:lnTo>
                    <a:pt x="389394" y="262547"/>
                  </a:lnTo>
                  <a:lnTo>
                    <a:pt x="424014" y="284137"/>
                  </a:lnTo>
                  <a:lnTo>
                    <a:pt x="431355" y="287947"/>
                  </a:lnTo>
                  <a:lnTo>
                    <a:pt x="437883" y="290487"/>
                  </a:lnTo>
                  <a:lnTo>
                    <a:pt x="436753" y="294297"/>
                  </a:lnTo>
                  <a:lnTo>
                    <a:pt x="431825" y="315887"/>
                  </a:lnTo>
                  <a:lnTo>
                    <a:pt x="429971" y="323507"/>
                  </a:lnTo>
                  <a:lnTo>
                    <a:pt x="428294" y="332397"/>
                  </a:lnTo>
                  <a:lnTo>
                    <a:pt x="426783" y="340017"/>
                  </a:lnTo>
                  <a:lnTo>
                    <a:pt x="425450" y="348907"/>
                  </a:lnTo>
                  <a:lnTo>
                    <a:pt x="422795" y="365417"/>
                  </a:lnTo>
                  <a:lnTo>
                    <a:pt x="420903" y="381927"/>
                  </a:lnTo>
                  <a:lnTo>
                    <a:pt x="419773" y="395897"/>
                  </a:lnTo>
                  <a:lnTo>
                    <a:pt x="419392" y="409867"/>
                  </a:lnTo>
                  <a:lnTo>
                    <a:pt x="419430" y="411137"/>
                  </a:lnTo>
                  <a:lnTo>
                    <a:pt x="428307" y="456857"/>
                  </a:lnTo>
                  <a:lnTo>
                    <a:pt x="448970" y="468287"/>
                  </a:lnTo>
                  <a:lnTo>
                    <a:pt x="456336" y="468287"/>
                  </a:lnTo>
                  <a:lnTo>
                    <a:pt x="487057" y="433997"/>
                  </a:lnTo>
                  <a:lnTo>
                    <a:pt x="490270" y="426377"/>
                  </a:lnTo>
                  <a:lnTo>
                    <a:pt x="493585" y="418757"/>
                  </a:lnTo>
                  <a:lnTo>
                    <a:pt x="496481" y="411137"/>
                  </a:lnTo>
                  <a:lnTo>
                    <a:pt x="498970" y="404787"/>
                  </a:lnTo>
                  <a:lnTo>
                    <a:pt x="500011" y="400977"/>
                  </a:lnTo>
                  <a:lnTo>
                    <a:pt x="503377" y="392087"/>
                  </a:lnTo>
                  <a:lnTo>
                    <a:pt x="501357" y="390817"/>
                  </a:lnTo>
                  <a:lnTo>
                    <a:pt x="496176" y="389547"/>
                  </a:lnTo>
                  <a:lnTo>
                    <a:pt x="505091" y="376847"/>
                  </a:lnTo>
                  <a:lnTo>
                    <a:pt x="513346" y="364147"/>
                  </a:lnTo>
                  <a:lnTo>
                    <a:pt x="520941" y="350177"/>
                  </a:lnTo>
                  <a:lnTo>
                    <a:pt x="527875" y="334937"/>
                  </a:lnTo>
                  <a:lnTo>
                    <a:pt x="534492" y="320967"/>
                  </a:lnTo>
                  <a:lnTo>
                    <a:pt x="541134" y="305727"/>
                  </a:lnTo>
                  <a:lnTo>
                    <a:pt x="554456" y="277787"/>
                  </a:lnTo>
                  <a:lnTo>
                    <a:pt x="561200" y="262547"/>
                  </a:lnTo>
                  <a:lnTo>
                    <a:pt x="567905" y="248577"/>
                  </a:lnTo>
                  <a:lnTo>
                    <a:pt x="574560" y="234607"/>
                  </a:lnTo>
                  <a:lnTo>
                    <a:pt x="581190" y="220637"/>
                  </a:lnTo>
                  <a:lnTo>
                    <a:pt x="587705" y="207937"/>
                  </a:lnTo>
                  <a:lnTo>
                    <a:pt x="588860" y="205397"/>
                  </a:lnTo>
                  <a:lnTo>
                    <a:pt x="594055" y="193967"/>
                  </a:lnTo>
                  <a:lnTo>
                    <a:pt x="600214" y="182537"/>
                  </a:lnTo>
                  <a:lnTo>
                    <a:pt x="606209" y="169837"/>
                  </a:lnTo>
                  <a:lnTo>
                    <a:pt x="617169" y="146977"/>
                  </a:lnTo>
                  <a:lnTo>
                    <a:pt x="625195" y="130467"/>
                  </a:lnTo>
                  <a:lnTo>
                    <a:pt x="627037" y="126657"/>
                  </a:lnTo>
                  <a:lnTo>
                    <a:pt x="630986" y="117767"/>
                  </a:lnTo>
                  <a:lnTo>
                    <a:pt x="631304" y="116497"/>
                  </a:lnTo>
                  <a:lnTo>
                    <a:pt x="636562" y="105067"/>
                  </a:lnTo>
                  <a:lnTo>
                    <a:pt x="643242" y="89827"/>
                  </a:lnTo>
                  <a:lnTo>
                    <a:pt x="644918" y="86017"/>
                  </a:lnTo>
                  <a:lnTo>
                    <a:pt x="649922" y="70777"/>
                  </a:lnTo>
                  <a:lnTo>
                    <a:pt x="651598" y="59347"/>
                  </a:lnTo>
                  <a:close/>
                </a:path>
                <a:path w="1676400" h="468630">
                  <a:moveTo>
                    <a:pt x="968159" y="359410"/>
                  </a:moveTo>
                  <a:lnTo>
                    <a:pt x="959370" y="320040"/>
                  </a:lnTo>
                  <a:lnTo>
                    <a:pt x="937615" y="284480"/>
                  </a:lnTo>
                  <a:lnTo>
                    <a:pt x="910412" y="254000"/>
                  </a:lnTo>
                  <a:lnTo>
                    <a:pt x="903363" y="247650"/>
                  </a:lnTo>
                  <a:lnTo>
                    <a:pt x="896696" y="241300"/>
                  </a:lnTo>
                  <a:lnTo>
                    <a:pt x="890384" y="236220"/>
                  </a:lnTo>
                  <a:lnTo>
                    <a:pt x="884453" y="229870"/>
                  </a:lnTo>
                  <a:lnTo>
                    <a:pt x="881240" y="227330"/>
                  </a:lnTo>
                  <a:lnTo>
                    <a:pt x="875588" y="222250"/>
                  </a:lnTo>
                  <a:lnTo>
                    <a:pt x="873010" y="219710"/>
                  </a:lnTo>
                  <a:lnTo>
                    <a:pt x="870724" y="218440"/>
                  </a:lnTo>
                  <a:lnTo>
                    <a:pt x="868756" y="215900"/>
                  </a:lnTo>
                  <a:lnTo>
                    <a:pt x="855700" y="203200"/>
                  </a:lnTo>
                  <a:lnTo>
                    <a:pt x="850315" y="198120"/>
                  </a:lnTo>
                  <a:lnTo>
                    <a:pt x="845134" y="193040"/>
                  </a:lnTo>
                  <a:lnTo>
                    <a:pt x="835177" y="182880"/>
                  </a:lnTo>
                  <a:lnTo>
                    <a:pt x="830783" y="177800"/>
                  </a:lnTo>
                  <a:lnTo>
                    <a:pt x="823112" y="166370"/>
                  </a:lnTo>
                  <a:lnTo>
                    <a:pt x="821613" y="163830"/>
                  </a:lnTo>
                  <a:lnTo>
                    <a:pt x="820102" y="161290"/>
                  </a:lnTo>
                  <a:lnTo>
                    <a:pt x="815759" y="152400"/>
                  </a:lnTo>
                  <a:lnTo>
                    <a:pt x="814666" y="147320"/>
                  </a:lnTo>
                  <a:lnTo>
                    <a:pt x="814666" y="142240"/>
                  </a:lnTo>
                  <a:lnTo>
                    <a:pt x="842441" y="115570"/>
                  </a:lnTo>
                  <a:lnTo>
                    <a:pt x="856221" y="115570"/>
                  </a:lnTo>
                  <a:lnTo>
                    <a:pt x="861402" y="116840"/>
                  </a:lnTo>
                  <a:lnTo>
                    <a:pt x="866267" y="118110"/>
                  </a:lnTo>
                  <a:lnTo>
                    <a:pt x="871143" y="118110"/>
                  </a:lnTo>
                  <a:lnTo>
                    <a:pt x="875753" y="120650"/>
                  </a:lnTo>
                  <a:lnTo>
                    <a:pt x="880097" y="121920"/>
                  </a:lnTo>
                  <a:lnTo>
                    <a:pt x="884453" y="124460"/>
                  </a:lnTo>
                  <a:lnTo>
                    <a:pt x="888657" y="125730"/>
                  </a:lnTo>
                  <a:lnTo>
                    <a:pt x="896734" y="130810"/>
                  </a:lnTo>
                  <a:lnTo>
                    <a:pt x="900468" y="133350"/>
                  </a:lnTo>
                  <a:lnTo>
                    <a:pt x="903884" y="134620"/>
                  </a:lnTo>
                  <a:lnTo>
                    <a:pt x="909370" y="138430"/>
                  </a:lnTo>
                  <a:lnTo>
                    <a:pt x="920051" y="143510"/>
                  </a:lnTo>
                  <a:lnTo>
                    <a:pt x="925334" y="147320"/>
                  </a:lnTo>
                  <a:lnTo>
                    <a:pt x="930821" y="147320"/>
                  </a:lnTo>
                  <a:lnTo>
                    <a:pt x="936523" y="144780"/>
                  </a:lnTo>
                  <a:lnTo>
                    <a:pt x="942936" y="142240"/>
                  </a:lnTo>
                  <a:lnTo>
                    <a:pt x="961809" y="115570"/>
                  </a:lnTo>
                  <a:lnTo>
                    <a:pt x="962164" y="114300"/>
                  </a:lnTo>
                  <a:lnTo>
                    <a:pt x="963447" y="106680"/>
                  </a:lnTo>
                  <a:lnTo>
                    <a:pt x="963523" y="105410"/>
                  </a:lnTo>
                  <a:lnTo>
                    <a:pt x="963879" y="99060"/>
                  </a:lnTo>
                  <a:lnTo>
                    <a:pt x="963803" y="95250"/>
                  </a:lnTo>
                  <a:lnTo>
                    <a:pt x="953211" y="55880"/>
                  </a:lnTo>
                  <a:lnTo>
                    <a:pt x="923150" y="21590"/>
                  </a:lnTo>
                  <a:lnTo>
                    <a:pt x="879398" y="2540"/>
                  </a:lnTo>
                  <a:lnTo>
                    <a:pt x="859358" y="0"/>
                  </a:lnTo>
                  <a:lnTo>
                    <a:pt x="836256" y="0"/>
                  </a:lnTo>
                  <a:lnTo>
                    <a:pt x="788631" y="10160"/>
                  </a:lnTo>
                  <a:lnTo>
                    <a:pt x="747115" y="30480"/>
                  </a:lnTo>
                  <a:lnTo>
                    <a:pt x="712914" y="59690"/>
                  </a:lnTo>
                  <a:lnTo>
                    <a:pt x="691362" y="92710"/>
                  </a:lnTo>
                  <a:lnTo>
                    <a:pt x="680605" y="130810"/>
                  </a:lnTo>
                  <a:lnTo>
                    <a:pt x="680732" y="144780"/>
                  </a:lnTo>
                  <a:lnTo>
                    <a:pt x="691565" y="186690"/>
                  </a:lnTo>
                  <a:lnTo>
                    <a:pt x="711555" y="220980"/>
                  </a:lnTo>
                  <a:lnTo>
                    <a:pt x="737031" y="251460"/>
                  </a:lnTo>
                  <a:lnTo>
                    <a:pt x="765644" y="278130"/>
                  </a:lnTo>
                  <a:lnTo>
                    <a:pt x="775106" y="287020"/>
                  </a:lnTo>
                  <a:lnTo>
                    <a:pt x="784301" y="294640"/>
                  </a:lnTo>
                  <a:lnTo>
                    <a:pt x="793216" y="302260"/>
                  </a:lnTo>
                  <a:lnTo>
                    <a:pt x="822236" y="326390"/>
                  </a:lnTo>
                  <a:lnTo>
                    <a:pt x="828192" y="332740"/>
                  </a:lnTo>
                  <a:lnTo>
                    <a:pt x="833158" y="337820"/>
                  </a:lnTo>
                  <a:lnTo>
                    <a:pt x="838238" y="342900"/>
                  </a:lnTo>
                  <a:lnTo>
                    <a:pt x="842073" y="347980"/>
                  </a:lnTo>
                  <a:lnTo>
                    <a:pt x="847255" y="355600"/>
                  </a:lnTo>
                  <a:lnTo>
                    <a:pt x="848550" y="359410"/>
                  </a:lnTo>
                  <a:lnTo>
                    <a:pt x="848550" y="365760"/>
                  </a:lnTo>
                  <a:lnTo>
                    <a:pt x="847509" y="369570"/>
                  </a:lnTo>
                  <a:lnTo>
                    <a:pt x="843368" y="377190"/>
                  </a:lnTo>
                  <a:lnTo>
                    <a:pt x="840359" y="381000"/>
                  </a:lnTo>
                  <a:lnTo>
                    <a:pt x="836422" y="383540"/>
                  </a:lnTo>
                  <a:lnTo>
                    <a:pt x="832485" y="387350"/>
                  </a:lnTo>
                  <a:lnTo>
                    <a:pt x="827874" y="389890"/>
                  </a:lnTo>
                  <a:lnTo>
                    <a:pt x="817308" y="393700"/>
                  </a:lnTo>
                  <a:lnTo>
                    <a:pt x="811974" y="397510"/>
                  </a:lnTo>
                  <a:lnTo>
                    <a:pt x="806704" y="404952"/>
                  </a:lnTo>
                  <a:lnTo>
                    <a:pt x="803998" y="402590"/>
                  </a:lnTo>
                  <a:lnTo>
                    <a:pt x="801090" y="400050"/>
                  </a:lnTo>
                  <a:lnTo>
                    <a:pt x="799642" y="398780"/>
                  </a:lnTo>
                  <a:lnTo>
                    <a:pt x="792238" y="394970"/>
                  </a:lnTo>
                  <a:lnTo>
                    <a:pt x="777100" y="391160"/>
                  </a:lnTo>
                  <a:lnTo>
                    <a:pt x="770572" y="389890"/>
                  </a:lnTo>
                  <a:lnTo>
                    <a:pt x="765086" y="387350"/>
                  </a:lnTo>
                  <a:lnTo>
                    <a:pt x="759383" y="384810"/>
                  </a:lnTo>
                  <a:lnTo>
                    <a:pt x="742543" y="381000"/>
                  </a:lnTo>
                  <a:lnTo>
                    <a:pt x="737260" y="382270"/>
                  </a:lnTo>
                  <a:lnTo>
                    <a:pt x="732294" y="386080"/>
                  </a:lnTo>
                  <a:lnTo>
                    <a:pt x="726897" y="389890"/>
                  </a:lnTo>
                  <a:lnTo>
                    <a:pt x="724204" y="396240"/>
                  </a:lnTo>
                  <a:lnTo>
                    <a:pt x="724204" y="410210"/>
                  </a:lnTo>
                  <a:lnTo>
                    <a:pt x="727367" y="417830"/>
                  </a:lnTo>
                  <a:lnTo>
                    <a:pt x="733691" y="425450"/>
                  </a:lnTo>
                  <a:lnTo>
                    <a:pt x="738771" y="430530"/>
                  </a:lnTo>
                  <a:lnTo>
                    <a:pt x="744524" y="435610"/>
                  </a:lnTo>
                  <a:lnTo>
                    <a:pt x="750976" y="441960"/>
                  </a:lnTo>
                  <a:lnTo>
                    <a:pt x="758088" y="445770"/>
                  </a:lnTo>
                  <a:lnTo>
                    <a:pt x="765937" y="450850"/>
                  </a:lnTo>
                  <a:lnTo>
                    <a:pt x="774369" y="454660"/>
                  </a:lnTo>
                  <a:lnTo>
                    <a:pt x="783412" y="458470"/>
                  </a:lnTo>
                  <a:lnTo>
                    <a:pt x="793064" y="462280"/>
                  </a:lnTo>
                  <a:lnTo>
                    <a:pt x="803211" y="464820"/>
                  </a:lnTo>
                  <a:lnTo>
                    <a:pt x="836117" y="468630"/>
                  </a:lnTo>
                  <a:lnTo>
                    <a:pt x="861136" y="466090"/>
                  </a:lnTo>
                  <a:lnTo>
                    <a:pt x="873302" y="463550"/>
                  </a:lnTo>
                  <a:lnTo>
                    <a:pt x="885228" y="459740"/>
                  </a:lnTo>
                  <a:lnTo>
                    <a:pt x="896772" y="455930"/>
                  </a:lnTo>
                  <a:lnTo>
                    <a:pt x="907618" y="449580"/>
                  </a:lnTo>
                  <a:lnTo>
                    <a:pt x="917752" y="444500"/>
                  </a:lnTo>
                  <a:lnTo>
                    <a:pt x="948778" y="415290"/>
                  </a:lnTo>
                  <a:lnTo>
                    <a:pt x="956119" y="404952"/>
                  </a:lnTo>
                  <a:lnTo>
                    <a:pt x="956881" y="403860"/>
                  </a:lnTo>
                  <a:lnTo>
                    <a:pt x="961847" y="393700"/>
                  </a:lnTo>
                  <a:lnTo>
                    <a:pt x="965390" y="382270"/>
                  </a:lnTo>
                  <a:lnTo>
                    <a:pt x="967524" y="372110"/>
                  </a:lnTo>
                  <a:lnTo>
                    <a:pt x="968146" y="361950"/>
                  </a:lnTo>
                  <a:lnTo>
                    <a:pt x="968159" y="359410"/>
                  </a:lnTo>
                  <a:close/>
                </a:path>
                <a:path w="1676400" h="468630">
                  <a:moveTo>
                    <a:pt x="1313243" y="53047"/>
                  </a:moveTo>
                  <a:lnTo>
                    <a:pt x="1310919" y="47561"/>
                  </a:lnTo>
                  <a:lnTo>
                    <a:pt x="1306245" y="43205"/>
                  </a:lnTo>
                  <a:lnTo>
                    <a:pt x="1301584" y="38747"/>
                  </a:lnTo>
                  <a:lnTo>
                    <a:pt x="1256042" y="21793"/>
                  </a:lnTo>
                  <a:lnTo>
                    <a:pt x="1202664" y="12776"/>
                  </a:lnTo>
                  <a:lnTo>
                    <a:pt x="1162024" y="8750"/>
                  </a:lnTo>
                  <a:lnTo>
                    <a:pt x="1126883" y="6604"/>
                  </a:lnTo>
                  <a:lnTo>
                    <a:pt x="1126883" y="289560"/>
                  </a:lnTo>
                  <a:lnTo>
                    <a:pt x="1125016" y="282511"/>
                  </a:lnTo>
                  <a:lnTo>
                    <a:pt x="1125093" y="282752"/>
                  </a:lnTo>
                  <a:lnTo>
                    <a:pt x="1126883" y="289560"/>
                  </a:lnTo>
                  <a:lnTo>
                    <a:pt x="1126883" y="6604"/>
                  </a:lnTo>
                  <a:lnTo>
                    <a:pt x="1122997" y="6413"/>
                  </a:lnTo>
                  <a:lnTo>
                    <a:pt x="1122997" y="240284"/>
                  </a:lnTo>
                  <a:lnTo>
                    <a:pt x="1122997" y="240487"/>
                  </a:lnTo>
                  <a:lnTo>
                    <a:pt x="1122807" y="246100"/>
                  </a:lnTo>
                  <a:lnTo>
                    <a:pt x="1122997" y="240284"/>
                  </a:lnTo>
                  <a:lnTo>
                    <a:pt x="1122997" y="6413"/>
                  </a:lnTo>
                  <a:lnTo>
                    <a:pt x="1118730" y="6197"/>
                  </a:lnTo>
                  <a:lnTo>
                    <a:pt x="1116558" y="6134"/>
                  </a:lnTo>
                  <a:lnTo>
                    <a:pt x="1116558" y="205574"/>
                  </a:lnTo>
                  <a:lnTo>
                    <a:pt x="1116241" y="214172"/>
                  </a:lnTo>
                  <a:lnTo>
                    <a:pt x="1115961" y="221259"/>
                  </a:lnTo>
                  <a:lnTo>
                    <a:pt x="1116558" y="205574"/>
                  </a:lnTo>
                  <a:lnTo>
                    <a:pt x="1116558" y="6134"/>
                  </a:lnTo>
                  <a:lnTo>
                    <a:pt x="1115771" y="6108"/>
                  </a:lnTo>
                  <a:lnTo>
                    <a:pt x="1115771" y="226212"/>
                  </a:lnTo>
                  <a:lnTo>
                    <a:pt x="1115745" y="227152"/>
                  </a:lnTo>
                  <a:lnTo>
                    <a:pt x="1115174" y="240487"/>
                  </a:lnTo>
                  <a:lnTo>
                    <a:pt x="1114933" y="246100"/>
                  </a:lnTo>
                  <a:lnTo>
                    <a:pt x="1115771" y="226212"/>
                  </a:lnTo>
                  <a:lnTo>
                    <a:pt x="1115771" y="6108"/>
                  </a:lnTo>
                  <a:lnTo>
                    <a:pt x="1108240" y="5867"/>
                  </a:lnTo>
                  <a:lnTo>
                    <a:pt x="1098054" y="5664"/>
                  </a:lnTo>
                  <a:lnTo>
                    <a:pt x="1072261" y="5664"/>
                  </a:lnTo>
                  <a:lnTo>
                    <a:pt x="1061440" y="6426"/>
                  </a:lnTo>
                  <a:lnTo>
                    <a:pt x="1055204" y="7277"/>
                  </a:lnTo>
                  <a:lnTo>
                    <a:pt x="1054938" y="7277"/>
                  </a:lnTo>
                  <a:lnTo>
                    <a:pt x="1013269" y="26263"/>
                  </a:lnTo>
                  <a:lnTo>
                    <a:pt x="999286" y="51803"/>
                  </a:lnTo>
                  <a:lnTo>
                    <a:pt x="999286" y="67246"/>
                  </a:lnTo>
                  <a:lnTo>
                    <a:pt x="1025207" y="102577"/>
                  </a:lnTo>
                  <a:lnTo>
                    <a:pt x="1061504" y="112572"/>
                  </a:lnTo>
                  <a:lnTo>
                    <a:pt x="1093965" y="112572"/>
                  </a:lnTo>
                  <a:lnTo>
                    <a:pt x="1099845" y="112369"/>
                  </a:lnTo>
                  <a:lnTo>
                    <a:pt x="1099807" y="112572"/>
                  </a:lnTo>
                  <a:lnTo>
                    <a:pt x="1093317" y="166306"/>
                  </a:lnTo>
                  <a:lnTo>
                    <a:pt x="1090980" y="205574"/>
                  </a:lnTo>
                  <a:lnTo>
                    <a:pt x="1090549" y="219519"/>
                  </a:lnTo>
                  <a:lnTo>
                    <a:pt x="1091057" y="271411"/>
                  </a:lnTo>
                  <a:lnTo>
                    <a:pt x="1092123" y="290753"/>
                  </a:lnTo>
                  <a:lnTo>
                    <a:pt x="1093165" y="304787"/>
                  </a:lnTo>
                  <a:lnTo>
                    <a:pt x="1099197" y="353136"/>
                  </a:lnTo>
                  <a:lnTo>
                    <a:pt x="1107071" y="390931"/>
                  </a:lnTo>
                  <a:lnTo>
                    <a:pt x="1121791" y="432358"/>
                  </a:lnTo>
                  <a:lnTo>
                    <a:pt x="1150569" y="463169"/>
                  </a:lnTo>
                  <a:lnTo>
                    <a:pt x="1164971" y="463169"/>
                  </a:lnTo>
                  <a:lnTo>
                    <a:pt x="1188224" y="429082"/>
                  </a:lnTo>
                  <a:lnTo>
                    <a:pt x="1190866" y="384365"/>
                  </a:lnTo>
                  <a:lnTo>
                    <a:pt x="1191082" y="382816"/>
                  </a:lnTo>
                  <a:lnTo>
                    <a:pt x="1191780" y="368668"/>
                  </a:lnTo>
                  <a:lnTo>
                    <a:pt x="1192631" y="354482"/>
                  </a:lnTo>
                  <a:lnTo>
                    <a:pt x="1192733" y="353136"/>
                  </a:lnTo>
                  <a:lnTo>
                    <a:pt x="1193647" y="340182"/>
                  </a:lnTo>
                  <a:lnTo>
                    <a:pt x="1194803" y="325767"/>
                  </a:lnTo>
                  <a:lnTo>
                    <a:pt x="1196086" y="311353"/>
                  </a:lnTo>
                  <a:lnTo>
                    <a:pt x="1197406" y="297014"/>
                  </a:lnTo>
                  <a:lnTo>
                    <a:pt x="1198029" y="290753"/>
                  </a:lnTo>
                  <a:lnTo>
                    <a:pt x="1198143" y="289560"/>
                  </a:lnTo>
                  <a:lnTo>
                    <a:pt x="1203299" y="240284"/>
                  </a:lnTo>
                  <a:lnTo>
                    <a:pt x="1208087" y="199771"/>
                  </a:lnTo>
                  <a:lnTo>
                    <a:pt x="1212837" y="162267"/>
                  </a:lnTo>
                  <a:lnTo>
                    <a:pt x="1214056" y="152565"/>
                  </a:lnTo>
                  <a:lnTo>
                    <a:pt x="1216304" y="134226"/>
                  </a:lnTo>
                  <a:lnTo>
                    <a:pt x="1218920" y="112369"/>
                  </a:lnTo>
                  <a:lnTo>
                    <a:pt x="1218971" y="111861"/>
                  </a:lnTo>
                  <a:lnTo>
                    <a:pt x="1219619" y="106362"/>
                  </a:lnTo>
                  <a:lnTo>
                    <a:pt x="1219987" y="102895"/>
                  </a:lnTo>
                  <a:lnTo>
                    <a:pt x="1221854" y="102577"/>
                  </a:lnTo>
                  <a:lnTo>
                    <a:pt x="1237919" y="100355"/>
                  </a:lnTo>
                  <a:lnTo>
                    <a:pt x="1243507" y="99517"/>
                  </a:lnTo>
                  <a:lnTo>
                    <a:pt x="1287233" y="88315"/>
                  </a:lnTo>
                  <a:lnTo>
                    <a:pt x="1312862" y="62166"/>
                  </a:lnTo>
                  <a:lnTo>
                    <a:pt x="1312989" y="61341"/>
                  </a:lnTo>
                  <a:lnTo>
                    <a:pt x="1313192" y="59994"/>
                  </a:lnTo>
                  <a:lnTo>
                    <a:pt x="1313243" y="53047"/>
                  </a:lnTo>
                  <a:close/>
                </a:path>
                <a:path w="1676400" h="468630">
                  <a:moveTo>
                    <a:pt x="1644891" y="103174"/>
                  </a:moveTo>
                  <a:lnTo>
                    <a:pt x="1632343" y="59994"/>
                  </a:lnTo>
                  <a:lnTo>
                    <a:pt x="1623618" y="47294"/>
                  </a:lnTo>
                  <a:lnTo>
                    <a:pt x="1620380" y="43484"/>
                  </a:lnTo>
                  <a:lnTo>
                    <a:pt x="1584312" y="16814"/>
                  </a:lnTo>
                  <a:lnTo>
                    <a:pt x="1546504" y="2844"/>
                  </a:lnTo>
                  <a:lnTo>
                    <a:pt x="1531747" y="304"/>
                  </a:lnTo>
                  <a:lnTo>
                    <a:pt x="1498447" y="304"/>
                  </a:lnTo>
                  <a:lnTo>
                    <a:pt x="1480299" y="2844"/>
                  </a:lnTo>
                  <a:lnTo>
                    <a:pt x="1471129" y="5384"/>
                  </a:lnTo>
                  <a:lnTo>
                    <a:pt x="1461998" y="6654"/>
                  </a:lnTo>
                  <a:lnTo>
                    <a:pt x="1452867" y="9194"/>
                  </a:lnTo>
                  <a:lnTo>
                    <a:pt x="1443774" y="13004"/>
                  </a:lnTo>
                  <a:lnTo>
                    <a:pt x="1434769" y="15544"/>
                  </a:lnTo>
                  <a:lnTo>
                    <a:pt x="1400695" y="33324"/>
                  </a:lnTo>
                  <a:lnTo>
                    <a:pt x="1367066" y="65074"/>
                  </a:lnTo>
                  <a:lnTo>
                    <a:pt x="1350391" y="106984"/>
                  </a:lnTo>
                  <a:lnTo>
                    <a:pt x="1349959" y="115874"/>
                  </a:lnTo>
                  <a:lnTo>
                    <a:pt x="1350035" y="120954"/>
                  </a:lnTo>
                  <a:lnTo>
                    <a:pt x="1350124" y="123494"/>
                  </a:lnTo>
                  <a:lnTo>
                    <a:pt x="1350225" y="126034"/>
                  </a:lnTo>
                  <a:lnTo>
                    <a:pt x="1350276" y="127304"/>
                  </a:lnTo>
                  <a:lnTo>
                    <a:pt x="1350403" y="128574"/>
                  </a:lnTo>
                  <a:lnTo>
                    <a:pt x="1350530" y="129844"/>
                  </a:lnTo>
                  <a:lnTo>
                    <a:pt x="1350645" y="131114"/>
                  </a:lnTo>
                  <a:lnTo>
                    <a:pt x="1350772" y="132384"/>
                  </a:lnTo>
                  <a:lnTo>
                    <a:pt x="1351407" y="138734"/>
                  </a:lnTo>
                  <a:lnTo>
                    <a:pt x="1353299" y="148894"/>
                  </a:lnTo>
                  <a:lnTo>
                    <a:pt x="1373670" y="190804"/>
                  </a:lnTo>
                  <a:lnTo>
                    <a:pt x="1386573" y="204774"/>
                  </a:lnTo>
                  <a:lnTo>
                    <a:pt x="1393952" y="212394"/>
                  </a:lnTo>
                  <a:lnTo>
                    <a:pt x="1401965" y="217474"/>
                  </a:lnTo>
                  <a:lnTo>
                    <a:pt x="1409674" y="222554"/>
                  </a:lnTo>
                  <a:lnTo>
                    <a:pt x="1416177" y="226364"/>
                  </a:lnTo>
                  <a:lnTo>
                    <a:pt x="1421485" y="228904"/>
                  </a:lnTo>
                  <a:lnTo>
                    <a:pt x="1424647" y="228904"/>
                  </a:lnTo>
                  <a:lnTo>
                    <a:pt x="1554276" y="228904"/>
                  </a:lnTo>
                  <a:lnTo>
                    <a:pt x="1554022" y="227634"/>
                  </a:lnTo>
                  <a:lnTo>
                    <a:pt x="1549869" y="220014"/>
                  </a:lnTo>
                  <a:lnTo>
                    <a:pt x="1547342" y="217474"/>
                  </a:lnTo>
                  <a:lnTo>
                    <a:pt x="1541322" y="211124"/>
                  </a:lnTo>
                  <a:lnTo>
                    <a:pt x="1538008" y="208584"/>
                  </a:lnTo>
                  <a:lnTo>
                    <a:pt x="1530756" y="203504"/>
                  </a:lnTo>
                  <a:lnTo>
                    <a:pt x="1527086" y="202234"/>
                  </a:lnTo>
                  <a:lnTo>
                    <a:pt x="1518475" y="195884"/>
                  </a:lnTo>
                  <a:lnTo>
                    <a:pt x="1513560" y="193344"/>
                  </a:lnTo>
                  <a:lnTo>
                    <a:pt x="1508582" y="189534"/>
                  </a:lnTo>
                  <a:lnTo>
                    <a:pt x="1503718" y="185724"/>
                  </a:lnTo>
                  <a:lnTo>
                    <a:pt x="1499362" y="183184"/>
                  </a:lnTo>
                  <a:lnTo>
                    <a:pt x="1495526" y="178104"/>
                  </a:lnTo>
                  <a:lnTo>
                    <a:pt x="1491792" y="174294"/>
                  </a:lnTo>
                  <a:lnTo>
                    <a:pt x="1488795" y="169214"/>
                  </a:lnTo>
                  <a:lnTo>
                    <a:pt x="1486509" y="164134"/>
                  </a:lnTo>
                  <a:lnTo>
                    <a:pt x="1484337" y="159054"/>
                  </a:lnTo>
                  <a:lnTo>
                    <a:pt x="1483245" y="153974"/>
                  </a:lnTo>
                  <a:lnTo>
                    <a:pt x="1483245" y="141274"/>
                  </a:lnTo>
                  <a:lnTo>
                    <a:pt x="1522933" y="119684"/>
                  </a:lnTo>
                  <a:lnTo>
                    <a:pt x="1541487" y="119684"/>
                  </a:lnTo>
                  <a:lnTo>
                    <a:pt x="1573403" y="126034"/>
                  </a:lnTo>
                  <a:lnTo>
                    <a:pt x="1579092" y="128574"/>
                  </a:lnTo>
                  <a:lnTo>
                    <a:pt x="1595932" y="132384"/>
                  </a:lnTo>
                  <a:lnTo>
                    <a:pt x="1617332" y="132384"/>
                  </a:lnTo>
                  <a:lnTo>
                    <a:pt x="1621891" y="129844"/>
                  </a:lnTo>
                  <a:lnTo>
                    <a:pt x="1626450" y="128574"/>
                  </a:lnTo>
                  <a:lnTo>
                    <a:pt x="1630908" y="126034"/>
                  </a:lnTo>
                  <a:lnTo>
                    <a:pt x="1635252" y="122224"/>
                  </a:lnTo>
                  <a:lnTo>
                    <a:pt x="1638985" y="119684"/>
                  </a:lnTo>
                  <a:lnTo>
                    <a:pt x="1641525" y="115874"/>
                  </a:lnTo>
                  <a:lnTo>
                    <a:pt x="1642681" y="112064"/>
                  </a:lnTo>
                  <a:lnTo>
                    <a:pt x="1644218" y="106984"/>
                  </a:lnTo>
                  <a:lnTo>
                    <a:pt x="1644891" y="103174"/>
                  </a:lnTo>
                  <a:close/>
                </a:path>
                <a:path w="1676400" h="468630">
                  <a:moveTo>
                    <a:pt x="1676285" y="324154"/>
                  </a:moveTo>
                  <a:lnTo>
                    <a:pt x="1656080" y="294944"/>
                  </a:lnTo>
                  <a:lnTo>
                    <a:pt x="1648777" y="296214"/>
                  </a:lnTo>
                  <a:lnTo>
                    <a:pt x="1640700" y="300024"/>
                  </a:lnTo>
                  <a:lnTo>
                    <a:pt x="1634629" y="303834"/>
                  </a:lnTo>
                  <a:lnTo>
                    <a:pt x="1622513" y="313994"/>
                  </a:lnTo>
                  <a:lnTo>
                    <a:pt x="1616456" y="321614"/>
                  </a:lnTo>
                  <a:lnTo>
                    <a:pt x="1604924" y="335584"/>
                  </a:lnTo>
                  <a:lnTo>
                    <a:pt x="1569974" y="364794"/>
                  </a:lnTo>
                  <a:lnTo>
                    <a:pt x="1526463" y="380034"/>
                  </a:lnTo>
                  <a:lnTo>
                    <a:pt x="1519415" y="378764"/>
                  </a:lnTo>
                  <a:lnTo>
                    <a:pt x="1512316" y="378764"/>
                  </a:lnTo>
                  <a:lnTo>
                    <a:pt x="1498015" y="373684"/>
                  </a:lnTo>
                  <a:lnTo>
                    <a:pt x="1494828" y="372414"/>
                  </a:lnTo>
                  <a:lnTo>
                    <a:pt x="1491640" y="371144"/>
                  </a:lnTo>
                  <a:lnTo>
                    <a:pt x="1468018" y="344474"/>
                  </a:lnTo>
                  <a:lnTo>
                    <a:pt x="1468018" y="339394"/>
                  </a:lnTo>
                  <a:lnTo>
                    <a:pt x="1468361" y="330504"/>
                  </a:lnTo>
                  <a:lnTo>
                    <a:pt x="1469415" y="324154"/>
                  </a:lnTo>
                  <a:lnTo>
                    <a:pt x="1471168" y="316534"/>
                  </a:lnTo>
                  <a:lnTo>
                    <a:pt x="1473619" y="311454"/>
                  </a:lnTo>
                  <a:lnTo>
                    <a:pt x="1477340" y="302564"/>
                  </a:lnTo>
                  <a:lnTo>
                    <a:pt x="1481112" y="297484"/>
                  </a:lnTo>
                  <a:lnTo>
                    <a:pt x="1482051" y="296214"/>
                  </a:lnTo>
                  <a:lnTo>
                    <a:pt x="1493558" y="284784"/>
                  </a:lnTo>
                  <a:lnTo>
                    <a:pt x="1499984" y="279704"/>
                  </a:lnTo>
                  <a:lnTo>
                    <a:pt x="1514081" y="270814"/>
                  </a:lnTo>
                  <a:lnTo>
                    <a:pt x="1520761" y="267004"/>
                  </a:lnTo>
                  <a:lnTo>
                    <a:pt x="1527086" y="264464"/>
                  </a:lnTo>
                  <a:lnTo>
                    <a:pt x="1534020" y="260654"/>
                  </a:lnTo>
                  <a:lnTo>
                    <a:pt x="1540395" y="256844"/>
                  </a:lnTo>
                  <a:lnTo>
                    <a:pt x="1546199" y="253034"/>
                  </a:lnTo>
                  <a:lnTo>
                    <a:pt x="1552105" y="249224"/>
                  </a:lnTo>
                  <a:lnTo>
                    <a:pt x="1555051" y="244144"/>
                  </a:lnTo>
                  <a:lnTo>
                    <a:pt x="1555051" y="232714"/>
                  </a:lnTo>
                  <a:lnTo>
                    <a:pt x="1554543" y="230174"/>
                  </a:lnTo>
                  <a:lnTo>
                    <a:pt x="1554391" y="229476"/>
                  </a:lnTo>
                  <a:lnTo>
                    <a:pt x="1425067" y="229476"/>
                  </a:lnTo>
                  <a:lnTo>
                    <a:pt x="1423339" y="229476"/>
                  </a:lnTo>
                  <a:lnTo>
                    <a:pt x="1385824" y="255574"/>
                  </a:lnTo>
                  <a:lnTo>
                    <a:pt x="1362329" y="287324"/>
                  </a:lnTo>
                  <a:lnTo>
                    <a:pt x="1350403" y="331774"/>
                  </a:lnTo>
                  <a:lnTo>
                    <a:pt x="1349946" y="343204"/>
                  </a:lnTo>
                  <a:lnTo>
                    <a:pt x="1350060" y="348284"/>
                  </a:lnTo>
                  <a:lnTo>
                    <a:pt x="1350111" y="349554"/>
                  </a:lnTo>
                  <a:lnTo>
                    <a:pt x="1350225" y="352094"/>
                  </a:lnTo>
                  <a:lnTo>
                    <a:pt x="1350340" y="354634"/>
                  </a:lnTo>
                  <a:lnTo>
                    <a:pt x="1365516" y="397814"/>
                  </a:lnTo>
                  <a:lnTo>
                    <a:pt x="1396339" y="430834"/>
                  </a:lnTo>
                  <a:lnTo>
                    <a:pt x="1435684" y="453694"/>
                  </a:lnTo>
                  <a:lnTo>
                    <a:pt x="1443951" y="456234"/>
                  </a:lnTo>
                  <a:lnTo>
                    <a:pt x="1452283" y="460044"/>
                  </a:lnTo>
                  <a:lnTo>
                    <a:pt x="1460665" y="462584"/>
                  </a:lnTo>
                  <a:lnTo>
                    <a:pt x="1493532" y="467664"/>
                  </a:lnTo>
                  <a:lnTo>
                    <a:pt x="1512989" y="467664"/>
                  </a:lnTo>
                  <a:lnTo>
                    <a:pt x="1556702" y="458774"/>
                  </a:lnTo>
                  <a:lnTo>
                    <a:pt x="1593850" y="439724"/>
                  </a:lnTo>
                  <a:lnTo>
                    <a:pt x="1624152" y="415594"/>
                  </a:lnTo>
                  <a:lnTo>
                    <a:pt x="1636661" y="401624"/>
                  </a:lnTo>
                  <a:lnTo>
                    <a:pt x="1642249" y="395274"/>
                  </a:lnTo>
                  <a:lnTo>
                    <a:pt x="1665147" y="360984"/>
                  </a:lnTo>
                  <a:lnTo>
                    <a:pt x="1668729" y="354634"/>
                  </a:lnTo>
                  <a:lnTo>
                    <a:pt x="1671002" y="348284"/>
                  </a:lnTo>
                  <a:lnTo>
                    <a:pt x="1674533" y="339394"/>
                  </a:lnTo>
                  <a:lnTo>
                    <a:pt x="1676285" y="330504"/>
                  </a:lnTo>
                  <a:lnTo>
                    <a:pt x="1676285" y="324154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26407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097153" y="1768502"/>
            <a:ext cx="10263505" cy="94805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77850" marR="5080" indent="-565785">
              <a:lnSpc>
                <a:spcPts val="3710"/>
              </a:lnSpc>
              <a:spcBef>
                <a:spcPts val="40"/>
              </a:spcBef>
              <a:buSzPct val="103389"/>
              <a:buChar char="•"/>
              <a:tabLst>
                <a:tab pos="577850" algn="l"/>
              </a:tabLst>
            </a:pPr>
            <a:r>
              <a:rPr sz="2950" spc="-315" dirty="0">
                <a:latin typeface="Times New Roman"/>
                <a:cs typeface="Times New Roman"/>
              </a:rPr>
              <a:t>The</a:t>
            </a:r>
            <a:r>
              <a:rPr sz="2950" spc="-210" dirty="0">
                <a:latin typeface="Times New Roman"/>
                <a:cs typeface="Times New Roman"/>
              </a:rPr>
              <a:t> </a:t>
            </a:r>
            <a:r>
              <a:rPr sz="2950" spc="-305" dirty="0">
                <a:latin typeface="Times New Roman"/>
                <a:cs typeface="Times New Roman"/>
              </a:rPr>
              <a:t>proposed</a:t>
            </a:r>
            <a:r>
              <a:rPr sz="2950" spc="-140" dirty="0">
                <a:latin typeface="Times New Roman"/>
                <a:cs typeface="Times New Roman"/>
              </a:rPr>
              <a:t> </a:t>
            </a:r>
            <a:r>
              <a:rPr sz="2950" spc="-260" dirty="0">
                <a:latin typeface="Times New Roman"/>
                <a:cs typeface="Times New Roman"/>
              </a:rPr>
              <a:t>system</a:t>
            </a:r>
            <a:r>
              <a:rPr sz="2950" spc="-185" dirty="0">
                <a:latin typeface="Times New Roman"/>
                <a:cs typeface="Times New Roman"/>
              </a:rPr>
              <a:t> </a:t>
            </a:r>
            <a:r>
              <a:rPr sz="2950" spc="-70" dirty="0">
                <a:latin typeface="Times New Roman"/>
                <a:cs typeface="Times New Roman"/>
              </a:rPr>
              <a:t>is</a:t>
            </a:r>
            <a:r>
              <a:rPr sz="2950" spc="-114" dirty="0">
                <a:latin typeface="Times New Roman"/>
                <a:cs typeface="Times New Roman"/>
              </a:rPr>
              <a:t> </a:t>
            </a:r>
            <a:r>
              <a:rPr sz="2950" spc="-100" dirty="0">
                <a:latin typeface="Times New Roman"/>
                <a:cs typeface="Times New Roman"/>
              </a:rPr>
              <a:t>a</a:t>
            </a:r>
            <a:r>
              <a:rPr sz="2950" spc="-140" dirty="0">
                <a:latin typeface="Times New Roman"/>
                <a:cs typeface="Times New Roman"/>
              </a:rPr>
              <a:t> </a:t>
            </a:r>
            <a:r>
              <a:rPr sz="2950" spc="-335" dirty="0">
                <a:latin typeface="Times New Roman"/>
                <a:cs typeface="Times New Roman"/>
              </a:rPr>
              <a:t>web-</a:t>
            </a:r>
            <a:r>
              <a:rPr sz="2950" spc="-254" dirty="0">
                <a:latin typeface="Times New Roman"/>
                <a:cs typeface="Times New Roman"/>
              </a:rPr>
              <a:t>based</a:t>
            </a:r>
            <a:r>
              <a:rPr sz="2950" spc="-140" dirty="0">
                <a:latin typeface="Times New Roman"/>
                <a:cs typeface="Times New Roman"/>
              </a:rPr>
              <a:t> </a:t>
            </a:r>
            <a:r>
              <a:rPr sz="2950" spc="-320" dirty="0">
                <a:latin typeface="Times New Roman"/>
                <a:cs typeface="Times New Roman"/>
              </a:rPr>
              <a:t>Academic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spc="-325" dirty="0">
                <a:latin typeface="Times New Roman"/>
                <a:cs typeface="Times New Roman"/>
              </a:rPr>
              <a:t>Campus</a:t>
            </a:r>
            <a:r>
              <a:rPr sz="2950" spc="-30" dirty="0">
                <a:latin typeface="Times New Roman"/>
                <a:cs typeface="Times New Roman"/>
              </a:rPr>
              <a:t> </a:t>
            </a:r>
            <a:r>
              <a:rPr sz="2950" spc="-204" dirty="0">
                <a:latin typeface="Times New Roman"/>
                <a:cs typeface="Times New Roman"/>
              </a:rPr>
              <a:t>Event</a:t>
            </a:r>
            <a:r>
              <a:rPr sz="2950" spc="-145" dirty="0">
                <a:latin typeface="Times New Roman"/>
                <a:cs typeface="Times New Roman"/>
              </a:rPr>
              <a:t> </a:t>
            </a:r>
            <a:r>
              <a:rPr sz="2950" spc="-395" dirty="0">
                <a:latin typeface="Times New Roman"/>
                <a:cs typeface="Times New Roman"/>
              </a:rPr>
              <a:t>&amp;</a:t>
            </a:r>
            <a:r>
              <a:rPr sz="2950" spc="-85" dirty="0">
                <a:latin typeface="Times New Roman"/>
                <a:cs typeface="Times New Roman"/>
              </a:rPr>
              <a:t> </a:t>
            </a:r>
            <a:r>
              <a:rPr sz="2950" spc="-95" dirty="0">
                <a:latin typeface="Times New Roman"/>
                <a:cs typeface="Times New Roman"/>
              </a:rPr>
              <a:t>Registration </a:t>
            </a:r>
            <a:r>
              <a:rPr sz="2950" spc="-125" dirty="0">
                <a:latin typeface="Times New Roman"/>
                <a:cs typeface="Times New Roman"/>
              </a:rPr>
              <a:t>registrations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-105" dirty="0">
                <a:latin typeface="Times New Roman"/>
                <a:cs typeface="Times New Roman"/>
              </a:rPr>
              <a:t>in</a:t>
            </a:r>
            <a:r>
              <a:rPr sz="2950" spc="-204" dirty="0">
                <a:latin typeface="Times New Roman"/>
                <a:cs typeface="Times New Roman"/>
              </a:rPr>
              <a:t> </a:t>
            </a:r>
            <a:r>
              <a:rPr sz="2950" spc="-350" dirty="0">
                <a:latin typeface="Times New Roman"/>
                <a:cs typeface="Times New Roman"/>
              </a:rPr>
              <a:t>one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platform.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29079" y="1890302"/>
            <a:ext cx="190500" cy="26987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3620393" y="1768502"/>
            <a:ext cx="483044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dirty="0">
                <a:latin typeface="Times New Roman"/>
                <a:cs typeface="Times New Roman"/>
              </a:rPr>
              <a:t>ortal</a:t>
            </a:r>
            <a:r>
              <a:rPr sz="2950" spc="-22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that</a:t>
            </a:r>
            <a:r>
              <a:rPr sz="2950" spc="-135" dirty="0">
                <a:latin typeface="Times New Roman"/>
                <a:cs typeface="Times New Roman"/>
              </a:rPr>
              <a:t> </a:t>
            </a:r>
            <a:r>
              <a:rPr sz="2950" spc="-315" dirty="0">
                <a:latin typeface="Times New Roman"/>
                <a:cs typeface="Times New Roman"/>
              </a:rPr>
              <a:t>manages</a:t>
            </a:r>
            <a:r>
              <a:rPr sz="2950" spc="-25" dirty="0">
                <a:latin typeface="Times New Roman"/>
                <a:cs typeface="Times New Roman"/>
              </a:rPr>
              <a:t> </a:t>
            </a:r>
            <a:r>
              <a:rPr sz="2950" spc="-175" dirty="0">
                <a:latin typeface="Times New Roman"/>
                <a:cs typeface="Times New Roman"/>
              </a:rPr>
              <a:t>events,</a:t>
            </a:r>
            <a:r>
              <a:rPr sz="2950" spc="-140" dirty="0">
                <a:latin typeface="Times New Roman"/>
                <a:cs typeface="Times New Roman"/>
              </a:rPr>
              <a:t> </a:t>
            </a:r>
            <a:r>
              <a:rPr sz="2950" spc="-160" dirty="0">
                <a:latin typeface="Times New Roman"/>
                <a:cs typeface="Times New Roman"/>
              </a:rPr>
              <a:t>users,</a:t>
            </a:r>
            <a:r>
              <a:rPr sz="2950" spc="-140" dirty="0">
                <a:latin typeface="Times New Roman"/>
                <a:cs typeface="Times New Roman"/>
              </a:rPr>
              <a:t> </a:t>
            </a:r>
            <a:r>
              <a:rPr sz="2950" spc="-110" dirty="0">
                <a:latin typeface="Times New Roman"/>
                <a:cs typeface="Times New Roman"/>
              </a:rPr>
              <a:t>and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97153" y="3171601"/>
            <a:ext cx="11215370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-125" dirty="0">
                <a:latin typeface="Times New Roman"/>
                <a:cs typeface="Times New Roman"/>
              </a:rPr>
              <a:t> </a:t>
            </a:r>
            <a:r>
              <a:rPr sz="2950" spc="-130" dirty="0">
                <a:latin typeface="Times New Roman"/>
                <a:cs typeface="Times New Roman"/>
              </a:rPr>
              <a:t>allows</a:t>
            </a:r>
            <a:r>
              <a:rPr sz="2950" spc="-175" dirty="0">
                <a:latin typeface="Times New Roman"/>
                <a:cs typeface="Times New Roman"/>
              </a:rPr>
              <a:t> </a:t>
            </a:r>
            <a:r>
              <a:rPr sz="2950" spc="-170" dirty="0">
                <a:latin typeface="Times New Roman"/>
                <a:cs typeface="Times New Roman"/>
              </a:rPr>
              <a:t>students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80" dirty="0">
                <a:latin typeface="Times New Roman"/>
                <a:cs typeface="Times New Roman"/>
              </a:rPr>
              <a:t>to</a:t>
            </a:r>
            <a:r>
              <a:rPr sz="2950" spc="-150" dirty="0">
                <a:latin typeface="Times New Roman"/>
                <a:cs typeface="Times New Roman"/>
              </a:rPr>
              <a:t> </a:t>
            </a:r>
            <a:r>
              <a:rPr sz="2950" spc="-125" dirty="0">
                <a:latin typeface="Times New Roman"/>
                <a:cs typeface="Times New Roman"/>
              </a:rPr>
              <a:t>register</a:t>
            </a:r>
            <a:r>
              <a:rPr sz="2950" spc="-150" dirty="0">
                <a:latin typeface="Times New Roman"/>
                <a:cs typeface="Times New Roman"/>
              </a:rPr>
              <a:t> </a:t>
            </a:r>
            <a:r>
              <a:rPr sz="2950" spc="-170" dirty="0">
                <a:latin typeface="Times New Roman"/>
                <a:cs typeface="Times New Roman"/>
              </a:rPr>
              <a:t>for</a:t>
            </a:r>
            <a:r>
              <a:rPr sz="2950" spc="-60" dirty="0">
                <a:latin typeface="Times New Roman"/>
                <a:cs typeface="Times New Roman"/>
              </a:rPr>
              <a:t> </a:t>
            </a:r>
            <a:r>
              <a:rPr sz="2950" spc="-340" dirty="0">
                <a:latin typeface="Times New Roman"/>
                <a:cs typeface="Times New Roman"/>
              </a:rPr>
              <a:t>campus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spc="-240" dirty="0">
                <a:latin typeface="Times New Roman"/>
                <a:cs typeface="Times New Roman"/>
              </a:rPr>
              <a:t>events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110" dirty="0">
                <a:latin typeface="Times New Roman"/>
                <a:cs typeface="Times New Roman"/>
              </a:rPr>
              <a:t>easily</a:t>
            </a:r>
            <a:r>
              <a:rPr sz="2950" spc="-210" dirty="0">
                <a:latin typeface="Times New Roman"/>
                <a:cs typeface="Times New Roman"/>
              </a:rPr>
              <a:t> </a:t>
            </a:r>
            <a:r>
              <a:rPr sz="2950" spc="-220" dirty="0">
                <a:latin typeface="Times New Roman"/>
                <a:cs typeface="Times New Roman"/>
              </a:rPr>
              <a:t>through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225" dirty="0">
                <a:latin typeface="Times New Roman"/>
                <a:cs typeface="Times New Roman"/>
              </a:rPr>
              <a:t>an</a:t>
            </a:r>
            <a:r>
              <a:rPr sz="2950" spc="-105" dirty="0">
                <a:latin typeface="Times New Roman"/>
                <a:cs typeface="Times New Roman"/>
              </a:rPr>
              <a:t> </a:t>
            </a:r>
            <a:r>
              <a:rPr sz="2950" spc="-170" dirty="0">
                <a:latin typeface="Times New Roman"/>
                <a:cs typeface="Times New Roman"/>
              </a:rPr>
              <a:t>online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spc="-75" dirty="0">
                <a:latin typeface="Times New Roman"/>
                <a:cs typeface="Times New Roman"/>
              </a:rPr>
              <a:t>interface.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97153" y="5988269"/>
            <a:ext cx="8943340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-50" dirty="0">
                <a:latin typeface="Times New Roman"/>
                <a:cs typeface="Times New Roman"/>
              </a:rPr>
              <a:t> </a:t>
            </a:r>
            <a:r>
              <a:rPr sz="2950" spc="-280" dirty="0">
                <a:latin typeface="Times New Roman"/>
                <a:cs typeface="Times New Roman"/>
              </a:rPr>
              <a:t>sends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-140" dirty="0">
                <a:latin typeface="Times New Roman"/>
                <a:cs typeface="Times New Roman"/>
              </a:rPr>
              <a:t>notifications</a:t>
            </a:r>
            <a:r>
              <a:rPr sz="2950" spc="-190" dirty="0">
                <a:latin typeface="Times New Roman"/>
                <a:cs typeface="Times New Roman"/>
              </a:rPr>
              <a:t> </a:t>
            </a:r>
            <a:r>
              <a:rPr sz="2950" spc="-204" dirty="0">
                <a:latin typeface="Times New Roman"/>
                <a:cs typeface="Times New Roman"/>
              </a:rPr>
              <a:t>or</a:t>
            </a:r>
            <a:r>
              <a:rPr sz="2950" spc="-70" dirty="0">
                <a:latin typeface="Times New Roman"/>
                <a:cs typeface="Times New Roman"/>
              </a:rPr>
              <a:t> </a:t>
            </a:r>
            <a:r>
              <a:rPr sz="2950" spc="-210" dirty="0">
                <a:latin typeface="Times New Roman"/>
                <a:cs typeface="Times New Roman"/>
              </a:rPr>
              <a:t>confirmations</a:t>
            </a:r>
            <a:r>
              <a:rPr sz="2950" spc="-105" dirty="0">
                <a:latin typeface="Times New Roman"/>
                <a:cs typeface="Times New Roman"/>
              </a:rPr>
              <a:t> </a:t>
            </a:r>
            <a:r>
              <a:rPr sz="2950" spc="-75" dirty="0">
                <a:latin typeface="Times New Roman"/>
                <a:cs typeface="Times New Roman"/>
              </a:rPr>
              <a:t>to</a:t>
            </a:r>
            <a:r>
              <a:rPr sz="2950" spc="-70" dirty="0">
                <a:latin typeface="Times New Roman"/>
                <a:cs typeface="Times New Roman"/>
              </a:rPr>
              <a:t> </a:t>
            </a:r>
            <a:r>
              <a:rPr sz="2950" spc="-170" dirty="0">
                <a:latin typeface="Times New Roman"/>
                <a:cs typeface="Times New Roman"/>
              </a:rPr>
              <a:t>registered</a:t>
            </a:r>
            <a:r>
              <a:rPr sz="2950" spc="-215" dirty="0">
                <a:latin typeface="Times New Roman"/>
                <a:cs typeface="Times New Roman"/>
              </a:rPr>
              <a:t> </a:t>
            </a:r>
            <a:r>
              <a:rPr sz="2950" spc="-75" dirty="0">
                <a:latin typeface="Times New Roman"/>
                <a:cs typeface="Times New Roman"/>
              </a:rPr>
              <a:t>participants.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97153" y="6930649"/>
            <a:ext cx="8042909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-45" dirty="0">
                <a:latin typeface="Times New Roman"/>
                <a:cs typeface="Times New Roman"/>
              </a:rPr>
              <a:t> </a:t>
            </a:r>
            <a:r>
              <a:rPr sz="2950" spc="-270" dirty="0">
                <a:latin typeface="Times New Roman"/>
                <a:cs typeface="Times New Roman"/>
              </a:rPr>
              <a:t>reduces</a:t>
            </a:r>
            <a:r>
              <a:rPr sz="2950" spc="-95" dirty="0">
                <a:latin typeface="Times New Roman"/>
                <a:cs typeface="Times New Roman"/>
              </a:rPr>
              <a:t> </a:t>
            </a:r>
            <a:r>
              <a:rPr sz="2950" spc="-200" dirty="0">
                <a:latin typeface="Times New Roman"/>
                <a:cs typeface="Times New Roman"/>
              </a:rPr>
              <a:t>manual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290" dirty="0">
                <a:latin typeface="Times New Roman"/>
                <a:cs typeface="Times New Roman"/>
              </a:rPr>
              <a:t>paperwork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and</a:t>
            </a:r>
            <a:r>
              <a:rPr sz="2950" spc="-125" dirty="0">
                <a:latin typeface="Times New Roman"/>
                <a:cs typeface="Times New Roman"/>
              </a:rPr>
              <a:t> </a:t>
            </a:r>
            <a:r>
              <a:rPr sz="2950" spc="-155" dirty="0">
                <a:latin typeface="Times New Roman"/>
                <a:cs typeface="Times New Roman"/>
              </a:rPr>
              <a:t>administrative</a:t>
            </a:r>
            <a:r>
              <a:rPr sz="2950" spc="-190" dirty="0">
                <a:latin typeface="Times New Roman"/>
                <a:cs typeface="Times New Roman"/>
              </a:rPr>
              <a:t> </a:t>
            </a:r>
            <a:r>
              <a:rPr sz="2950" spc="-185" dirty="0">
                <a:latin typeface="Times New Roman"/>
                <a:cs typeface="Times New Roman"/>
              </a:rPr>
              <a:t>workload.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97153" y="7862558"/>
            <a:ext cx="7875270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240" dirty="0">
                <a:latin typeface="Times New Roman"/>
                <a:cs typeface="Times New Roman"/>
              </a:rPr>
              <a:t>minimizes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spc="-170" dirty="0">
                <a:latin typeface="Times New Roman"/>
                <a:cs typeface="Times New Roman"/>
              </a:rPr>
              <a:t>errors</a:t>
            </a:r>
            <a:r>
              <a:rPr sz="2950" spc="-185" dirty="0">
                <a:latin typeface="Times New Roman"/>
                <a:cs typeface="Times New Roman"/>
              </a:rPr>
              <a:t> </a:t>
            </a:r>
            <a:r>
              <a:rPr sz="2950" spc="-105" dirty="0">
                <a:latin typeface="Times New Roman"/>
                <a:cs typeface="Times New Roman"/>
              </a:rPr>
              <a:t>in</a:t>
            </a:r>
            <a:r>
              <a:rPr sz="2950" spc="-110" dirty="0">
                <a:latin typeface="Times New Roman"/>
                <a:cs typeface="Times New Roman"/>
              </a:rPr>
              <a:t> </a:t>
            </a:r>
            <a:r>
              <a:rPr sz="2950" spc="-114" dirty="0">
                <a:latin typeface="Times New Roman"/>
                <a:cs typeface="Times New Roman"/>
              </a:rPr>
              <a:t>registration</a:t>
            </a:r>
            <a:r>
              <a:rPr sz="2950" spc="-200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and</a:t>
            </a:r>
            <a:r>
              <a:rPr sz="2950" spc="-125" dirty="0">
                <a:latin typeface="Times New Roman"/>
                <a:cs typeface="Times New Roman"/>
              </a:rPr>
              <a:t> </a:t>
            </a:r>
            <a:r>
              <a:rPr sz="2950" spc="-95" dirty="0">
                <a:latin typeface="Times New Roman"/>
                <a:cs typeface="Times New Roman"/>
              </a:rPr>
              <a:t>data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300" dirty="0">
                <a:latin typeface="Times New Roman"/>
                <a:cs typeface="Times New Roman"/>
              </a:rPr>
              <a:t>management.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97153" y="8804937"/>
            <a:ext cx="1188529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-50" dirty="0">
                <a:latin typeface="Times New Roman"/>
                <a:cs typeface="Times New Roman"/>
              </a:rPr>
              <a:t> </a:t>
            </a:r>
            <a:r>
              <a:rPr sz="2950" spc="-260" dirty="0">
                <a:latin typeface="Times New Roman"/>
                <a:cs typeface="Times New Roman"/>
              </a:rPr>
              <a:t>provides</a:t>
            </a:r>
            <a:r>
              <a:rPr sz="2950" spc="-95" dirty="0">
                <a:latin typeface="Times New Roman"/>
                <a:cs typeface="Times New Roman"/>
              </a:rPr>
              <a:t> </a:t>
            </a:r>
            <a:r>
              <a:rPr sz="2950" spc="-100" dirty="0">
                <a:latin typeface="Times New Roman"/>
                <a:cs typeface="Times New Roman"/>
              </a:rPr>
              <a:t>a</a:t>
            </a:r>
            <a:r>
              <a:rPr sz="2950" spc="-135" dirty="0">
                <a:latin typeface="Times New Roman"/>
                <a:cs typeface="Times New Roman"/>
              </a:rPr>
              <a:t> </a:t>
            </a:r>
            <a:r>
              <a:rPr sz="2950" spc="-90" dirty="0">
                <a:latin typeface="Times New Roman"/>
                <a:cs typeface="Times New Roman"/>
              </a:rPr>
              <a:t>faster</a:t>
            </a:r>
            <a:r>
              <a:rPr sz="2950" spc="-160" dirty="0">
                <a:latin typeface="Times New Roman"/>
                <a:cs typeface="Times New Roman"/>
              </a:rPr>
              <a:t> </a:t>
            </a:r>
            <a:r>
              <a:rPr sz="2950" spc="-254" dirty="0">
                <a:latin typeface="Times New Roman"/>
                <a:cs typeface="Times New Roman"/>
              </a:rPr>
              <a:t>and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345" dirty="0">
                <a:latin typeface="Times New Roman"/>
                <a:cs typeface="Times New Roman"/>
              </a:rPr>
              <a:t>more</a:t>
            </a:r>
            <a:r>
              <a:rPr sz="2950" spc="-95" dirty="0">
                <a:latin typeface="Times New Roman"/>
                <a:cs typeface="Times New Roman"/>
              </a:rPr>
              <a:t> </a:t>
            </a:r>
            <a:r>
              <a:rPr sz="2950" spc="-140" dirty="0">
                <a:latin typeface="Times New Roman"/>
                <a:cs typeface="Times New Roman"/>
              </a:rPr>
              <a:t>efficient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140" dirty="0">
                <a:latin typeface="Times New Roman"/>
                <a:cs typeface="Times New Roman"/>
              </a:rPr>
              <a:t>solution</a:t>
            </a:r>
            <a:r>
              <a:rPr sz="2950" spc="-204" dirty="0">
                <a:latin typeface="Times New Roman"/>
                <a:cs typeface="Times New Roman"/>
              </a:rPr>
              <a:t> </a:t>
            </a:r>
            <a:r>
              <a:rPr sz="2950" spc="-315" dirty="0">
                <a:latin typeface="Times New Roman"/>
                <a:cs typeface="Times New Roman"/>
              </a:rPr>
              <a:t>compared</a:t>
            </a:r>
            <a:r>
              <a:rPr sz="2950" spc="-135" dirty="0">
                <a:latin typeface="Times New Roman"/>
                <a:cs typeface="Times New Roman"/>
              </a:rPr>
              <a:t> </a:t>
            </a:r>
            <a:r>
              <a:rPr sz="2950" spc="-120" dirty="0">
                <a:latin typeface="Times New Roman"/>
                <a:cs typeface="Times New Roman"/>
              </a:rPr>
              <a:t>to</a:t>
            </a:r>
            <a:r>
              <a:rPr sz="2950" spc="-70" dirty="0">
                <a:latin typeface="Times New Roman"/>
                <a:cs typeface="Times New Roman"/>
              </a:rPr>
              <a:t> </a:t>
            </a:r>
            <a:r>
              <a:rPr sz="2950" spc="-45" dirty="0">
                <a:latin typeface="Times New Roman"/>
                <a:cs typeface="Times New Roman"/>
              </a:rPr>
              <a:t>traditional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204" dirty="0">
                <a:latin typeface="Times New Roman"/>
                <a:cs typeface="Times New Roman"/>
              </a:rPr>
              <a:t>manual</a:t>
            </a:r>
            <a:r>
              <a:rPr sz="2950" spc="-215" dirty="0">
                <a:latin typeface="Times New Roman"/>
                <a:cs typeface="Times New Roman"/>
              </a:rPr>
              <a:t> </a:t>
            </a:r>
            <a:r>
              <a:rPr sz="2950" spc="-145" dirty="0">
                <a:latin typeface="Times New Roman"/>
                <a:cs typeface="Times New Roman"/>
              </a:rPr>
              <a:t>systems.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0719" y="5116571"/>
            <a:ext cx="1089025" cy="1092835"/>
          </a:xfrm>
          <a:custGeom>
            <a:avLst/>
            <a:gdLst/>
            <a:ahLst/>
            <a:cxnLst/>
            <a:rect l="l" t="t" r="r" b="b"/>
            <a:pathLst>
              <a:path w="1089025" h="1092835">
                <a:moveTo>
                  <a:pt x="544494" y="1092339"/>
                </a:moveTo>
                <a:lnTo>
                  <a:pt x="492055" y="1089839"/>
                </a:lnTo>
                <a:lnTo>
                  <a:pt x="441027" y="1082492"/>
                </a:lnTo>
                <a:lnTo>
                  <a:pt x="391638" y="1070528"/>
                </a:lnTo>
                <a:lnTo>
                  <a:pt x="344115" y="1054174"/>
                </a:lnTo>
                <a:lnTo>
                  <a:pt x="298686" y="1033659"/>
                </a:lnTo>
                <a:lnTo>
                  <a:pt x="255581" y="1009213"/>
                </a:lnTo>
                <a:lnTo>
                  <a:pt x="215027" y="981063"/>
                </a:lnTo>
                <a:lnTo>
                  <a:pt x="177252" y="949437"/>
                </a:lnTo>
                <a:lnTo>
                  <a:pt x="142485" y="914566"/>
                </a:lnTo>
                <a:lnTo>
                  <a:pt x="110953" y="876677"/>
                </a:lnTo>
                <a:lnTo>
                  <a:pt x="82885" y="835999"/>
                </a:lnTo>
                <a:lnTo>
                  <a:pt x="58510" y="792762"/>
                </a:lnTo>
                <a:lnTo>
                  <a:pt x="38055" y="747191"/>
                </a:lnTo>
                <a:lnTo>
                  <a:pt x="21747" y="699518"/>
                </a:lnTo>
                <a:lnTo>
                  <a:pt x="9818" y="649972"/>
                </a:lnTo>
                <a:lnTo>
                  <a:pt x="2492" y="598779"/>
                </a:lnTo>
                <a:lnTo>
                  <a:pt x="0" y="546169"/>
                </a:lnTo>
                <a:lnTo>
                  <a:pt x="2492" y="493559"/>
                </a:lnTo>
                <a:lnTo>
                  <a:pt x="9818" y="442366"/>
                </a:lnTo>
                <a:lnTo>
                  <a:pt x="21747" y="392819"/>
                </a:lnTo>
                <a:lnTo>
                  <a:pt x="38055" y="345146"/>
                </a:lnTo>
                <a:lnTo>
                  <a:pt x="58510" y="299576"/>
                </a:lnTo>
                <a:lnTo>
                  <a:pt x="82885" y="256338"/>
                </a:lnTo>
                <a:lnTo>
                  <a:pt x="110953" y="215660"/>
                </a:lnTo>
                <a:lnTo>
                  <a:pt x="142485" y="177771"/>
                </a:lnTo>
                <a:lnTo>
                  <a:pt x="177252" y="142900"/>
                </a:lnTo>
                <a:lnTo>
                  <a:pt x="215027" y="111275"/>
                </a:lnTo>
                <a:lnTo>
                  <a:pt x="255581" y="83125"/>
                </a:lnTo>
                <a:lnTo>
                  <a:pt x="298686" y="58678"/>
                </a:lnTo>
                <a:lnTo>
                  <a:pt x="344115" y="38164"/>
                </a:lnTo>
                <a:lnTo>
                  <a:pt x="391638" y="21809"/>
                </a:lnTo>
                <a:lnTo>
                  <a:pt x="441027" y="9845"/>
                </a:lnTo>
                <a:lnTo>
                  <a:pt x="492055" y="2498"/>
                </a:lnTo>
                <a:lnTo>
                  <a:pt x="544494" y="0"/>
                </a:lnTo>
                <a:lnTo>
                  <a:pt x="596934" y="2498"/>
                </a:lnTo>
                <a:lnTo>
                  <a:pt x="647963" y="9845"/>
                </a:lnTo>
                <a:lnTo>
                  <a:pt x="697355" y="21809"/>
                </a:lnTo>
                <a:lnTo>
                  <a:pt x="744878" y="38164"/>
                </a:lnTo>
                <a:lnTo>
                  <a:pt x="790307" y="58678"/>
                </a:lnTo>
                <a:lnTo>
                  <a:pt x="833412" y="83125"/>
                </a:lnTo>
                <a:lnTo>
                  <a:pt x="873966" y="111275"/>
                </a:lnTo>
                <a:lnTo>
                  <a:pt x="911740" y="142900"/>
                </a:lnTo>
                <a:lnTo>
                  <a:pt x="946507" y="177771"/>
                </a:lnTo>
                <a:lnTo>
                  <a:pt x="978038" y="215660"/>
                </a:lnTo>
                <a:lnTo>
                  <a:pt x="1006105" y="256338"/>
                </a:lnTo>
                <a:lnTo>
                  <a:pt x="1030479" y="299576"/>
                </a:lnTo>
                <a:lnTo>
                  <a:pt x="1050934" y="345146"/>
                </a:lnTo>
                <a:lnTo>
                  <a:pt x="1067240" y="392819"/>
                </a:lnTo>
                <a:lnTo>
                  <a:pt x="1079170" y="442366"/>
                </a:lnTo>
                <a:lnTo>
                  <a:pt x="1086495" y="493559"/>
                </a:lnTo>
                <a:lnTo>
                  <a:pt x="1088987" y="546169"/>
                </a:lnTo>
                <a:lnTo>
                  <a:pt x="1086495" y="598779"/>
                </a:lnTo>
                <a:lnTo>
                  <a:pt x="1079170" y="649972"/>
                </a:lnTo>
                <a:lnTo>
                  <a:pt x="1067240" y="699518"/>
                </a:lnTo>
                <a:lnTo>
                  <a:pt x="1050934" y="747191"/>
                </a:lnTo>
                <a:lnTo>
                  <a:pt x="1030479" y="792762"/>
                </a:lnTo>
                <a:lnTo>
                  <a:pt x="1006105" y="835999"/>
                </a:lnTo>
                <a:lnTo>
                  <a:pt x="978038" y="876677"/>
                </a:lnTo>
                <a:lnTo>
                  <a:pt x="946507" y="914566"/>
                </a:lnTo>
                <a:lnTo>
                  <a:pt x="911740" y="949437"/>
                </a:lnTo>
                <a:lnTo>
                  <a:pt x="873966" y="981063"/>
                </a:lnTo>
                <a:lnTo>
                  <a:pt x="833412" y="1009213"/>
                </a:lnTo>
                <a:lnTo>
                  <a:pt x="790307" y="1033659"/>
                </a:lnTo>
                <a:lnTo>
                  <a:pt x="744878" y="1054174"/>
                </a:lnTo>
                <a:lnTo>
                  <a:pt x="697355" y="1070528"/>
                </a:lnTo>
                <a:lnTo>
                  <a:pt x="647963" y="1082492"/>
                </a:lnTo>
                <a:lnTo>
                  <a:pt x="596934" y="1089839"/>
                </a:lnTo>
                <a:lnTo>
                  <a:pt x="544494" y="1092339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1451" y="5306509"/>
            <a:ext cx="22796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65" dirty="0">
                <a:solidFill>
                  <a:srgbClr val="FFFDFD"/>
                </a:solidFill>
                <a:latin typeface="Times New Roman"/>
                <a:cs typeface="Times New Roman"/>
              </a:rPr>
              <a:t>5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7104" y="3650625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0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7104" y="2186354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47104" y="4384435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0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7104" y="291681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0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33335" y="2259482"/>
            <a:ext cx="154940" cy="2503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7104" y="707172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7104" y="633791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47104" y="779548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47104" y="8529292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33335" y="6416423"/>
            <a:ext cx="154940" cy="2492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22926" y="-283132"/>
            <a:ext cx="16764635" cy="10230485"/>
            <a:chOff x="3622926" y="-283132"/>
            <a:chExt cx="16764635" cy="10230485"/>
          </a:xfrm>
        </p:grpSpPr>
        <p:sp>
          <p:nvSpPr>
            <p:cNvPr id="15" name="object 15"/>
            <p:cNvSpPr/>
            <p:nvPr/>
          </p:nvSpPr>
          <p:spPr>
            <a:xfrm>
              <a:off x="14990859" y="0"/>
              <a:ext cx="5113655" cy="1499870"/>
            </a:xfrm>
            <a:custGeom>
              <a:avLst/>
              <a:gdLst/>
              <a:ahLst/>
              <a:cxnLst/>
              <a:rect l="l" t="t" r="r" b="b"/>
              <a:pathLst>
                <a:path w="5113655" h="1499870">
                  <a:moveTo>
                    <a:pt x="0" y="0"/>
                  </a:moveTo>
                  <a:lnTo>
                    <a:pt x="36628" y="31892"/>
                  </a:lnTo>
                  <a:lnTo>
                    <a:pt x="74137" y="64017"/>
                  </a:lnTo>
                  <a:lnTo>
                    <a:pt x="111910" y="95842"/>
                  </a:lnTo>
                  <a:lnTo>
                    <a:pt x="149945" y="127361"/>
                  </a:lnTo>
                  <a:lnTo>
                    <a:pt x="188240" y="158575"/>
                  </a:lnTo>
                  <a:lnTo>
                    <a:pt x="226797" y="189481"/>
                  </a:lnTo>
                  <a:lnTo>
                    <a:pt x="265608" y="220078"/>
                  </a:lnTo>
                  <a:lnTo>
                    <a:pt x="304675" y="250364"/>
                  </a:lnTo>
                  <a:lnTo>
                    <a:pt x="343996" y="280337"/>
                  </a:lnTo>
                  <a:lnTo>
                    <a:pt x="383569" y="309993"/>
                  </a:lnTo>
                  <a:lnTo>
                    <a:pt x="423390" y="339334"/>
                  </a:lnTo>
                  <a:lnTo>
                    <a:pt x="463459" y="368355"/>
                  </a:lnTo>
                  <a:lnTo>
                    <a:pt x="503775" y="397055"/>
                  </a:lnTo>
                  <a:lnTo>
                    <a:pt x="544334" y="425433"/>
                  </a:lnTo>
                  <a:lnTo>
                    <a:pt x="585134" y="453486"/>
                  </a:lnTo>
                  <a:lnTo>
                    <a:pt x="626177" y="481214"/>
                  </a:lnTo>
                  <a:lnTo>
                    <a:pt x="667456" y="508613"/>
                  </a:lnTo>
                  <a:lnTo>
                    <a:pt x="708973" y="535682"/>
                  </a:lnTo>
                  <a:lnTo>
                    <a:pt x="750723" y="562418"/>
                  </a:lnTo>
                  <a:lnTo>
                    <a:pt x="792708" y="588822"/>
                  </a:lnTo>
                  <a:lnTo>
                    <a:pt x="834922" y="614889"/>
                  </a:lnTo>
                  <a:lnTo>
                    <a:pt x="877366" y="640619"/>
                  </a:lnTo>
                  <a:lnTo>
                    <a:pt x="920035" y="666009"/>
                  </a:lnTo>
                  <a:lnTo>
                    <a:pt x="962932" y="691058"/>
                  </a:lnTo>
                  <a:lnTo>
                    <a:pt x="1006051" y="715763"/>
                  </a:lnTo>
                  <a:lnTo>
                    <a:pt x="1049391" y="740124"/>
                  </a:lnTo>
                  <a:lnTo>
                    <a:pt x="1092952" y="764137"/>
                  </a:lnTo>
                  <a:lnTo>
                    <a:pt x="1136730" y="787802"/>
                  </a:lnTo>
                  <a:lnTo>
                    <a:pt x="1180725" y="811117"/>
                  </a:lnTo>
                  <a:lnTo>
                    <a:pt x="1224932" y="834078"/>
                  </a:lnTo>
                  <a:lnTo>
                    <a:pt x="1269352" y="856685"/>
                  </a:lnTo>
                  <a:lnTo>
                    <a:pt x="1313982" y="878936"/>
                  </a:lnTo>
                  <a:lnTo>
                    <a:pt x="1358822" y="900829"/>
                  </a:lnTo>
                  <a:lnTo>
                    <a:pt x="1403866" y="922362"/>
                  </a:lnTo>
                  <a:lnTo>
                    <a:pt x="1449117" y="943532"/>
                  </a:lnTo>
                  <a:lnTo>
                    <a:pt x="1494569" y="964339"/>
                  </a:lnTo>
                  <a:lnTo>
                    <a:pt x="1540223" y="984780"/>
                  </a:lnTo>
                  <a:lnTo>
                    <a:pt x="1586074" y="1004854"/>
                  </a:lnTo>
                  <a:lnTo>
                    <a:pt x="1632124" y="1024558"/>
                  </a:lnTo>
                  <a:lnTo>
                    <a:pt x="1678369" y="1043891"/>
                  </a:lnTo>
                  <a:lnTo>
                    <a:pt x="1724808" y="1062851"/>
                  </a:lnTo>
                  <a:lnTo>
                    <a:pt x="1771438" y="1081436"/>
                  </a:lnTo>
                  <a:lnTo>
                    <a:pt x="1818258" y="1099643"/>
                  </a:lnTo>
                  <a:lnTo>
                    <a:pt x="1865265" y="1117473"/>
                  </a:lnTo>
                  <a:lnTo>
                    <a:pt x="1912457" y="1134921"/>
                  </a:lnTo>
                  <a:lnTo>
                    <a:pt x="1959836" y="1151987"/>
                  </a:lnTo>
                  <a:lnTo>
                    <a:pt x="2007396" y="1168668"/>
                  </a:lnTo>
                  <a:lnTo>
                    <a:pt x="2055135" y="1184963"/>
                  </a:lnTo>
                  <a:lnTo>
                    <a:pt x="2103052" y="1200871"/>
                  </a:lnTo>
                  <a:lnTo>
                    <a:pt x="2151148" y="1216388"/>
                  </a:lnTo>
                  <a:lnTo>
                    <a:pt x="2199417" y="1231512"/>
                  </a:lnTo>
                  <a:lnTo>
                    <a:pt x="2247860" y="1246244"/>
                  </a:lnTo>
                  <a:lnTo>
                    <a:pt x="2296474" y="1260579"/>
                  </a:lnTo>
                  <a:lnTo>
                    <a:pt x="2345255" y="1274517"/>
                  </a:lnTo>
                  <a:lnTo>
                    <a:pt x="2394205" y="1288057"/>
                  </a:lnTo>
                  <a:lnTo>
                    <a:pt x="2443320" y="1301194"/>
                  </a:lnTo>
                  <a:lnTo>
                    <a:pt x="2492598" y="1313928"/>
                  </a:lnTo>
                  <a:lnTo>
                    <a:pt x="2542038" y="1326258"/>
                  </a:lnTo>
                  <a:lnTo>
                    <a:pt x="2591638" y="1338180"/>
                  </a:lnTo>
                  <a:lnTo>
                    <a:pt x="2641395" y="1349695"/>
                  </a:lnTo>
                  <a:lnTo>
                    <a:pt x="2691308" y="1360798"/>
                  </a:lnTo>
                  <a:lnTo>
                    <a:pt x="2741375" y="1371489"/>
                  </a:lnTo>
                  <a:lnTo>
                    <a:pt x="2791595" y="1381765"/>
                  </a:lnTo>
                  <a:lnTo>
                    <a:pt x="2841964" y="1391625"/>
                  </a:lnTo>
                  <a:lnTo>
                    <a:pt x="2892484" y="1401067"/>
                  </a:lnTo>
                  <a:lnTo>
                    <a:pt x="2943148" y="1410089"/>
                  </a:lnTo>
                  <a:lnTo>
                    <a:pt x="2993958" y="1418689"/>
                  </a:lnTo>
                  <a:lnTo>
                    <a:pt x="3044910" y="1426866"/>
                  </a:lnTo>
                  <a:lnTo>
                    <a:pt x="3096003" y="1434617"/>
                  </a:lnTo>
                  <a:lnTo>
                    <a:pt x="3147237" y="1441941"/>
                  </a:lnTo>
                  <a:lnTo>
                    <a:pt x="3198607" y="1448835"/>
                  </a:lnTo>
                  <a:lnTo>
                    <a:pt x="3250112" y="1455298"/>
                  </a:lnTo>
                  <a:lnTo>
                    <a:pt x="3301750" y="1461328"/>
                  </a:lnTo>
                  <a:lnTo>
                    <a:pt x="3353521" y="1466922"/>
                  </a:lnTo>
                  <a:lnTo>
                    <a:pt x="3405420" y="1472080"/>
                  </a:lnTo>
                  <a:lnTo>
                    <a:pt x="3457447" y="1476799"/>
                  </a:lnTo>
                  <a:lnTo>
                    <a:pt x="3509602" y="1481078"/>
                  </a:lnTo>
                  <a:lnTo>
                    <a:pt x="3561879" y="1484915"/>
                  </a:lnTo>
                  <a:lnTo>
                    <a:pt x="3614278" y="1488307"/>
                  </a:lnTo>
                  <a:lnTo>
                    <a:pt x="3666800" y="1491252"/>
                  </a:lnTo>
                  <a:lnTo>
                    <a:pt x="3719441" y="1493750"/>
                  </a:lnTo>
                  <a:lnTo>
                    <a:pt x="3772195" y="1495798"/>
                  </a:lnTo>
                  <a:lnTo>
                    <a:pt x="3825066" y="1497394"/>
                  </a:lnTo>
                  <a:lnTo>
                    <a:pt x="3878047" y="1498536"/>
                  </a:lnTo>
                  <a:lnTo>
                    <a:pt x="3931143" y="1499223"/>
                  </a:lnTo>
                  <a:lnTo>
                    <a:pt x="3984348" y="1499452"/>
                  </a:lnTo>
                  <a:lnTo>
                    <a:pt x="4037551" y="1499223"/>
                  </a:lnTo>
                  <a:lnTo>
                    <a:pt x="4090647" y="1498536"/>
                  </a:lnTo>
                  <a:lnTo>
                    <a:pt x="4143629" y="1497394"/>
                  </a:lnTo>
                  <a:lnTo>
                    <a:pt x="4196499" y="1495798"/>
                  </a:lnTo>
                  <a:lnTo>
                    <a:pt x="4249254" y="1493750"/>
                  </a:lnTo>
                  <a:lnTo>
                    <a:pt x="4301895" y="1491252"/>
                  </a:lnTo>
                  <a:lnTo>
                    <a:pt x="4354415" y="1488307"/>
                  </a:lnTo>
                  <a:lnTo>
                    <a:pt x="4406816" y="1484915"/>
                  </a:lnTo>
                  <a:lnTo>
                    <a:pt x="4459093" y="1481078"/>
                  </a:lnTo>
                  <a:lnTo>
                    <a:pt x="4511247" y="1476799"/>
                  </a:lnTo>
                  <a:lnTo>
                    <a:pt x="4563276" y="1472080"/>
                  </a:lnTo>
                  <a:lnTo>
                    <a:pt x="4615177" y="1466922"/>
                  </a:lnTo>
                  <a:lnTo>
                    <a:pt x="4666946" y="1461328"/>
                  </a:lnTo>
                  <a:lnTo>
                    <a:pt x="4718585" y="1455298"/>
                  </a:lnTo>
                  <a:lnTo>
                    <a:pt x="4770088" y="1448835"/>
                  </a:lnTo>
                  <a:lnTo>
                    <a:pt x="4821461" y="1441941"/>
                  </a:lnTo>
                  <a:lnTo>
                    <a:pt x="4872694" y="1434617"/>
                  </a:lnTo>
                  <a:lnTo>
                    <a:pt x="4923785" y="1426866"/>
                  </a:lnTo>
                  <a:lnTo>
                    <a:pt x="4974739" y="1418689"/>
                  </a:lnTo>
                  <a:lnTo>
                    <a:pt x="5025548" y="1410089"/>
                  </a:lnTo>
                  <a:lnTo>
                    <a:pt x="5076212" y="1401067"/>
                  </a:lnTo>
                  <a:lnTo>
                    <a:pt x="5113546" y="1394090"/>
                  </a:lnTo>
                </a:path>
              </a:pathLst>
            </a:custGeom>
            <a:ln w="566264">
              <a:solidFill>
                <a:srgbClr val="FB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6626" y="1005204"/>
              <a:ext cx="1047088" cy="2617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2926" y="1371685"/>
              <a:ext cx="12868718" cy="8575655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3945471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9" y="203200"/>
                </a:lnTo>
                <a:lnTo>
                  <a:pt x="2865" y="156210"/>
                </a:lnTo>
                <a:lnTo>
                  <a:pt x="8253" y="107950"/>
                </a:lnTo>
                <a:lnTo>
                  <a:pt x="15208" y="6477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3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6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2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5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0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9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9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2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2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2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7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5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5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0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0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32298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7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6" y="33020"/>
                </a:lnTo>
                <a:lnTo>
                  <a:pt x="27189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8" y="2540"/>
                </a:lnTo>
                <a:lnTo>
                  <a:pt x="84998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20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10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3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6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4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2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9" y="243840"/>
                </a:lnTo>
                <a:lnTo>
                  <a:pt x="308895" y="24384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7" y="312420"/>
                </a:lnTo>
                <a:lnTo>
                  <a:pt x="101894" y="312420"/>
                </a:lnTo>
                <a:lnTo>
                  <a:pt x="102435" y="316230"/>
                </a:lnTo>
                <a:lnTo>
                  <a:pt x="103115" y="325120"/>
                </a:lnTo>
                <a:lnTo>
                  <a:pt x="103030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7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9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8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10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2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2576" y="125730"/>
                </a:lnTo>
                <a:lnTo>
                  <a:pt x="43470" y="11811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2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7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3" y="124460"/>
                </a:lnTo>
                <a:lnTo>
                  <a:pt x="163395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6" y="134620"/>
                </a:lnTo>
                <a:lnTo>
                  <a:pt x="137853" y="137160"/>
                </a:lnTo>
                <a:lnTo>
                  <a:pt x="133553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2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70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2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2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3" y="124460"/>
                </a:lnTo>
                <a:lnTo>
                  <a:pt x="337149" y="129540"/>
                </a:lnTo>
                <a:lnTo>
                  <a:pt x="337246" y="132080"/>
                </a:lnTo>
                <a:lnTo>
                  <a:pt x="337299" y="156210"/>
                </a:lnTo>
                <a:lnTo>
                  <a:pt x="335960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4" y="312420"/>
                </a:moveTo>
                <a:lnTo>
                  <a:pt x="100447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4" y="312420"/>
                </a:lnTo>
                <a:close/>
              </a:path>
              <a:path w="337820" h="473709">
                <a:moveTo>
                  <a:pt x="255667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80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4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70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7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31269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6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5" y="305414"/>
                </a:lnTo>
                <a:lnTo>
                  <a:pt x="1661" y="264935"/>
                </a:lnTo>
                <a:lnTo>
                  <a:pt x="25" y="235481"/>
                </a:lnTo>
                <a:lnTo>
                  <a:pt x="0" y="234073"/>
                </a:lnTo>
                <a:lnTo>
                  <a:pt x="2711" y="193040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3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1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90" y="33766"/>
                </a:lnTo>
                <a:lnTo>
                  <a:pt x="303097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8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8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6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6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7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2" y="379621"/>
                </a:lnTo>
                <a:lnTo>
                  <a:pt x="191724" y="379621"/>
                </a:lnTo>
                <a:lnTo>
                  <a:pt x="198656" y="377960"/>
                </a:lnTo>
                <a:lnTo>
                  <a:pt x="198458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6295" y="234073"/>
                </a:lnTo>
                <a:lnTo>
                  <a:pt x="255254" y="221678"/>
                </a:lnTo>
                <a:lnTo>
                  <a:pt x="255172" y="220706"/>
                </a:lnTo>
                <a:lnTo>
                  <a:pt x="246957" y="182792"/>
                </a:lnTo>
                <a:lnTo>
                  <a:pt x="228478" y="145538"/>
                </a:lnTo>
                <a:lnTo>
                  <a:pt x="197936" y="121816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2410" y="172019"/>
                </a:lnTo>
                <a:lnTo>
                  <a:pt x="362500" y="172407"/>
                </a:lnTo>
                <a:lnTo>
                  <a:pt x="368477" y="213129"/>
                </a:lnTo>
                <a:lnTo>
                  <a:pt x="368924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4544" y="285150"/>
                </a:lnTo>
                <a:lnTo>
                  <a:pt x="354684" y="324745"/>
                </a:lnTo>
                <a:lnTo>
                  <a:pt x="339812" y="361504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60093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9" y="203200"/>
                </a:lnTo>
                <a:lnTo>
                  <a:pt x="646" y="190500"/>
                </a:lnTo>
                <a:lnTo>
                  <a:pt x="1190" y="180340"/>
                </a:lnTo>
                <a:lnTo>
                  <a:pt x="1880" y="168910"/>
                </a:lnTo>
                <a:lnTo>
                  <a:pt x="1958" y="167640"/>
                </a:lnTo>
                <a:lnTo>
                  <a:pt x="2036" y="166370"/>
                </a:lnTo>
                <a:lnTo>
                  <a:pt x="6737" y="119380"/>
                </a:lnTo>
                <a:lnTo>
                  <a:pt x="13294" y="74930"/>
                </a:lnTo>
                <a:lnTo>
                  <a:pt x="23692" y="3302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5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5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40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5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47998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6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5" y="305414"/>
                </a:lnTo>
                <a:lnTo>
                  <a:pt x="1661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7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8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8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6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6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7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2410" y="172019"/>
                </a:lnTo>
                <a:lnTo>
                  <a:pt x="362500" y="172407"/>
                </a:lnTo>
                <a:lnTo>
                  <a:pt x="368477" y="213129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77538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8" y="405130"/>
                </a:moveTo>
                <a:lnTo>
                  <a:pt x="126284" y="405130"/>
                </a:lnTo>
                <a:lnTo>
                  <a:pt x="126092" y="404961"/>
                </a:lnTo>
                <a:lnTo>
                  <a:pt x="131361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2" y="369570"/>
                </a:lnTo>
                <a:lnTo>
                  <a:pt x="167938" y="365760"/>
                </a:lnTo>
                <a:lnTo>
                  <a:pt x="167938" y="359410"/>
                </a:lnTo>
                <a:lnTo>
                  <a:pt x="166643" y="355600"/>
                </a:lnTo>
                <a:lnTo>
                  <a:pt x="161462" y="347980"/>
                </a:lnTo>
                <a:lnTo>
                  <a:pt x="157628" y="342900"/>
                </a:lnTo>
                <a:lnTo>
                  <a:pt x="152551" y="337820"/>
                </a:lnTo>
                <a:lnTo>
                  <a:pt x="147578" y="332740"/>
                </a:lnTo>
                <a:lnTo>
                  <a:pt x="141620" y="326390"/>
                </a:lnTo>
                <a:lnTo>
                  <a:pt x="112606" y="302260"/>
                </a:lnTo>
                <a:lnTo>
                  <a:pt x="103689" y="294640"/>
                </a:lnTo>
                <a:lnTo>
                  <a:pt x="94499" y="287020"/>
                </a:lnTo>
                <a:lnTo>
                  <a:pt x="85037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0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7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8" y="77470"/>
                </a:lnTo>
                <a:lnTo>
                  <a:pt x="49814" y="82550"/>
                </a:lnTo>
                <a:lnTo>
                  <a:pt x="45669" y="88900"/>
                </a:lnTo>
                <a:lnTo>
                  <a:pt x="30803" y="127000"/>
                </a:lnTo>
                <a:lnTo>
                  <a:pt x="29245" y="138430"/>
                </a:lnTo>
                <a:lnTo>
                  <a:pt x="29175" y="1397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0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3" y="218440"/>
                </a:lnTo>
                <a:lnTo>
                  <a:pt x="192392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8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1"/>
                </a:lnTo>
                <a:lnTo>
                  <a:pt x="275398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5" y="139700"/>
                </a:lnTo>
                <a:lnTo>
                  <a:pt x="29383" y="135890"/>
                </a:lnTo>
                <a:lnTo>
                  <a:pt x="29453" y="134620"/>
                </a:lnTo>
                <a:lnTo>
                  <a:pt x="42042" y="95250"/>
                </a:lnTo>
                <a:lnTo>
                  <a:pt x="53958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29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89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4" y="158750"/>
                </a:lnTo>
                <a:lnTo>
                  <a:pt x="39452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4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4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2" y="160020"/>
                </a:lnTo>
                <a:lnTo>
                  <a:pt x="40954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29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5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7" y="116840"/>
                </a:lnTo>
                <a:lnTo>
                  <a:pt x="134055" y="142240"/>
                </a:lnTo>
                <a:lnTo>
                  <a:pt x="134055" y="147320"/>
                </a:lnTo>
                <a:lnTo>
                  <a:pt x="135144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1" y="147320"/>
                </a:moveTo>
                <a:lnTo>
                  <a:pt x="244719" y="147320"/>
                </a:lnTo>
                <a:lnTo>
                  <a:pt x="239435" y="143510"/>
                </a:lnTo>
                <a:lnTo>
                  <a:pt x="228762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8" y="120650"/>
                </a:lnTo>
                <a:lnTo>
                  <a:pt x="190527" y="118110"/>
                </a:lnTo>
                <a:lnTo>
                  <a:pt x="185657" y="118110"/>
                </a:lnTo>
                <a:lnTo>
                  <a:pt x="180787" y="116840"/>
                </a:lnTo>
                <a:lnTo>
                  <a:pt x="175606" y="115570"/>
                </a:lnTo>
                <a:lnTo>
                  <a:pt x="281200" y="115570"/>
                </a:lnTo>
                <a:lnTo>
                  <a:pt x="255910" y="144780"/>
                </a:lnTo>
                <a:lnTo>
                  <a:pt x="250211" y="147320"/>
                </a:lnTo>
                <a:close/>
              </a:path>
              <a:path w="287654" h="468630">
                <a:moveTo>
                  <a:pt x="155504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8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7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1" y="400050"/>
                </a:lnTo>
                <a:lnTo>
                  <a:pt x="78412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0" y="412750"/>
                </a:lnTo>
                <a:lnTo>
                  <a:pt x="76392" y="412750"/>
                </a:lnTo>
                <a:lnTo>
                  <a:pt x="78257" y="414020"/>
                </a:lnTo>
                <a:lnTo>
                  <a:pt x="80796" y="415290"/>
                </a:lnTo>
                <a:lnTo>
                  <a:pt x="268165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2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19" y="459740"/>
                </a:lnTo>
                <a:lnTo>
                  <a:pt x="192690" y="463550"/>
                </a:lnTo>
                <a:lnTo>
                  <a:pt x="180528" y="466090"/>
                </a:lnTo>
                <a:lnTo>
                  <a:pt x="155504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7" y="414020"/>
                </a:lnTo>
                <a:lnTo>
                  <a:pt x="76392" y="412750"/>
                </a:lnTo>
                <a:lnTo>
                  <a:pt x="74630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2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1" y="403860"/>
                </a:lnTo>
                <a:lnTo>
                  <a:pt x="85199" y="406400"/>
                </a:lnTo>
                <a:lnTo>
                  <a:pt x="85717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29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2" y="400050"/>
                </a:lnTo>
                <a:lnTo>
                  <a:pt x="120481" y="400050"/>
                </a:lnTo>
                <a:lnTo>
                  <a:pt x="123383" y="402590"/>
                </a:lnTo>
                <a:lnTo>
                  <a:pt x="83852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1" y="403860"/>
                </a:moveTo>
                <a:lnTo>
                  <a:pt x="81884" y="403860"/>
                </a:lnTo>
                <a:lnTo>
                  <a:pt x="83852" y="402590"/>
                </a:lnTo>
                <a:lnTo>
                  <a:pt x="84301" y="403860"/>
                </a:lnTo>
                <a:close/>
              </a:path>
              <a:path w="287654" h="468630">
                <a:moveTo>
                  <a:pt x="268165" y="415290"/>
                </a:moveTo>
                <a:lnTo>
                  <a:pt x="84008" y="415290"/>
                </a:lnTo>
                <a:lnTo>
                  <a:pt x="84629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7" y="408940"/>
                </a:lnTo>
                <a:lnTo>
                  <a:pt x="85199" y="406400"/>
                </a:lnTo>
                <a:lnTo>
                  <a:pt x="83852" y="402590"/>
                </a:lnTo>
                <a:lnTo>
                  <a:pt x="123383" y="402590"/>
                </a:lnTo>
                <a:lnTo>
                  <a:pt x="126092" y="404961"/>
                </a:lnTo>
                <a:lnTo>
                  <a:pt x="125973" y="405130"/>
                </a:lnTo>
                <a:lnTo>
                  <a:pt x="275398" y="405130"/>
                </a:lnTo>
                <a:lnTo>
                  <a:pt x="270161" y="412750"/>
                </a:lnTo>
                <a:lnTo>
                  <a:pt x="268165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3" y="405130"/>
                </a:lnTo>
                <a:lnTo>
                  <a:pt x="126092" y="404961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11798" y="521302"/>
            <a:ext cx="709295" cy="476250"/>
          </a:xfrm>
          <a:custGeom>
            <a:avLst/>
            <a:gdLst/>
            <a:ahLst/>
            <a:cxnLst/>
            <a:rect l="l" t="t" r="r" b="b"/>
            <a:pathLst>
              <a:path w="709295" h="476250">
                <a:moveTo>
                  <a:pt x="294944" y="106603"/>
                </a:moveTo>
                <a:lnTo>
                  <a:pt x="282397" y="63423"/>
                </a:lnTo>
                <a:lnTo>
                  <a:pt x="273672" y="50723"/>
                </a:lnTo>
                <a:lnTo>
                  <a:pt x="270433" y="46913"/>
                </a:lnTo>
                <a:lnTo>
                  <a:pt x="234365" y="20243"/>
                </a:lnTo>
                <a:lnTo>
                  <a:pt x="196557" y="6273"/>
                </a:lnTo>
                <a:lnTo>
                  <a:pt x="181800" y="3733"/>
                </a:lnTo>
                <a:lnTo>
                  <a:pt x="148501" y="3733"/>
                </a:lnTo>
                <a:lnTo>
                  <a:pt x="130352" y="6273"/>
                </a:lnTo>
                <a:lnTo>
                  <a:pt x="121196" y="8813"/>
                </a:lnTo>
                <a:lnTo>
                  <a:pt x="112052" y="10083"/>
                </a:lnTo>
                <a:lnTo>
                  <a:pt x="102933" y="12623"/>
                </a:lnTo>
                <a:lnTo>
                  <a:pt x="93827" y="16433"/>
                </a:lnTo>
                <a:lnTo>
                  <a:pt x="84823" y="18973"/>
                </a:lnTo>
                <a:lnTo>
                  <a:pt x="50749" y="36753"/>
                </a:lnTo>
                <a:lnTo>
                  <a:pt x="17119" y="68503"/>
                </a:lnTo>
                <a:lnTo>
                  <a:pt x="444" y="110413"/>
                </a:lnTo>
                <a:lnTo>
                  <a:pt x="12" y="119303"/>
                </a:lnTo>
                <a:lnTo>
                  <a:pt x="88" y="124383"/>
                </a:lnTo>
                <a:lnTo>
                  <a:pt x="177" y="126923"/>
                </a:lnTo>
                <a:lnTo>
                  <a:pt x="279" y="129463"/>
                </a:lnTo>
                <a:lnTo>
                  <a:pt x="330" y="130733"/>
                </a:lnTo>
                <a:lnTo>
                  <a:pt x="457" y="132003"/>
                </a:lnTo>
                <a:lnTo>
                  <a:pt x="584" y="133273"/>
                </a:lnTo>
                <a:lnTo>
                  <a:pt x="698" y="134543"/>
                </a:lnTo>
                <a:lnTo>
                  <a:pt x="825" y="135813"/>
                </a:lnTo>
                <a:lnTo>
                  <a:pt x="1460" y="142163"/>
                </a:lnTo>
                <a:lnTo>
                  <a:pt x="3352" y="152323"/>
                </a:lnTo>
                <a:lnTo>
                  <a:pt x="23723" y="194233"/>
                </a:lnTo>
                <a:lnTo>
                  <a:pt x="36626" y="208203"/>
                </a:lnTo>
                <a:lnTo>
                  <a:pt x="44005" y="215823"/>
                </a:lnTo>
                <a:lnTo>
                  <a:pt x="52019" y="220903"/>
                </a:lnTo>
                <a:lnTo>
                  <a:pt x="59728" y="225983"/>
                </a:lnTo>
                <a:lnTo>
                  <a:pt x="66230" y="229793"/>
                </a:lnTo>
                <a:lnTo>
                  <a:pt x="71539" y="232333"/>
                </a:lnTo>
                <a:lnTo>
                  <a:pt x="74701" y="232333"/>
                </a:lnTo>
                <a:lnTo>
                  <a:pt x="204330" y="232333"/>
                </a:lnTo>
                <a:lnTo>
                  <a:pt x="204076" y="231063"/>
                </a:lnTo>
                <a:lnTo>
                  <a:pt x="199923" y="223443"/>
                </a:lnTo>
                <a:lnTo>
                  <a:pt x="197396" y="220903"/>
                </a:lnTo>
                <a:lnTo>
                  <a:pt x="191376" y="214553"/>
                </a:lnTo>
                <a:lnTo>
                  <a:pt x="188061" y="212013"/>
                </a:lnTo>
                <a:lnTo>
                  <a:pt x="180809" y="206933"/>
                </a:lnTo>
                <a:lnTo>
                  <a:pt x="177139" y="205663"/>
                </a:lnTo>
                <a:lnTo>
                  <a:pt x="168529" y="199313"/>
                </a:lnTo>
                <a:lnTo>
                  <a:pt x="163614" y="196773"/>
                </a:lnTo>
                <a:lnTo>
                  <a:pt x="158635" y="192963"/>
                </a:lnTo>
                <a:lnTo>
                  <a:pt x="153771" y="189153"/>
                </a:lnTo>
                <a:lnTo>
                  <a:pt x="149415" y="186613"/>
                </a:lnTo>
                <a:lnTo>
                  <a:pt x="145580" y="181533"/>
                </a:lnTo>
                <a:lnTo>
                  <a:pt x="141846" y="177723"/>
                </a:lnTo>
                <a:lnTo>
                  <a:pt x="138849" y="172643"/>
                </a:lnTo>
                <a:lnTo>
                  <a:pt x="136563" y="167563"/>
                </a:lnTo>
                <a:lnTo>
                  <a:pt x="134391" y="162483"/>
                </a:lnTo>
                <a:lnTo>
                  <a:pt x="133299" y="157403"/>
                </a:lnTo>
                <a:lnTo>
                  <a:pt x="133299" y="144703"/>
                </a:lnTo>
                <a:lnTo>
                  <a:pt x="172986" y="123113"/>
                </a:lnTo>
                <a:lnTo>
                  <a:pt x="191541" y="123113"/>
                </a:lnTo>
                <a:lnTo>
                  <a:pt x="223456" y="129463"/>
                </a:lnTo>
                <a:lnTo>
                  <a:pt x="229146" y="132003"/>
                </a:lnTo>
                <a:lnTo>
                  <a:pt x="245986" y="135813"/>
                </a:lnTo>
                <a:lnTo>
                  <a:pt x="267385" y="135813"/>
                </a:lnTo>
                <a:lnTo>
                  <a:pt x="271945" y="133273"/>
                </a:lnTo>
                <a:lnTo>
                  <a:pt x="276504" y="132003"/>
                </a:lnTo>
                <a:lnTo>
                  <a:pt x="280962" y="129463"/>
                </a:lnTo>
                <a:lnTo>
                  <a:pt x="285305" y="125653"/>
                </a:lnTo>
                <a:lnTo>
                  <a:pt x="289039" y="123113"/>
                </a:lnTo>
                <a:lnTo>
                  <a:pt x="291579" y="119303"/>
                </a:lnTo>
                <a:lnTo>
                  <a:pt x="292735" y="115493"/>
                </a:lnTo>
                <a:lnTo>
                  <a:pt x="294271" y="110413"/>
                </a:lnTo>
                <a:lnTo>
                  <a:pt x="294944" y="106603"/>
                </a:lnTo>
                <a:close/>
              </a:path>
              <a:path w="709295" h="476250">
                <a:moveTo>
                  <a:pt x="326339" y="327583"/>
                </a:moveTo>
                <a:lnTo>
                  <a:pt x="306133" y="298373"/>
                </a:lnTo>
                <a:lnTo>
                  <a:pt x="298831" y="299643"/>
                </a:lnTo>
                <a:lnTo>
                  <a:pt x="290753" y="303453"/>
                </a:lnTo>
                <a:lnTo>
                  <a:pt x="284695" y="307263"/>
                </a:lnTo>
                <a:lnTo>
                  <a:pt x="272567" y="317423"/>
                </a:lnTo>
                <a:lnTo>
                  <a:pt x="266509" y="325043"/>
                </a:lnTo>
                <a:lnTo>
                  <a:pt x="254977" y="339013"/>
                </a:lnTo>
                <a:lnTo>
                  <a:pt x="220027" y="368223"/>
                </a:lnTo>
                <a:lnTo>
                  <a:pt x="176517" y="383463"/>
                </a:lnTo>
                <a:lnTo>
                  <a:pt x="169468" y="382193"/>
                </a:lnTo>
                <a:lnTo>
                  <a:pt x="162369" y="382193"/>
                </a:lnTo>
                <a:lnTo>
                  <a:pt x="148069" y="377113"/>
                </a:lnTo>
                <a:lnTo>
                  <a:pt x="144881" y="375843"/>
                </a:lnTo>
                <a:lnTo>
                  <a:pt x="141693" y="374573"/>
                </a:lnTo>
                <a:lnTo>
                  <a:pt x="118071" y="347903"/>
                </a:lnTo>
                <a:lnTo>
                  <a:pt x="118071" y="342823"/>
                </a:lnTo>
                <a:lnTo>
                  <a:pt x="118427" y="333933"/>
                </a:lnTo>
                <a:lnTo>
                  <a:pt x="119468" y="327583"/>
                </a:lnTo>
                <a:lnTo>
                  <a:pt x="121221" y="319963"/>
                </a:lnTo>
                <a:lnTo>
                  <a:pt x="123672" y="314883"/>
                </a:lnTo>
                <a:lnTo>
                  <a:pt x="127393" y="305993"/>
                </a:lnTo>
                <a:lnTo>
                  <a:pt x="164134" y="274243"/>
                </a:lnTo>
                <a:lnTo>
                  <a:pt x="177139" y="267893"/>
                </a:lnTo>
                <a:lnTo>
                  <a:pt x="184073" y="264083"/>
                </a:lnTo>
                <a:lnTo>
                  <a:pt x="190449" y="260273"/>
                </a:lnTo>
                <a:lnTo>
                  <a:pt x="196253" y="256463"/>
                </a:lnTo>
                <a:lnTo>
                  <a:pt x="202158" y="252653"/>
                </a:lnTo>
                <a:lnTo>
                  <a:pt x="205105" y="247573"/>
                </a:lnTo>
                <a:lnTo>
                  <a:pt x="205105" y="236143"/>
                </a:lnTo>
                <a:lnTo>
                  <a:pt x="204597" y="233603"/>
                </a:lnTo>
                <a:lnTo>
                  <a:pt x="204444" y="232905"/>
                </a:lnTo>
                <a:lnTo>
                  <a:pt x="75120" y="232905"/>
                </a:lnTo>
                <a:lnTo>
                  <a:pt x="73393" y="232905"/>
                </a:lnTo>
                <a:lnTo>
                  <a:pt x="35877" y="259003"/>
                </a:lnTo>
                <a:lnTo>
                  <a:pt x="12382" y="290753"/>
                </a:lnTo>
                <a:lnTo>
                  <a:pt x="457" y="335203"/>
                </a:lnTo>
                <a:lnTo>
                  <a:pt x="0" y="346633"/>
                </a:lnTo>
                <a:lnTo>
                  <a:pt x="114" y="351713"/>
                </a:lnTo>
                <a:lnTo>
                  <a:pt x="165" y="352983"/>
                </a:lnTo>
                <a:lnTo>
                  <a:pt x="279" y="355523"/>
                </a:lnTo>
                <a:lnTo>
                  <a:pt x="393" y="358063"/>
                </a:lnTo>
                <a:lnTo>
                  <a:pt x="15570" y="401243"/>
                </a:lnTo>
                <a:lnTo>
                  <a:pt x="46393" y="434263"/>
                </a:lnTo>
                <a:lnTo>
                  <a:pt x="85737" y="457123"/>
                </a:lnTo>
                <a:lnTo>
                  <a:pt x="94005" y="459663"/>
                </a:lnTo>
                <a:lnTo>
                  <a:pt x="102336" y="463473"/>
                </a:lnTo>
                <a:lnTo>
                  <a:pt x="110718" y="466013"/>
                </a:lnTo>
                <a:lnTo>
                  <a:pt x="143586" y="471093"/>
                </a:lnTo>
                <a:lnTo>
                  <a:pt x="163042" y="471093"/>
                </a:lnTo>
                <a:lnTo>
                  <a:pt x="206756" y="462203"/>
                </a:lnTo>
                <a:lnTo>
                  <a:pt x="243903" y="443153"/>
                </a:lnTo>
                <a:lnTo>
                  <a:pt x="274205" y="419023"/>
                </a:lnTo>
                <a:lnTo>
                  <a:pt x="286715" y="405053"/>
                </a:lnTo>
                <a:lnTo>
                  <a:pt x="292303" y="398703"/>
                </a:lnTo>
                <a:lnTo>
                  <a:pt x="315201" y="364413"/>
                </a:lnTo>
                <a:lnTo>
                  <a:pt x="318782" y="358063"/>
                </a:lnTo>
                <a:lnTo>
                  <a:pt x="321056" y="351713"/>
                </a:lnTo>
                <a:lnTo>
                  <a:pt x="324586" y="342823"/>
                </a:lnTo>
                <a:lnTo>
                  <a:pt x="326339" y="333933"/>
                </a:lnTo>
                <a:lnTo>
                  <a:pt x="326339" y="327583"/>
                </a:lnTo>
                <a:close/>
              </a:path>
              <a:path w="709295" h="476250">
                <a:moveTo>
                  <a:pt x="708914" y="200507"/>
                </a:moveTo>
                <a:lnTo>
                  <a:pt x="706831" y="160439"/>
                </a:lnTo>
                <a:lnTo>
                  <a:pt x="700366" y="123215"/>
                </a:lnTo>
                <a:lnTo>
                  <a:pt x="699096" y="119380"/>
                </a:lnTo>
                <a:lnTo>
                  <a:pt x="689584" y="90411"/>
                </a:lnTo>
                <a:lnTo>
                  <a:pt x="665594" y="49885"/>
                </a:lnTo>
                <a:lnTo>
                  <a:pt x="633920" y="20828"/>
                </a:lnTo>
                <a:lnTo>
                  <a:pt x="633133" y="20370"/>
                </a:lnTo>
                <a:lnTo>
                  <a:pt x="621919" y="13703"/>
                </a:lnTo>
                <a:lnTo>
                  <a:pt x="609396" y="8013"/>
                </a:lnTo>
                <a:lnTo>
                  <a:pt x="609206" y="7962"/>
                </a:lnTo>
                <a:lnTo>
                  <a:pt x="609206" y="213372"/>
                </a:lnTo>
                <a:lnTo>
                  <a:pt x="609193" y="241427"/>
                </a:lnTo>
                <a:lnTo>
                  <a:pt x="604393" y="283502"/>
                </a:lnTo>
                <a:lnTo>
                  <a:pt x="593725" y="321729"/>
                </a:lnTo>
                <a:lnTo>
                  <a:pt x="570915" y="360260"/>
                </a:lnTo>
                <a:lnTo>
                  <a:pt x="529628" y="379564"/>
                </a:lnTo>
                <a:lnTo>
                  <a:pt x="524751" y="379564"/>
                </a:lnTo>
                <a:lnTo>
                  <a:pt x="485749" y="368833"/>
                </a:lnTo>
                <a:lnTo>
                  <a:pt x="468693" y="356095"/>
                </a:lnTo>
                <a:lnTo>
                  <a:pt x="469379" y="345935"/>
                </a:lnTo>
                <a:lnTo>
                  <a:pt x="473240" y="298424"/>
                </a:lnTo>
                <a:lnTo>
                  <a:pt x="476935" y="260184"/>
                </a:lnTo>
                <a:lnTo>
                  <a:pt x="484784" y="187058"/>
                </a:lnTo>
                <a:lnTo>
                  <a:pt x="496214" y="147815"/>
                </a:lnTo>
                <a:lnTo>
                  <a:pt x="496316" y="147662"/>
                </a:lnTo>
                <a:lnTo>
                  <a:pt x="500151" y="141909"/>
                </a:lnTo>
                <a:lnTo>
                  <a:pt x="531799" y="120510"/>
                </a:lnTo>
                <a:lnTo>
                  <a:pt x="538124" y="119380"/>
                </a:lnTo>
                <a:lnTo>
                  <a:pt x="544855" y="119380"/>
                </a:lnTo>
                <a:lnTo>
                  <a:pt x="581583" y="133210"/>
                </a:lnTo>
                <a:lnTo>
                  <a:pt x="601827" y="167970"/>
                </a:lnTo>
                <a:lnTo>
                  <a:pt x="609206" y="213372"/>
                </a:lnTo>
                <a:lnTo>
                  <a:pt x="609206" y="7962"/>
                </a:lnTo>
                <a:lnTo>
                  <a:pt x="596353" y="3759"/>
                </a:lnTo>
                <a:lnTo>
                  <a:pt x="582777" y="939"/>
                </a:lnTo>
                <a:lnTo>
                  <a:pt x="576668" y="317"/>
                </a:lnTo>
                <a:lnTo>
                  <a:pt x="570560" y="0"/>
                </a:lnTo>
                <a:lnTo>
                  <a:pt x="564438" y="0"/>
                </a:lnTo>
                <a:lnTo>
                  <a:pt x="555726" y="317"/>
                </a:lnTo>
                <a:lnTo>
                  <a:pt x="554469" y="317"/>
                </a:lnTo>
                <a:lnTo>
                  <a:pt x="510959" y="9232"/>
                </a:lnTo>
                <a:lnTo>
                  <a:pt x="485013" y="20370"/>
                </a:lnTo>
                <a:lnTo>
                  <a:pt x="483984" y="18808"/>
                </a:lnTo>
                <a:lnTo>
                  <a:pt x="480301" y="16167"/>
                </a:lnTo>
                <a:lnTo>
                  <a:pt x="473989" y="12446"/>
                </a:lnTo>
                <a:lnTo>
                  <a:pt x="467766" y="8610"/>
                </a:lnTo>
                <a:lnTo>
                  <a:pt x="460717" y="5854"/>
                </a:lnTo>
                <a:lnTo>
                  <a:pt x="452843" y="4203"/>
                </a:lnTo>
                <a:lnTo>
                  <a:pt x="448792" y="3416"/>
                </a:lnTo>
                <a:lnTo>
                  <a:pt x="448487" y="3416"/>
                </a:lnTo>
                <a:lnTo>
                  <a:pt x="445389" y="3111"/>
                </a:lnTo>
                <a:lnTo>
                  <a:pt x="434975" y="3111"/>
                </a:lnTo>
                <a:lnTo>
                  <a:pt x="434975" y="46164"/>
                </a:lnTo>
                <a:lnTo>
                  <a:pt x="434746" y="42443"/>
                </a:lnTo>
                <a:lnTo>
                  <a:pt x="434784" y="42849"/>
                </a:lnTo>
                <a:lnTo>
                  <a:pt x="434975" y="46164"/>
                </a:lnTo>
                <a:lnTo>
                  <a:pt x="434975" y="3111"/>
                </a:lnTo>
                <a:lnTo>
                  <a:pt x="429107" y="4203"/>
                </a:lnTo>
                <a:lnTo>
                  <a:pt x="428802" y="4203"/>
                </a:lnTo>
                <a:lnTo>
                  <a:pt x="416521" y="9067"/>
                </a:lnTo>
                <a:lnTo>
                  <a:pt x="411035" y="12280"/>
                </a:lnTo>
                <a:lnTo>
                  <a:pt x="409092" y="13868"/>
                </a:lnTo>
                <a:lnTo>
                  <a:pt x="409092" y="96951"/>
                </a:lnTo>
                <a:lnTo>
                  <a:pt x="409016" y="97815"/>
                </a:lnTo>
                <a:lnTo>
                  <a:pt x="408800" y="100088"/>
                </a:lnTo>
                <a:lnTo>
                  <a:pt x="409092" y="96951"/>
                </a:lnTo>
                <a:lnTo>
                  <a:pt x="409092" y="13868"/>
                </a:lnTo>
                <a:lnTo>
                  <a:pt x="408419" y="14414"/>
                </a:lnTo>
                <a:lnTo>
                  <a:pt x="408419" y="104140"/>
                </a:lnTo>
                <a:lnTo>
                  <a:pt x="408393" y="104457"/>
                </a:lnTo>
                <a:lnTo>
                  <a:pt x="407974" y="108178"/>
                </a:lnTo>
                <a:lnTo>
                  <a:pt x="408419" y="104140"/>
                </a:lnTo>
                <a:lnTo>
                  <a:pt x="408419" y="14414"/>
                </a:lnTo>
                <a:lnTo>
                  <a:pt x="406057" y="16319"/>
                </a:lnTo>
                <a:lnTo>
                  <a:pt x="403644" y="18338"/>
                </a:lnTo>
                <a:lnTo>
                  <a:pt x="403644" y="88366"/>
                </a:lnTo>
                <a:lnTo>
                  <a:pt x="403580" y="88912"/>
                </a:lnTo>
                <a:lnTo>
                  <a:pt x="402475" y="96405"/>
                </a:lnTo>
                <a:lnTo>
                  <a:pt x="401447" y="104457"/>
                </a:lnTo>
                <a:lnTo>
                  <a:pt x="400685" y="111175"/>
                </a:lnTo>
                <a:lnTo>
                  <a:pt x="401510" y="103835"/>
                </a:lnTo>
                <a:lnTo>
                  <a:pt x="402475" y="96405"/>
                </a:lnTo>
                <a:lnTo>
                  <a:pt x="403644" y="88366"/>
                </a:lnTo>
                <a:lnTo>
                  <a:pt x="403644" y="18338"/>
                </a:lnTo>
                <a:lnTo>
                  <a:pt x="401193" y="20370"/>
                </a:lnTo>
                <a:lnTo>
                  <a:pt x="398056" y="23964"/>
                </a:lnTo>
                <a:lnTo>
                  <a:pt x="398056" y="132346"/>
                </a:lnTo>
                <a:lnTo>
                  <a:pt x="398005" y="132588"/>
                </a:lnTo>
                <a:lnTo>
                  <a:pt x="397929" y="132892"/>
                </a:lnTo>
                <a:lnTo>
                  <a:pt x="397852" y="133210"/>
                </a:lnTo>
                <a:lnTo>
                  <a:pt x="396443" y="138899"/>
                </a:lnTo>
                <a:lnTo>
                  <a:pt x="398056" y="132346"/>
                </a:lnTo>
                <a:lnTo>
                  <a:pt x="398056" y="23964"/>
                </a:lnTo>
                <a:lnTo>
                  <a:pt x="396989" y="25184"/>
                </a:lnTo>
                <a:lnTo>
                  <a:pt x="381381" y="68021"/>
                </a:lnTo>
                <a:lnTo>
                  <a:pt x="374307" y="109994"/>
                </a:lnTo>
                <a:lnTo>
                  <a:pt x="369443" y="156591"/>
                </a:lnTo>
                <a:lnTo>
                  <a:pt x="367042" y="205320"/>
                </a:lnTo>
                <a:lnTo>
                  <a:pt x="366903" y="248805"/>
                </a:lnTo>
                <a:lnTo>
                  <a:pt x="367398" y="267182"/>
                </a:lnTo>
                <a:lnTo>
                  <a:pt x="370941" y="321729"/>
                </a:lnTo>
                <a:lnTo>
                  <a:pt x="378396" y="373811"/>
                </a:lnTo>
                <a:lnTo>
                  <a:pt x="388962" y="418109"/>
                </a:lnTo>
                <a:lnTo>
                  <a:pt x="405434" y="457327"/>
                </a:lnTo>
                <a:lnTo>
                  <a:pt x="426008" y="475919"/>
                </a:lnTo>
                <a:lnTo>
                  <a:pt x="437718" y="475919"/>
                </a:lnTo>
                <a:lnTo>
                  <a:pt x="442582" y="474522"/>
                </a:lnTo>
                <a:lnTo>
                  <a:pt x="450672" y="468934"/>
                </a:lnTo>
                <a:lnTo>
                  <a:pt x="453885" y="465505"/>
                </a:lnTo>
                <a:lnTo>
                  <a:pt x="456260" y="461467"/>
                </a:lnTo>
                <a:lnTo>
                  <a:pt x="458749" y="457327"/>
                </a:lnTo>
                <a:lnTo>
                  <a:pt x="460565" y="452869"/>
                </a:lnTo>
                <a:lnTo>
                  <a:pt x="461708" y="448106"/>
                </a:lnTo>
                <a:lnTo>
                  <a:pt x="462864" y="443636"/>
                </a:lnTo>
                <a:lnTo>
                  <a:pt x="501307" y="462711"/>
                </a:lnTo>
                <a:lnTo>
                  <a:pt x="533984" y="466915"/>
                </a:lnTo>
                <a:lnTo>
                  <a:pt x="551167" y="465658"/>
                </a:lnTo>
                <a:lnTo>
                  <a:pt x="568058" y="461899"/>
                </a:lnTo>
                <a:lnTo>
                  <a:pt x="584657" y="455625"/>
                </a:lnTo>
                <a:lnTo>
                  <a:pt x="600964" y="446862"/>
                </a:lnTo>
                <a:lnTo>
                  <a:pt x="611174" y="439712"/>
                </a:lnTo>
                <a:lnTo>
                  <a:pt x="616712" y="435838"/>
                </a:lnTo>
                <a:lnTo>
                  <a:pt x="645236" y="407784"/>
                </a:lnTo>
                <a:lnTo>
                  <a:pt x="668883" y="373189"/>
                </a:lnTo>
                <a:lnTo>
                  <a:pt x="686879" y="333590"/>
                </a:lnTo>
                <a:lnTo>
                  <a:pt x="699706" y="290182"/>
                </a:lnTo>
                <a:lnTo>
                  <a:pt x="707047" y="244411"/>
                </a:lnTo>
                <a:lnTo>
                  <a:pt x="708888" y="218071"/>
                </a:lnTo>
                <a:lnTo>
                  <a:pt x="708914" y="20050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13092" y="524731"/>
            <a:ext cx="1666239" cy="468630"/>
          </a:xfrm>
          <a:custGeom>
            <a:avLst/>
            <a:gdLst/>
            <a:ahLst/>
            <a:cxnLst/>
            <a:rect l="l" t="t" r="r" b="b"/>
            <a:pathLst>
              <a:path w="1666240" h="468630">
                <a:moveTo>
                  <a:pt x="287553" y="359410"/>
                </a:moveTo>
                <a:lnTo>
                  <a:pt x="278765" y="320040"/>
                </a:lnTo>
                <a:lnTo>
                  <a:pt x="256997" y="284480"/>
                </a:lnTo>
                <a:lnTo>
                  <a:pt x="229806" y="254000"/>
                </a:lnTo>
                <a:lnTo>
                  <a:pt x="222758" y="247650"/>
                </a:lnTo>
                <a:lnTo>
                  <a:pt x="216090" y="241300"/>
                </a:lnTo>
                <a:lnTo>
                  <a:pt x="209778" y="236220"/>
                </a:lnTo>
                <a:lnTo>
                  <a:pt x="203847" y="229870"/>
                </a:lnTo>
                <a:lnTo>
                  <a:pt x="200634" y="227330"/>
                </a:lnTo>
                <a:lnTo>
                  <a:pt x="194983" y="222250"/>
                </a:lnTo>
                <a:lnTo>
                  <a:pt x="192392" y="219710"/>
                </a:lnTo>
                <a:lnTo>
                  <a:pt x="190119" y="218440"/>
                </a:lnTo>
                <a:lnTo>
                  <a:pt x="188150" y="215900"/>
                </a:lnTo>
                <a:lnTo>
                  <a:pt x="175094" y="203200"/>
                </a:lnTo>
                <a:lnTo>
                  <a:pt x="169710" y="198120"/>
                </a:lnTo>
                <a:lnTo>
                  <a:pt x="164528" y="193040"/>
                </a:lnTo>
                <a:lnTo>
                  <a:pt x="154571" y="182880"/>
                </a:lnTo>
                <a:lnTo>
                  <a:pt x="150177" y="177800"/>
                </a:lnTo>
                <a:lnTo>
                  <a:pt x="142506" y="166370"/>
                </a:lnTo>
                <a:lnTo>
                  <a:pt x="141008" y="163830"/>
                </a:lnTo>
                <a:lnTo>
                  <a:pt x="139496" y="161290"/>
                </a:lnTo>
                <a:lnTo>
                  <a:pt x="135153" y="152400"/>
                </a:lnTo>
                <a:lnTo>
                  <a:pt x="134061" y="147320"/>
                </a:lnTo>
                <a:lnTo>
                  <a:pt x="134061" y="142240"/>
                </a:lnTo>
                <a:lnTo>
                  <a:pt x="161836" y="115570"/>
                </a:lnTo>
                <a:lnTo>
                  <a:pt x="175615" y="115570"/>
                </a:lnTo>
                <a:lnTo>
                  <a:pt x="180797" y="116840"/>
                </a:lnTo>
                <a:lnTo>
                  <a:pt x="185661" y="118110"/>
                </a:lnTo>
                <a:lnTo>
                  <a:pt x="190538" y="118110"/>
                </a:lnTo>
                <a:lnTo>
                  <a:pt x="195148" y="120650"/>
                </a:lnTo>
                <a:lnTo>
                  <a:pt x="199491" y="121920"/>
                </a:lnTo>
                <a:lnTo>
                  <a:pt x="203847" y="124460"/>
                </a:lnTo>
                <a:lnTo>
                  <a:pt x="208038" y="125730"/>
                </a:lnTo>
                <a:lnTo>
                  <a:pt x="216128" y="130810"/>
                </a:lnTo>
                <a:lnTo>
                  <a:pt x="219849" y="133350"/>
                </a:lnTo>
                <a:lnTo>
                  <a:pt x="223278" y="134620"/>
                </a:lnTo>
                <a:lnTo>
                  <a:pt x="228765" y="138430"/>
                </a:lnTo>
                <a:lnTo>
                  <a:pt x="239445" y="143510"/>
                </a:lnTo>
                <a:lnTo>
                  <a:pt x="244729" y="147320"/>
                </a:lnTo>
                <a:lnTo>
                  <a:pt x="250215" y="147320"/>
                </a:lnTo>
                <a:lnTo>
                  <a:pt x="255917" y="144780"/>
                </a:lnTo>
                <a:lnTo>
                  <a:pt x="262331" y="142240"/>
                </a:lnTo>
                <a:lnTo>
                  <a:pt x="281203" y="115570"/>
                </a:lnTo>
                <a:lnTo>
                  <a:pt x="281559" y="114300"/>
                </a:lnTo>
                <a:lnTo>
                  <a:pt x="282841" y="106680"/>
                </a:lnTo>
                <a:lnTo>
                  <a:pt x="282917" y="105410"/>
                </a:lnTo>
                <a:lnTo>
                  <a:pt x="283273" y="99060"/>
                </a:lnTo>
                <a:lnTo>
                  <a:pt x="283197" y="95250"/>
                </a:lnTo>
                <a:lnTo>
                  <a:pt x="272605" y="55880"/>
                </a:lnTo>
                <a:lnTo>
                  <a:pt x="242544" y="21590"/>
                </a:lnTo>
                <a:lnTo>
                  <a:pt x="198793" y="2540"/>
                </a:lnTo>
                <a:lnTo>
                  <a:pt x="178739" y="0"/>
                </a:lnTo>
                <a:lnTo>
                  <a:pt x="155651" y="0"/>
                </a:lnTo>
                <a:lnTo>
                  <a:pt x="108026" y="10160"/>
                </a:lnTo>
                <a:lnTo>
                  <a:pt x="66509" y="30480"/>
                </a:lnTo>
                <a:lnTo>
                  <a:pt x="32308" y="59690"/>
                </a:lnTo>
                <a:lnTo>
                  <a:pt x="10756" y="92710"/>
                </a:lnTo>
                <a:lnTo>
                  <a:pt x="0" y="130810"/>
                </a:lnTo>
                <a:lnTo>
                  <a:pt x="127" y="144780"/>
                </a:lnTo>
                <a:lnTo>
                  <a:pt x="10960" y="186690"/>
                </a:lnTo>
                <a:lnTo>
                  <a:pt x="30949" y="220980"/>
                </a:lnTo>
                <a:lnTo>
                  <a:pt x="56426" y="251460"/>
                </a:lnTo>
                <a:lnTo>
                  <a:pt x="85039" y="278130"/>
                </a:lnTo>
                <a:lnTo>
                  <a:pt x="94500" y="287020"/>
                </a:lnTo>
                <a:lnTo>
                  <a:pt x="103695" y="294640"/>
                </a:lnTo>
                <a:lnTo>
                  <a:pt x="112610" y="302260"/>
                </a:lnTo>
                <a:lnTo>
                  <a:pt x="141630" y="326390"/>
                </a:lnTo>
                <a:lnTo>
                  <a:pt x="147586" y="332740"/>
                </a:lnTo>
                <a:lnTo>
                  <a:pt x="152552" y="337820"/>
                </a:lnTo>
                <a:lnTo>
                  <a:pt x="157632" y="342900"/>
                </a:lnTo>
                <a:lnTo>
                  <a:pt x="161467" y="347980"/>
                </a:lnTo>
                <a:lnTo>
                  <a:pt x="166649" y="355600"/>
                </a:lnTo>
                <a:lnTo>
                  <a:pt x="167944" y="359410"/>
                </a:lnTo>
                <a:lnTo>
                  <a:pt x="167944" y="365760"/>
                </a:lnTo>
                <a:lnTo>
                  <a:pt x="166903" y="369570"/>
                </a:lnTo>
                <a:lnTo>
                  <a:pt x="162763" y="377190"/>
                </a:lnTo>
                <a:lnTo>
                  <a:pt x="159753" y="381000"/>
                </a:lnTo>
                <a:lnTo>
                  <a:pt x="155816" y="383540"/>
                </a:lnTo>
                <a:lnTo>
                  <a:pt x="151879" y="387350"/>
                </a:lnTo>
                <a:lnTo>
                  <a:pt x="147269" y="389890"/>
                </a:lnTo>
                <a:lnTo>
                  <a:pt x="136702" y="393700"/>
                </a:lnTo>
                <a:lnTo>
                  <a:pt x="131368" y="397510"/>
                </a:lnTo>
                <a:lnTo>
                  <a:pt x="126098" y="404952"/>
                </a:lnTo>
                <a:lnTo>
                  <a:pt x="123393" y="402590"/>
                </a:lnTo>
                <a:lnTo>
                  <a:pt x="120484" y="400050"/>
                </a:lnTo>
                <a:lnTo>
                  <a:pt x="119037" y="398780"/>
                </a:lnTo>
                <a:lnTo>
                  <a:pt x="111633" y="394970"/>
                </a:lnTo>
                <a:lnTo>
                  <a:pt x="96494" y="391160"/>
                </a:lnTo>
                <a:lnTo>
                  <a:pt x="89966" y="389890"/>
                </a:lnTo>
                <a:lnTo>
                  <a:pt x="84480" y="387350"/>
                </a:lnTo>
                <a:lnTo>
                  <a:pt x="78778" y="384810"/>
                </a:lnTo>
                <a:lnTo>
                  <a:pt x="61937" y="381000"/>
                </a:lnTo>
                <a:lnTo>
                  <a:pt x="56654" y="382270"/>
                </a:lnTo>
                <a:lnTo>
                  <a:pt x="51689" y="386080"/>
                </a:lnTo>
                <a:lnTo>
                  <a:pt x="46291" y="389890"/>
                </a:lnTo>
                <a:lnTo>
                  <a:pt x="43599" y="396240"/>
                </a:lnTo>
                <a:lnTo>
                  <a:pt x="43599" y="410210"/>
                </a:lnTo>
                <a:lnTo>
                  <a:pt x="46761" y="417830"/>
                </a:lnTo>
                <a:lnTo>
                  <a:pt x="53086" y="425450"/>
                </a:lnTo>
                <a:lnTo>
                  <a:pt x="58166" y="430530"/>
                </a:lnTo>
                <a:lnTo>
                  <a:pt x="63919" y="435610"/>
                </a:lnTo>
                <a:lnTo>
                  <a:pt x="70358" y="441960"/>
                </a:lnTo>
                <a:lnTo>
                  <a:pt x="77482" y="445770"/>
                </a:lnTo>
                <a:lnTo>
                  <a:pt x="85318" y="450850"/>
                </a:lnTo>
                <a:lnTo>
                  <a:pt x="93764" y="454660"/>
                </a:lnTo>
                <a:lnTo>
                  <a:pt x="102806" y="458470"/>
                </a:lnTo>
                <a:lnTo>
                  <a:pt x="112458" y="462280"/>
                </a:lnTo>
                <a:lnTo>
                  <a:pt x="122605" y="464820"/>
                </a:lnTo>
                <a:lnTo>
                  <a:pt x="155511" y="468630"/>
                </a:lnTo>
                <a:lnTo>
                  <a:pt x="180530" y="466090"/>
                </a:lnTo>
                <a:lnTo>
                  <a:pt x="192697" y="463550"/>
                </a:lnTo>
                <a:lnTo>
                  <a:pt x="204622" y="459740"/>
                </a:lnTo>
                <a:lnTo>
                  <a:pt x="216166" y="455930"/>
                </a:lnTo>
                <a:lnTo>
                  <a:pt x="226999" y="449580"/>
                </a:lnTo>
                <a:lnTo>
                  <a:pt x="237147" y="444500"/>
                </a:lnTo>
                <a:lnTo>
                  <a:pt x="268173" y="415290"/>
                </a:lnTo>
                <a:lnTo>
                  <a:pt x="275513" y="404952"/>
                </a:lnTo>
                <a:lnTo>
                  <a:pt x="276275" y="403860"/>
                </a:lnTo>
                <a:lnTo>
                  <a:pt x="281241" y="393700"/>
                </a:lnTo>
                <a:lnTo>
                  <a:pt x="284784" y="382270"/>
                </a:lnTo>
                <a:lnTo>
                  <a:pt x="286918" y="372110"/>
                </a:lnTo>
                <a:lnTo>
                  <a:pt x="287540" y="361950"/>
                </a:lnTo>
                <a:lnTo>
                  <a:pt x="287553" y="359410"/>
                </a:lnTo>
                <a:close/>
              </a:path>
              <a:path w="1666240" h="468630">
                <a:moveTo>
                  <a:pt x="651598" y="59347"/>
                </a:moveTo>
                <a:lnTo>
                  <a:pt x="644144" y="33947"/>
                </a:lnTo>
                <a:lnTo>
                  <a:pt x="640156" y="27597"/>
                </a:lnTo>
                <a:lnTo>
                  <a:pt x="635508" y="22517"/>
                </a:lnTo>
                <a:lnTo>
                  <a:pt x="634555" y="21844"/>
                </a:lnTo>
                <a:lnTo>
                  <a:pt x="634555" y="98717"/>
                </a:lnTo>
                <a:lnTo>
                  <a:pt x="634187" y="89827"/>
                </a:lnTo>
                <a:lnTo>
                  <a:pt x="634250" y="91097"/>
                </a:lnTo>
                <a:lnTo>
                  <a:pt x="634352" y="93637"/>
                </a:lnTo>
                <a:lnTo>
                  <a:pt x="634403" y="94907"/>
                </a:lnTo>
                <a:lnTo>
                  <a:pt x="634555" y="98717"/>
                </a:lnTo>
                <a:lnTo>
                  <a:pt x="634555" y="21844"/>
                </a:lnTo>
                <a:lnTo>
                  <a:pt x="630212" y="18707"/>
                </a:lnTo>
                <a:lnTo>
                  <a:pt x="624243" y="13627"/>
                </a:lnTo>
                <a:lnTo>
                  <a:pt x="617524" y="11087"/>
                </a:lnTo>
                <a:lnTo>
                  <a:pt x="610565" y="8547"/>
                </a:lnTo>
                <a:lnTo>
                  <a:pt x="603377" y="6007"/>
                </a:lnTo>
                <a:lnTo>
                  <a:pt x="588733" y="6007"/>
                </a:lnTo>
                <a:lnTo>
                  <a:pt x="550379" y="27597"/>
                </a:lnTo>
                <a:lnTo>
                  <a:pt x="545604" y="35217"/>
                </a:lnTo>
                <a:lnTo>
                  <a:pt x="534250" y="52997"/>
                </a:lnTo>
                <a:lnTo>
                  <a:pt x="511632" y="93637"/>
                </a:lnTo>
                <a:lnTo>
                  <a:pt x="489686" y="139357"/>
                </a:lnTo>
                <a:lnTo>
                  <a:pt x="474611" y="176187"/>
                </a:lnTo>
                <a:lnTo>
                  <a:pt x="466420" y="203009"/>
                </a:lnTo>
                <a:lnTo>
                  <a:pt x="466229" y="202857"/>
                </a:lnTo>
                <a:lnTo>
                  <a:pt x="464515" y="200317"/>
                </a:lnTo>
                <a:lnTo>
                  <a:pt x="462749" y="197777"/>
                </a:lnTo>
                <a:lnTo>
                  <a:pt x="461098" y="196507"/>
                </a:lnTo>
                <a:lnTo>
                  <a:pt x="459549" y="193967"/>
                </a:lnTo>
                <a:lnTo>
                  <a:pt x="458089" y="191427"/>
                </a:lnTo>
                <a:lnTo>
                  <a:pt x="453478" y="183807"/>
                </a:lnTo>
                <a:lnTo>
                  <a:pt x="449275" y="174917"/>
                </a:lnTo>
                <a:lnTo>
                  <a:pt x="434251" y="129197"/>
                </a:lnTo>
                <a:lnTo>
                  <a:pt x="430326" y="106337"/>
                </a:lnTo>
                <a:lnTo>
                  <a:pt x="429666" y="99987"/>
                </a:lnTo>
                <a:lnTo>
                  <a:pt x="429145" y="94907"/>
                </a:lnTo>
                <a:lnTo>
                  <a:pt x="429056" y="93637"/>
                </a:lnTo>
                <a:lnTo>
                  <a:pt x="428358" y="83477"/>
                </a:lnTo>
                <a:lnTo>
                  <a:pt x="428434" y="59347"/>
                </a:lnTo>
                <a:lnTo>
                  <a:pt x="428523" y="58077"/>
                </a:lnTo>
                <a:lnTo>
                  <a:pt x="429653" y="42837"/>
                </a:lnTo>
                <a:lnTo>
                  <a:pt x="430276" y="36487"/>
                </a:lnTo>
                <a:lnTo>
                  <a:pt x="428561" y="30137"/>
                </a:lnTo>
                <a:lnTo>
                  <a:pt x="424522" y="23787"/>
                </a:lnTo>
                <a:lnTo>
                  <a:pt x="420585" y="18707"/>
                </a:lnTo>
                <a:lnTo>
                  <a:pt x="416280" y="13627"/>
                </a:lnTo>
                <a:lnTo>
                  <a:pt x="411619" y="11087"/>
                </a:lnTo>
                <a:lnTo>
                  <a:pt x="406336" y="7277"/>
                </a:lnTo>
                <a:lnTo>
                  <a:pt x="400481" y="4737"/>
                </a:lnTo>
                <a:lnTo>
                  <a:pt x="394055" y="3467"/>
                </a:lnTo>
                <a:lnTo>
                  <a:pt x="387629" y="927"/>
                </a:lnTo>
                <a:lnTo>
                  <a:pt x="362038" y="927"/>
                </a:lnTo>
                <a:lnTo>
                  <a:pt x="355511" y="3467"/>
                </a:lnTo>
                <a:lnTo>
                  <a:pt x="353783" y="3810"/>
                </a:lnTo>
                <a:lnTo>
                  <a:pt x="353783" y="101206"/>
                </a:lnTo>
                <a:lnTo>
                  <a:pt x="344716" y="101206"/>
                </a:lnTo>
                <a:lnTo>
                  <a:pt x="344627" y="99987"/>
                </a:lnTo>
                <a:lnTo>
                  <a:pt x="350697" y="99987"/>
                </a:lnTo>
                <a:lnTo>
                  <a:pt x="353479" y="99987"/>
                </a:lnTo>
                <a:lnTo>
                  <a:pt x="353783" y="101206"/>
                </a:lnTo>
                <a:lnTo>
                  <a:pt x="353783" y="3810"/>
                </a:lnTo>
                <a:lnTo>
                  <a:pt x="350278" y="4495"/>
                </a:lnTo>
                <a:lnTo>
                  <a:pt x="350278" y="65697"/>
                </a:lnTo>
                <a:lnTo>
                  <a:pt x="350177" y="66967"/>
                </a:lnTo>
                <a:lnTo>
                  <a:pt x="350075" y="68237"/>
                </a:lnTo>
                <a:lnTo>
                  <a:pt x="349859" y="70777"/>
                </a:lnTo>
                <a:lnTo>
                  <a:pt x="350278" y="65697"/>
                </a:lnTo>
                <a:lnTo>
                  <a:pt x="350278" y="4495"/>
                </a:lnTo>
                <a:lnTo>
                  <a:pt x="349758" y="4597"/>
                </a:lnTo>
                <a:lnTo>
                  <a:pt x="349758" y="72047"/>
                </a:lnTo>
                <a:lnTo>
                  <a:pt x="349681" y="73317"/>
                </a:lnTo>
                <a:lnTo>
                  <a:pt x="349618" y="74168"/>
                </a:lnTo>
                <a:lnTo>
                  <a:pt x="349758" y="72047"/>
                </a:lnTo>
                <a:lnTo>
                  <a:pt x="349758" y="4597"/>
                </a:lnTo>
                <a:lnTo>
                  <a:pt x="348983" y="4737"/>
                </a:lnTo>
                <a:lnTo>
                  <a:pt x="343027" y="7277"/>
                </a:lnTo>
                <a:lnTo>
                  <a:pt x="337642" y="11087"/>
                </a:lnTo>
                <a:lnTo>
                  <a:pt x="332143" y="14897"/>
                </a:lnTo>
                <a:lnTo>
                  <a:pt x="319379" y="51727"/>
                </a:lnTo>
                <a:lnTo>
                  <a:pt x="319290" y="52997"/>
                </a:lnTo>
                <a:lnTo>
                  <a:pt x="319214" y="54267"/>
                </a:lnTo>
                <a:lnTo>
                  <a:pt x="319138" y="55537"/>
                </a:lnTo>
                <a:lnTo>
                  <a:pt x="318985" y="58077"/>
                </a:lnTo>
                <a:lnTo>
                  <a:pt x="319036" y="86017"/>
                </a:lnTo>
                <a:lnTo>
                  <a:pt x="325869" y="140627"/>
                </a:lnTo>
                <a:lnTo>
                  <a:pt x="340042" y="188887"/>
                </a:lnTo>
                <a:lnTo>
                  <a:pt x="351751" y="213017"/>
                </a:lnTo>
                <a:lnTo>
                  <a:pt x="358508" y="225717"/>
                </a:lnTo>
                <a:lnTo>
                  <a:pt x="389394" y="262547"/>
                </a:lnTo>
                <a:lnTo>
                  <a:pt x="424014" y="284137"/>
                </a:lnTo>
                <a:lnTo>
                  <a:pt x="431355" y="287947"/>
                </a:lnTo>
                <a:lnTo>
                  <a:pt x="437883" y="290487"/>
                </a:lnTo>
                <a:lnTo>
                  <a:pt x="436753" y="294297"/>
                </a:lnTo>
                <a:lnTo>
                  <a:pt x="431825" y="315887"/>
                </a:lnTo>
                <a:lnTo>
                  <a:pt x="429971" y="323507"/>
                </a:lnTo>
                <a:lnTo>
                  <a:pt x="428294" y="332397"/>
                </a:lnTo>
                <a:lnTo>
                  <a:pt x="426783" y="340017"/>
                </a:lnTo>
                <a:lnTo>
                  <a:pt x="425450" y="348907"/>
                </a:lnTo>
                <a:lnTo>
                  <a:pt x="422795" y="365417"/>
                </a:lnTo>
                <a:lnTo>
                  <a:pt x="420903" y="381927"/>
                </a:lnTo>
                <a:lnTo>
                  <a:pt x="419773" y="395897"/>
                </a:lnTo>
                <a:lnTo>
                  <a:pt x="419392" y="409867"/>
                </a:lnTo>
                <a:lnTo>
                  <a:pt x="419430" y="411137"/>
                </a:lnTo>
                <a:lnTo>
                  <a:pt x="428307" y="456857"/>
                </a:lnTo>
                <a:lnTo>
                  <a:pt x="448970" y="468287"/>
                </a:lnTo>
                <a:lnTo>
                  <a:pt x="456336" y="468287"/>
                </a:lnTo>
                <a:lnTo>
                  <a:pt x="487057" y="433997"/>
                </a:lnTo>
                <a:lnTo>
                  <a:pt x="490270" y="426377"/>
                </a:lnTo>
                <a:lnTo>
                  <a:pt x="493585" y="418757"/>
                </a:lnTo>
                <a:lnTo>
                  <a:pt x="496481" y="411137"/>
                </a:lnTo>
                <a:lnTo>
                  <a:pt x="498970" y="404787"/>
                </a:lnTo>
                <a:lnTo>
                  <a:pt x="500011" y="400977"/>
                </a:lnTo>
                <a:lnTo>
                  <a:pt x="503377" y="392087"/>
                </a:lnTo>
                <a:lnTo>
                  <a:pt x="501357" y="390817"/>
                </a:lnTo>
                <a:lnTo>
                  <a:pt x="496176" y="389547"/>
                </a:lnTo>
                <a:lnTo>
                  <a:pt x="505091" y="376847"/>
                </a:lnTo>
                <a:lnTo>
                  <a:pt x="513346" y="364147"/>
                </a:lnTo>
                <a:lnTo>
                  <a:pt x="520941" y="350177"/>
                </a:lnTo>
                <a:lnTo>
                  <a:pt x="527875" y="334937"/>
                </a:lnTo>
                <a:lnTo>
                  <a:pt x="534492" y="320967"/>
                </a:lnTo>
                <a:lnTo>
                  <a:pt x="541134" y="305727"/>
                </a:lnTo>
                <a:lnTo>
                  <a:pt x="554456" y="277787"/>
                </a:lnTo>
                <a:lnTo>
                  <a:pt x="561200" y="262547"/>
                </a:lnTo>
                <a:lnTo>
                  <a:pt x="567905" y="248577"/>
                </a:lnTo>
                <a:lnTo>
                  <a:pt x="574560" y="234607"/>
                </a:lnTo>
                <a:lnTo>
                  <a:pt x="581190" y="220637"/>
                </a:lnTo>
                <a:lnTo>
                  <a:pt x="587705" y="207937"/>
                </a:lnTo>
                <a:lnTo>
                  <a:pt x="588860" y="205397"/>
                </a:lnTo>
                <a:lnTo>
                  <a:pt x="594055" y="193967"/>
                </a:lnTo>
                <a:lnTo>
                  <a:pt x="600227" y="182537"/>
                </a:lnTo>
                <a:lnTo>
                  <a:pt x="606209" y="169837"/>
                </a:lnTo>
                <a:lnTo>
                  <a:pt x="617169" y="146977"/>
                </a:lnTo>
                <a:lnTo>
                  <a:pt x="625195" y="130467"/>
                </a:lnTo>
                <a:lnTo>
                  <a:pt x="627037" y="126657"/>
                </a:lnTo>
                <a:lnTo>
                  <a:pt x="630986" y="117767"/>
                </a:lnTo>
                <a:lnTo>
                  <a:pt x="631304" y="116497"/>
                </a:lnTo>
                <a:lnTo>
                  <a:pt x="636562" y="105067"/>
                </a:lnTo>
                <a:lnTo>
                  <a:pt x="643242" y="89827"/>
                </a:lnTo>
                <a:lnTo>
                  <a:pt x="644918" y="86017"/>
                </a:lnTo>
                <a:lnTo>
                  <a:pt x="649935" y="70777"/>
                </a:lnTo>
                <a:lnTo>
                  <a:pt x="651598" y="59347"/>
                </a:lnTo>
                <a:close/>
              </a:path>
              <a:path w="1666240" h="468630">
                <a:moveTo>
                  <a:pt x="968159" y="359410"/>
                </a:moveTo>
                <a:lnTo>
                  <a:pt x="959370" y="320040"/>
                </a:lnTo>
                <a:lnTo>
                  <a:pt x="937615" y="284480"/>
                </a:lnTo>
                <a:lnTo>
                  <a:pt x="910412" y="254000"/>
                </a:lnTo>
                <a:lnTo>
                  <a:pt x="903363" y="247650"/>
                </a:lnTo>
                <a:lnTo>
                  <a:pt x="896696" y="241300"/>
                </a:lnTo>
                <a:lnTo>
                  <a:pt x="890384" y="236220"/>
                </a:lnTo>
                <a:lnTo>
                  <a:pt x="884453" y="229870"/>
                </a:lnTo>
                <a:lnTo>
                  <a:pt x="881240" y="227330"/>
                </a:lnTo>
                <a:lnTo>
                  <a:pt x="875601" y="222250"/>
                </a:lnTo>
                <a:lnTo>
                  <a:pt x="873010" y="219710"/>
                </a:lnTo>
                <a:lnTo>
                  <a:pt x="870724" y="218440"/>
                </a:lnTo>
                <a:lnTo>
                  <a:pt x="868756" y="215900"/>
                </a:lnTo>
                <a:lnTo>
                  <a:pt x="855700" y="203200"/>
                </a:lnTo>
                <a:lnTo>
                  <a:pt x="850315" y="198120"/>
                </a:lnTo>
                <a:lnTo>
                  <a:pt x="845134" y="193040"/>
                </a:lnTo>
                <a:lnTo>
                  <a:pt x="835190" y="182880"/>
                </a:lnTo>
                <a:lnTo>
                  <a:pt x="830783" y="177800"/>
                </a:lnTo>
                <a:lnTo>
                  <a:pt x="823112" y="166370"/>
                </a:lnTo>
                <a:lnTo>
                  <a:pt x="821613" y="163830"/>
                </a:lnTo>
                <a:lnTo>
                  <a:pt x="820102" y="161290"/>
                </a:lnTo>
                <a:lnTo>
                  <a:pt x="815759" y="152400"/>
                </a:lnTo>
                <a:lnTo>
                  <a:pt x="814666" y="147320"/>
                </a:lnTo>
                <a:lnTo>
                  <a:pt x="814666" y="142240"/>
                </a:lnTo>
                <a:lnTo>
                  <a:pt x="842441" y="115570"/>
                </a:lnTo>
                <a:lnTo>
                  <a:pt x="856221" y="115570"/>
                </a:lnTo>
                <a:lnTo>
                  <a:pt x="861402" y="116840"/>
                </a:lnTo>
                <a:lnTo>
                  <a:pt x="866267" y="118110"/>
                </a:lnTo>
                <a:lnTo>
                  <a:pt x="871143" y="118110"/>
                </a:lnTo>
                <a:lnTo>
                  <a:pt x="875753" y="120650"/>
                </a:lnTo>
                <a:lnTo>
                  <a:pt x="880097" y="121920"/>
                </a:lnTo>
                <a:lnTo>
                  <a:pt x="884453" y="124460"/>
                </a:lnTo>
                <a:lnTo>
                  <a:pt x="888657" y="125730"/>
                </a:lnTo>
                <a:lnTo>
                  <a:pt x="896734" y="130810"/>
                </a:lnTo>
                <a:lnTo>
                  <a:pt x="900468" y="133350"/>
                </a:lnTo>
                <a:lnTo>
                  <a:pt x="903884" y="134620"/>
                </a:lnTo>
                <a:lnTo>
                  <a:pt x="909370" y="138430"/>
                </a:lnTo>
                <a:lnTo>
                  <a:pt x="920051" y="143510"/>
                </a:lnTo>
                <a:lnTo>
                  <a:pt x="925334" y="147320"/>
                </a:lnTo>
                <a:lnTo>
                  <a:pt x="930821" y="147320"/>
                </a:lnTo>
                <a:lnTo>
                  <a:pt x="936523" y="144780"/>
                </a:lnTo>
                <a:lnTo>
                  <a:pt x="942936" y="142240"/>
                </a:lnTo>
                <a:lnTo>
                  <a:pt x="961809" y="115570"/>
                </a:lnTo>
                <a:lnTo>
                  <a:pt x="962164" y="114300"/>
                </a:lnTo>
                <a:lnTo>
                  <a:pt x="963447" y="106680"/>
                </a:lnTo>
                <a:lnTo>
                  <a:pt x="963523" y="105410"/>
                </a:lnTo>
                <a:lnTo>
                  <a:pt x="963879" y="99060"/>
                </a:lnTo>
                <a:lnTo>
                  <a:pt x="963803" y="95250"/>
                </a:lnTo>
                <a:lnTo>
                  <a:pt x="958443" y="67310"/>
                </a:lnTo>
                <a:lnTo>
                  <a:pt x="957122" y="63500"/>
                </a:lnTo>
                <a:lnTo>
                  <a:pt x="930452" y="26670"/>
                </a:lnTo>
                <a:lnTo>
                  <a:pt x="879398" y="2540"/>
                </a:lnTo>
                <a:lnTo>
                  <a:pt x="859358" y="0"/>
                </a:lnTo>
                <a:lnTo>
                  <a:pt x="836256" y="0"/>
                </a:lnTo>
                <a:lnTo>
                  <a:pt x="788631" y="10160"/>
                </a:lnTo>
                <a:lnTo>
                  <a:pt x="747115" y="30480"/>
                </a:lnTo>
                <a:lnTo>
                  <a:pt x="712914" y="59690"/>
                </a:lnTo>
                <a:lnTo>
                  <a:pt x="691362" y="92710"/>
                </a:lnTo>
                <a:lnTo>
                  <a:pt x="680605" y="130810"/>
                </a:lnTo>
                <a:lnTo>
                  <a:pt x="680732" y="144780"/>
                </a:lnTo>
                <a:lnTo>
                  <a:pt x="691565" y="186690"/>
                </a:lnTo>
                <a:lnTo>
                  <a:pt x="711555" y="220980"/>
                </a:lnTo>
                <a:lnTo>
                  <a:pt x="737031" y="251460"/>
                </a:lnTo>
                <a:lnTo>
                  <a:pt x="765644" y="278130"/>
                </a:lnTo>
                <a:lnTo>
                  <a:pt x="775106" y="287020"/>
                </a:lnTo>
                <a:lnTo>
                  <a:pt x="784301" y="294640"/>
                </a:lnTo>
                <a:lnTo>
                  <a:pt x="793216" y="302260"/>
                </a:lnTo>
                <a:lnTo>
                  <a:pt x="822236" y="326390"/>
                </a:lnTo>
                <a:lnTo>
                  <a:pt x="828192" y="332740"/>
                </a:lnTo>
                <a:lnTo>
                  <a:pt x="833158" y="337820"/>
                </a:lnTo>
                <a:lnTo>
                  <a:pt x="838238" y="342900"/>
                </a:lnTo>
                <a:lnTo>
                  <a:pt x="842073" y="347980"/>
                </a:lnTo>
                <a:lnTo>
                  <a:pt x="847255" y="355600"/>
                </a:lnTo>
                <a:lnTo>
                  <a:pt x="848550" y="359410"/>
                </a:lnTo>
                <a:lnTo>
                  <a:pt x="848550" y="365760"/>
                </a:lnTo>
                <a:lnTo>
                  <a:pt x="847509" y="369570"/>
                </a:lnTo>
                <a:lnTo>
                  <a:pt x="843368" y="377190"/>
                </a:lnTo>
                <a:lnTo>
                  <a:pt x="840359" y="381000"/>
                </a:lnTo>
                <a:lnTo>
                  <a:pt x="836422" y="383540"/>
                </a:lnTo>
                <a:lnTo>
                  <a:pt x="832485" y="387350"/>
                </a:lnTo>
                <a:lnTo>
                  <a:pt x="827874" y="389890"/>
                </a:lnTo>
                <a:lnTo>
                  <a:pt x="817308" y="393700"/>
                </a:lnTo>
                <a:lnTo>
                  <a:pt x="811974" y="397510"/>
                </a:lnTo>
                <a:lnTo>
                  <a:pt x="806704" y="404952"/>
                </a:lnTo>
                <a:lnTo>
                  <a:pt x="803998" y="402590"/>
                </a:lnTo>
                <a:lnTo>
                  <a:pt x="801090" y="400050"/>
                </a:lnTo>
                <a:lnTo>
                  <a:pt x="799642" y="398780"/>
                </a:lnTo>
                <a:lnTo>
                  <a:pt x="792238" y="394970"/>
                </a:lnTo>
                <a:lnTo>
                  <a:pt x="777100" y="391160"/>
                </a:lnTo>
                <a:lnTo>
                  <a:pt x="770572" y="389890"/>
                </a:lnTo>
                <a:lnTo>
                  <a:pt x="765086" y="387350"/>
                </a:lnTo>
                <a:lnTo>
                  <a:pt x="759383" y="384810"/>
                </a:lnTo>
                <a:lnTo>
                  <a:pt x="742543" y="381000"/>
                </a:lnTo>
                <a:lnTo>
                  <a:pt x="737260" y="382270"/>
                </a:lnTo>
                <a:lnTo>
                  <a:pt x="732294" y="386080"/>
                </a:lnTo>
                <a:lnTo>
                  <a:pt x="726897" y="389890"/>
                </a:lnTo>
                <a:lnTo>
                  <a:pt x="724204" y="396240"/>
                </a:lnTo>
                <a:lnTo>
                  <a:pt x="724204" y="410210"/>
                </a:lnTo>
                <a:lnTo>
                  <a:pt x="727367" y="417830"/>
                </a:lnTo>
                <a:lnTo>
                  <a:pt x="733691" y="425450"/>
                </a:lnTo>
                <a:lnTo>
                  <a:pt x="738771" y="430530"/>
                </a:lnTo>
                <a:lnTo>
                  <a:pt x="744537" y="435610"/>
                </a:lnTo>
                <a:lnTo>
                  <a:pt x="750976" y="441960"/>
                </a:lnTo>
                <a:lnTo>
                  <a:pt x="758088" y="445770"/>
                </a:lnTo>
                <a:lnTo>
                  <a:pt x="765937" y="450850"/>
                </a:lnTo>
                <a:lnTo>
                  <a:pt x="774369" y="454660"/>
                </a:lnTo>
                <a:lnTo>
                  <a:pt x="783412" y="458470"/>
                </a:lnTo>
                <a:lnTo>
                  <a:pt x="793064" y="462280"/>
                </a:lnTo>
                <a:lnTo>
                  <a:pt x="803211" y="464820"/>
                </a:lnTo>
                <a:lnTo>
                  <a:pt x="836117" y="468630"/>
                </a:lnTo>
                <a:lnTo>
                  <a:pt x="861136" y="466090"/>
                </a:lnTo>
                <a:lnTo>
                  <a:pt x="873302" y="463550"/>
                </a:lnTo>
                <a:lnTo>
                  <a:pt x="885228" y="459740"/>
                </a:lnTo>
                <a:lnTo>
                  <a:pt x="896772" y="455930"/>
                </a:lnTo>
                <a:lnTo>
                  <a:pt x="907618" y="449580"/>
                </a:lnTo>
                <a:lnTo>
                  <a:pt x="917752" y="444500"/>
                </a:lnTo>
                <a:lnTo>
                  <a:pt x="948778" y="415290"/>
                </a:lnTo>
                <a:lnTo>
                  <a:pt x="956005" y="405130"/>
                </a:lnTo>
                <a:lnTo>
                  <a:pt x="956132" y="404952"/>
                </a:lnTo>
                <a:lnTo>
                  <a:pt x="968146" y="361950"/>
                </a:lnTo>
                <a:lnTo>
                  <a:pt x="968159" y="359410"/>
                </a:lnTo>
                <a:close/>
              </a:path>
              <a:path w="1666240" h="468630">
                <a:moveTo>
                  <a:pt x="1313243" y="53047"/>
                </a:moveTo>
                <a:lnTo>
                  <a:pt x="1310919" y="47561"/>
                </a:lnTo>
                <a:lnTo>
                  <a:pt x="1306245" y="43205"/>
                </a:lnTo>
                <a:lnTo>
                  <a:pt x="1301584" y="38747"/>
                </a:lnTo>
                <a:lnTo>
                  <a:pt x="1256042" y="21793"/>
                </a:lnTo>
                <a:lnTo>
                  <a:pt x="1202664" y="12776"/>
                </a:lnTo>
                <a:lnTo>
                  <a:pt x="1162024" y="8750"/>
                </a:lnTo>
                <a:lnTo>
                  <a:pt x="1126883" y="6604"/>
                </a:lnTo>
                <a:lnTo>
                  <a:pt x="1126883" y="289560"/>
                </a:lnTo>
                <a:lnTo>
                  <a:pt x="1125029" y="282511"/>
                </a:lnTo>
                <a:lnTo>
                  <a:pt x="1125093" y="282752"/>
                </a:lnTo>
                <a:lnTo>
                  <a:pt x="1126883" y="289560"/>
                </a:lnTo>
                <a:lnTo>
                  <a:pt x="1126883" y="6604"/>
                </a:lnTo>
                <a:lnTo>
                  <a:pt x="1122997" y="6413"/>
                </a:lnTo>
                <a:lnTo>
                  <a:pt x="1122997" y="240284"/>
                </a:lnTo>
                <a:lnTo>
                  <a:pt x="1122997" y="240487"/>
                </a:lnTo>
                <a:lnTo>
                  <a:pt x="1122807" y="246100"/>
                </a:lnTo>
                <a:lnTo>
                  <a:pt x="1122997" y="240284"/>
                </a:lnTo>
                <a:lnTo>
                  <a:pt x="1122997" y="6413"/>
                </a:lnTo>
                <a:lnTo>
                  <a:pt x="1118730" y="6197"/>
                </a:lnTo>
                <a:lnTo>
                  <a:pt x="1116558" y="6134"/>
                </a:lnTo>
                <a:lnTo>
                  <a:pt x="1116558" y="205574"/>
                </a:lnTo>
                <a:lnTo>
                  <a:pt x="1116253" y="214172"/>
                </a:lnTo>
                <a:lnTo>
                  <a:pt x="1115834" y="224739"/>
                </a:lnTo>
                <a:lnTo>
                  <a:pt x="1116558" y="205574"/>
                </a:lnTo>
                <a:lnTo>
                  <a:pt x="1116558" y="6134"/>
                </a:lnTo>
                <a:lnTo>
                  <a:pt x="1115783" y="6108"/>
                </a:lnTo>
                <a:lnTo>
                  <a:pt x="1115783" y="225958"/>
                </a:lnTo>
                <a:lnTo>
                  <a:pt x="1115745" y="227152"/>
                </a:lnTo>
                <a:lnTo>
                  <a:pt x="1115174" y="240487"/>
                </a:lnTo>
                <a:lnTo>
                  <a:pt x="1114933" y="246100"/>
                </a:lnTo>
                <a:lnTo>
                  <a:pt x="1115783" y="225958"/>
                </a:lnTo>
                <a:lnTo>
                  <a:pt x="1115783" y="6108"/>
                </a:lnTo>
                <a:lnTo>
                  <a:pt x="1108240" y="5867"/>
                </a:lnTo>
                <a:lnTo>
                  <a:pt x="1098054" y="5664"/>
                </a:lnTo>
                <a:lnTo>
                  <a:pt x="1072261" y="5664"/>
                </a:lnTo>
                <a:lnTo>
                  <a:pt x="1061440" y="6426"/>
                </a:lnTo>
                <a:lnTo>
                  <a:pt x="1055204" y="7277"/>
                </a:lnTo>
                <a:lnTo>
                  <a:pt x="1054938" y="7277"/>
                </a:lnTo>
                <a:lnTo>
                  <a:pt x="1013269" y="26263"/>
                </a:lnTo>
                <a:lnTo>
                  <a:pt x="999286" y="51803"/>
                </a:lnTo>
                <a:lnTo>
                  <a:pt x="999286" y="67246"/>
                </a:lnTo>
                <a:lnTo>
                  <a:pt x="1025207" y="102577"/>
                </a:lnTo>
                <a:lnTo>
                  <a:pt x="1061504" y="112572"/>
                </a:lnTo>
                <a:lnTo>
                  <a:pt x="1093965" y="112572"/>
                </a:lnTo>
                <a:lnTo>
                  <a:pt x="1099845" y="112369"/>
                </a:lnTo>
                <a:lnTo>
                  <a:pt x="1099807" y="112572"/>
                </a:lnTo>
                <a:lnTo>
                  <a:pt x="1093317" y="166306"/>
                </a:lnTo>
                <a:lnTo>
                  <a:pt x="1090980" y="205574"/>
                </a:lnTo>
                <a:lnTo>
                  <a:pt x="1090549" y="219519"/>
                </a:lnTo>
                <a:lnTo>
                  <a:pt x="1090536" y="254635"/>
                </a:lnTo>
                <a:lnTo>
                  <a:pt x="1091057" y="271411"/>
                </a:lnTo>
                <a:lnTo>
                  <a:pt x="1091933" y="288124"/>
                </a:lnTo>
                <a:lnTo>
                  <a:pt x="1092047" y="289560"/>
                </a:lnTo>
                <a:lnTo>
                  <a:pt x="1092123" y="290753"/>
                </a:lnTo>
                <a:lnTo>
                  <a:pt x="1096772" y="337312"/>
                </a:lnTo>
                <a:lnTo>
                  <a:pt x="1104493" y="380225"/>
                </a:lnTo>
                <a:lnTo>
                  <a:pt x="1115580" y="418058"/>
                </a:lnTo>
                <a:lnTo>
                  <a:pt x="1134249" y="452183"/>
                </a:lnTo>
                <a:lnTo>
                  <a:pt x="1150569" y="463169"/>
                </a:lnTo>
                <a:lnTo>
                  <a:pt x="1164971" y="463169"/>
                </a:lnTo>
                <a:lnTo>
                  <a:pt x="1188224" y="429082"/>
                </a:lnTo>
                <a:lnTo>
                  <a:pt x="1190866" y="384365"/>
                </a:lnTo>
                <a:lnTo>
                  <a:pt x="1191082" y="382816"/>
                </a:lnTo>
                <a:lnTo>
                  <a:pt x="1191780" y="368668"/>
                </a:lnTo>
                <a:lnTo>
                  <a:pt x="1192631" y="354482"/>
                </a:lnTo>
                <a:lnTo>
                  <a:pt x="1192733" y="353136"/>
                </a:lnTo>
                <a:lnTo>
                  <a:pt x="1193647" y="340182"/>
                </a:lnTo>
                <a:lnTo>
                  <a:pt x="1194816" y="325767"/>
                </a:lnTo>
                <a:lnTo>
                  <a:pt x="1196086" y="311353"/>
                </a:lnTo>
                <a:lnTo>
                  <a:pt x="1197419" y="297014"/>
                </a:lnTo>
                <a:lnTo>
                  <a:pt x="1198029" y="290753"/>
                </a:lnTo>
                <a:lnTo>
                  <a:pt x="1198143" y="289560"/>
                </a:lnTo>
                <a:lnTo>
                  <a:pt x="1203299" y="240284"/>
                </a:lnTo>
                <a:lnTo>
                  <a:pt x="1208087" y="199771"/>
                </a:lnTo>
                <a:lnTo>
                  <a:pt x="1212837" y="162267"/>
                </a:lnTo>
                <a:lnTo>
                  <a:pt x="1214056" y="152565"/>
                </a:lnTo>
                <a:lnTo>
                  <a:pt x="1216304" y="134226"/>
                </a:lnTo>
                <a:lnTo>
                  <a:pt x="1218920" y="112369"/>
                </a:lnTo>
                <a:lnTo>
                  <a:pt x="1218971" y="111861"/>
                </a:lnTo>
                <a:lnTo>
                  <a:pt x="1219619" y="106362"/>
                </a:lnTo>
                <a:lnTo>
                  <a:pt x="1219987" y="102895"/>
                </a:lnTo>
                <a:lnTo>
                  <a:pt x="1221854" y="102577"/>
                </a:lnTo>
                <a:lnTo>
                  <a:pt x="1237919" y="100355"/>
                </a:lnTo>
                <a:lnTo>
                  <a:pt x="1243507" y="99517"/>
                </a:lnTo>
                <a:lnTo>
                  <a:pt x="1287233" y="88315"/>
                </a:lnTo>
                <a:lnTo>
                  <a:pt x="1312786" y="62687"/>
                </a:lnTo>
                <a:lnTo>
                  <a:pt x="1312875" y="62166"/>
                </a:lnTo>
                <a:lnTo>
                  <a:pt x="1312989" y="61341"/>
                </a:lnTo>
                <a:lnTo>
                  <a:pt x="1313192" y="59994"/>
                </a:lnTo>
                <a:lnTo>
                  <a:pt x="1313243" y="53047"/>
                </a:lnTo>
                <a:close/>
              </a:path>
              <a:path w="1666240" h="468630">
                <a:moveTo>
                  <a:pt x="1634426" y="103174"/>
                </a:moveTo>
                <a:lnTo>
                  <a:pt x="1621878" y="59994"/>
                </a:lnTo>
                <a:lnTo>
                  <a:pt x="1593900" y="29514"/>
                </a:lnTo>
                <a:lnTo>
                  <a:pt x="1549717" y="6654"/>
                </a:lnTo>
                <a:lnTo>
                  <a:pt x="1521269" y="304"/>
                </a:lnTo>
                <a:lnTo>
                  <a:pt x="1487970" y="304"/>
                </a:lnTo>
                <a:lnTo>
                  <a:pt x="1469821" y="2844"/>
                </a:lnTo>
                <a:lnTo>
                  <a:pt x="1460665" y="5384"/>
                </a:lnTo>
                <a:lnTo>
                  <a:pt x="1451521" y="6654"/>
                </a:lnTo>
                <a:lnTo>
                  <a:pt x="1442402" y="9194"/>
                </a:lnTo>
                <a:lnTo>
                  <a:pt x="1433296" y="13004"/>
                </a:lnTo>
                <a:lnTo>
                  <a:pt x="1424292" y="15544"/>
                </a:lnTo>
                <a:lnTo>
                  <a:pt x="1390230" y="33324"/>
                </a:lnTo>
                <a:lnTo>
                  <a:pt x="1356601" y="65074"/>
                </a:lnTo>
                <a:lnTo>
                  <a:pt x="1339913" y="106984"/>
                </a:lnTo>
                <a:lnTo>
                  <a:pt x="1339481" y="115874"/>
                </a:lnTo>
                <a:lnTo>
                  <a:pt x="1339570" y="120954"/>
                </a:lnTo>
                <a:lnTo>
                  <a:pt x="1339659" y="123494"/>
                </a:lnTo>
                <a:lnTo>
                  <a:pt x="1339748" y="126034"/>
                </a:lnTo>
                <a:lnTo>
                  <a:pt x="1339799" y="127304"/>
                </a:lnTo>
                <a:lnTo>
                  <a:pt x="1339926" y="128574"/>
                </a:lnTo>
                <a:lnTo>
                  <a:pt x="1340053" y="129844"/>
                </a:lnTo>
                <a:lnTo>
                  <a:pt x="1340180" y="131114"/>
                </a:lnTo>
                <a:lnTo>
                  <a:pt x="1340307" y="132384"/>
                </a:lnTo>
                <a:lnTo>
                  <a:pt x="1340942" y="138734"/>
                </a:lnTo>
                <a:lnTo>
                  <a:pt x="1342834" y="148894"/>
                </a:lnTo>
                <a:lnTo>
                  <a:pt x="1363205" y="190804"/>
                </a:lnTo>
                <a:lnTo>
                  <a:pt x="1376108" y="204774"/>
                </a:lnTo>
                <a:lnTo>
                  <a:pt x="1383487" y="212394"/>
                </a:lnTo>
                <a:lnTo>
                  <a:pt x="1391488" y="217474"/>
                </a:lnTo>
                <a:lnTo>
                  <a:pt x="1399209" y="222554"/>
                </a:lnTo>
                <a:lnTo>
                  <a:pt x="1405712" y="226364"/>
                </a:lnTo>
                <a:lnTo>
                  <a:pt x="1411020" y="228904"/>
                </a:lnTo>
                <a:lnTo>
                  <a:pt x="1414183" y="228904"/>
                </a:lnTo>
                <a:lnTo>
                  <a:pt x="1543812" y="228904"/>
                </a:lnTo>
                <a:lnTo>
                  <a:pt x="1543545" y="227634"/>
                </a:lnTo>
                <a:lnTo>
                  <a:pt x="1539405" y="220014"/>
                </a:lnTo>
                <a:lnTo>
                  <a:pt x="1536865" y="217474"/>
                </a:lnTo>
                <a:lnTo>
                  <a:pt x="1530858" y="211124"/>
                </a:lnTo>
                <a:lnTo>
                  <a:pt x="1527543" y="208584"/>
                </a:lnTo>
                <a:lnTo>
                  <a:pt x="1520291" y="203504"/>
                </a:lnTo>
                <a:lnTo>
                  <a:pt x="1516608" y="202234"/>
                </a:lnTo>
                <a:lnTo>
                  <a:pt x="1508010" y="195884"/>
                </a:lnTo>
                <a:lnTo>
                  <a:pt x="1503083" y="193344"/>
                </a:lnTo>
                <a:lnTo>
                  <a:pt x="1498117" y="189534"/>
                </a:lnTo>
                <a:lnTo>
                  <a:pt x="1493240" y="185724"/>
                </a:lnTo>
                <a:lnTo>
                  <a:pt x="1488897" y="183184"/>
                </a:lnTo>
                <a:lnTo>
                  <a:pt x="1485061" y="178104"/>
                </a:lnTo>
                <a:lnTo>
                  <a:pt x="1481328" y="174294"/>
                </a:lnTo>
                <a:lnTo>
                  <a:pt x="1478318" y="169214"/>
                </a:lnTo>
                <a:lnTo>
                  <a:pt x="1476044" y="164134"/>
                </a:lnTo>
                <a:lnTo>
                  <a:pt x="1473873" y="159054"/>
                </a:lnTo>
                <a:lnTo>
                  <a:pt x="1472780" y="153974"/>
                </a:lnTo>
                <a:lnTo>
                  <a:pt x="1472780" y="141274"/>
                </a:lnTo>
                <a:lnTo>
                  <a:pt x="1512468" y="119684"/>
                </a:lnTo>
                <a:lnTo>
                  <a:pt x="1531010" y="119684"/>
                </a:lnTo>
                <a:lnTo>
                  <a:pt x="1562925" y="126034"/>
                </a:lnTo>
                <a:lnTo>
                  <a:pt x="1568627" y="128574"/>
                </a:lnTo>
                <a:lnTo>
                  <a:pt x="1585468" y="132384"/>
                </a:lnTo>
                <a:lnTo>
                  <a:pt x="1606867" y="132384"/>
                </a:lnTo>
                <a:lnTo>
                  <a:pt x="1611414" y="129844"/>
                </a:lnTo>
                <a:lnTo>
                  <a:pt x="1615973" y="128574"/>
                </a:lnTo>
                <a:lnTo>
                  <a:pt x="1620431" y="126034"/>
                </a:lnTo>
                <a:lnTo>
                  <a:pt x="1624787" y="122224"/>
                </a:lnTo>
                <a:lnTo>
                  <a:pt x="1628521" y="119684"/>
                </a:lnTo>
                <a:lnTo>
                  <a:pt x="1631061" y="115874"/>
                </a:lnTo>
                <a:lnTo>
                  <a:pt x="1632216" y="112064"/>
                </a:lnTo>
                <a:lnTo>
                  <a:pt x="1633753" y="106984"/>
                </a:lnTo>
                <a:lnTo>
                  <a:pt x="1634426" y="103174"/>
                </a:lnTo>
                <a:close/>
              </a:path>
              <a:path w="1666240" h="468630">
                <a:moveTo>
                  <a:pt x="1665820" y="324154"/>
                </a:moveTo>
                <a:lnTo>
                  <a:pt x="1645615" y="294944"/>
                </a:lnTo>
                <a:lnTo>
                  <a:pt x="1638312" y="296214"/>
                </a:lnTo>
                <a:lnTo>
                  <a:pt x="1630222" y="300024"/>
                </a:lnTo>
                <a:lnTo>
                  <a:pt x="1624164" y="303834"/>
                </a:lnTo>
                <a:lnTo>
                  <a:pt x="1612036" y="313994"/>
                </a:lnTo>
                <a:lnTo>
                  <a:pt x="1605978" y="321614"/>
                </a:lnTo>
                <a:lnTo>
                  <a:pt x="1594446" y="335584"/>
                </a:lnTo>
                <a:lnTo>
                  <a:pt x="1559509" y="364794"/>
                </a:lnTo>
                <a:lnTo>
                  <a:pt x="1515986" y="380034"/>
                </a:lnTo>
                <a:lnTo>
                  <a:pt x="1508937" y="378764"/>
                </a:lnTo>
                <a:lnTo>
                  <a:pt x="1501838" y="378764"/>
                </a:lnTo>
                <a:lnTo>
                  <a:pt x="1487551" y="373684"/>
                </a:lnTo>
                <a:lnTo>
                  <a:pt x="1484363" y="372414"/>
                </a:lnTo>
                <a:lnTo>
                  <a:pt x="1481175" y="371144"/>
                </a:lnTo>
                <a:lnTo>
                  <a:pt x="1457553" y="344474"/>
                </a:lnTo>
                <a:lnTo>
                  <a:pt x="1457553" y="339394"/>
                </a:lnTo>
                <a:lnTo>
                  <a:pt x="1457896" y="330504"/>
                </a:lnTo>
                <a:lnTo>
                  <a:pt x="1458950" y="324154"/>
                </a:lnTo>
                <a:lnTo>
                  <a:pt x="1460690" y="316534"/>
                </a:lnTo>
                <a:lnTo>
                  <a:pt x="1463141" y="311454"/>
                </a:lnTo>
                <a:lnTo>
                  <a:pt x="1466875" y="302564"/>
                </a:lnTo>
                <a:lnTo>
                  <a:pt x="1470647" y="297484"/>
                </a:lnTo>
                <a:lnTo>
                  <a:pt x="1471587" y="296214"/>
                </a:lnTo>
                <a:lnTo>
                  <a:pt x="1483093" y="284784"/>
                </a:lnTo>
                <a:lnTo>
                  <a:pt x="1489519" y="279704"/>
                </a:lnTo>
                <a:lnTo>
                  <a:pt x="1503603" y="270814"/>
                </a:lnTo>
                <a:lnTo>
                  <a:pt x="1510284" y="267004"/>
                </a:lnTo>
                <a:lnTo>
                  <a:pt x="1516608" y="264464"/>
                </a:lnTo>
                <a:lnTo>
                  <a:pt x="1523555" y="260654"/>
                </a:lnTo>
                <a:lnTo>
                  <a:pt x="1529930" y="256844"/>
                </a:lnTo>
                <a:lnTo>
                  <a:pt x="1535722" y="253034"/>
                </a:lnTo>
                <a:lnTo>
                  <a:pt x="1541627" y="249224"/>
                </a:lnTo>
                <a:lnTo>
                  <a:pt x="1544586" y="244144"/>
                </a:lnTo>
                <a:lnTo>
                  <a:pt x="1544586" y="232714"/>
                </a:lnTo>
                <a:lnTo>
                  <a:pt x="1544066" y="230174"/>
                </a:lnTo>
                <a:lnTo>
                  <a:pt x="1543926" y="229476"/>
                </a:lnTo>
                <a:lnTo>
                  <a:pt x="1414589" y="229476"/>
                </a:lnTo>
                <a:lnTo>
                  <a:pt x="1412875" y="229476"/>
                </a:lnTo>
                <a:lnTo>
                  <a:pt x="1408379" y="231444"/>
                </a:lnTo>
                <a:lnTo>
                  <a:pt x="1375359" y="255574"/>
                </a:lnTo>
                <a:lnTo>
                  <a:pt x="1351851" y="287324"/>
                </a:lnTo>
                <a:lnTo>
                  <a:pt x="1339926" y="331774"/>
                </a:lnTo>
                <a:lnTo>
                  <a:pt x="1339469" y="343204"/>
                </a:lnTo>
                <a:lnTo>
                  <a:pt x="1339596" y="348284"/>
                </a:lnTo>
                <a:lnTo>
                  <a:pt x="1339646" y="349554"/>
                </a:lnTo>
                <a:lnTo>
                  <a:pt x="1339761" y="352094"/>
                </a:lnTo>
                <a:lnTo>
                  <a:pt x="1339875" y="354634"/>
                </a:lnTo>
                <a:lnTo>
                  <a:pt x="1355039" y="397814"/>
                </a:lnTo>
                <a:lnTo>
                  <a:pt x="1385862" y="430834"/>
                </a:lnTo>
                <a:lnTo>
                  <a:pt x="1425219" y="453694"/>
                </a:lnTo>
                <a:lnTo>
                  <a:pt x="1433487" y="456234"/>
                </a:lnTo>
                <a:lnTo>
                  <a:pt x="1441805" y="460044"/>
                </a:lnTo>
                <a:lnTo>
                  <a:pt x="1450187" y="462584"/>
                </a:lnTo>
                <a:lnTo>
                  <a:pt x="1483055" y="467664"/>
                </a:lnTo>
                <a:lnTo>
                  <a:pt x="1502511" y="467664"/>
                </a:lnTo>
                <a:lnTo>
                  <a:pt x="1546237" y="458774"/>
                </a:lnTo>
                <a:lnTo>
                  <a:pt x="1583385" y="439724"/>
                </a:lnTo>
                <a:lnTo>
                  <a:pt x="1613687" y="415594"/>
                </a:lnTo>
                <a:lnTo>
                  <a:pt x="1626196" y="401624"/>
                </a:lnTo>
                <a:lnTo>
                  <a:pt x="1631784" y="395274"/>
                </a:lnTo>
                <a:lnTo>
                  <a:pt x="1654683" y="360984"/>
                </a:lnTo>
                <a:lnTo>
                  <a:pt x="1658251" y="354634"/>
                </a:lnTo>
                <a:lnTo>
                  <a:pt x="1660537" y="348284"/>
                </a:lnTo>
                <a:lnTo>
                  <a:pt x="1664055" y="339394"/>
                </a:lnTo>
                <a:lnTo>
                  <a:pt x="1665820" y="330504"/>
                </a:lnTo>
                <a:lnTo>
                  <a:pt x="1665820" y="32415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0681" y="524722"/>
            <a:ext cx="449627" cy="468630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9548304" y="524100"/>
            <a:ext cx="335280" cy="470534"/>
          </a:xfrm>
          <a:custGeom>
            <a:avLst/>
            <a:gdLst/>
            <a:ahLst/>
            <a:cxnLst/>
            <a:rect l="l" t="t" r="r" b="b"/>
            <a:pathLst>
              <a:path w="335279" h="470534">
                <a:moveTo>
                  <a:pt x="54800" y="465349"/>
                </a:moveTo>
                <a:lnTo>
                  <a:pt x="45889" y="464727"/>
                </a:lnTo>
                <a:lnTo>
                  <a:pt x="40190" y="464416"/>
                </a:lnTo>
                <a:lnTo>
                  <a:pt x="34854" y="461981"/>
                </a:lnTo>
                <a:lnTo>
                  <a:pt x="12434" y="426181"/>
                </a:lnTo>
                <a:lnTo>
                  <a:pt x="3020" y="382914"/>
                </a:lnTo>
                <a:lnTo>
                  <a:pt x="0" y="338695"/>
                </a:lnTo>
                <a:lnTo>
                  <a:pt x="77" y="312583"/>
                </a:lnTo>
                <a:lnTo>
                  <a:pt x="2991" y="267645"/>
                </a:lnTo>
                <a:lnTo>
                  <a:pt x="9199" y="222970"/>
                </a:lnTo>
                <a:lnTo>
                  <a:pt x="18068" y="179984"/>
                </a:lnTo>
                <a:lnTo>
                  <a:pt x="29171" y="139797"/>
                </a:lnTo>
                <a:lnTo>
                  <a:pt x="45475" y="95328"/>
                </a:lnTo>
                <a:lnTo>
                  <a:pt x="66114" y="56798"/>
                </a:lnTo>
                <a:lnTo>
                  <a:pt x="96801" y="24625"/>
                </a:lnTo>
                <a:lnTo>
                  <a:pt x="135571" y="5595"/>
                </a:lnTo>
                <a:lnTo>
                  <a:pt x="166105" y="271"/>
                </a:lnTo>
                <a:lnTo>
                  <a:pt x="167797" y="271"/>
                </a:lnTo>
                <a:lnTo>
                  <a:pt x="176448" y="0"/>
                </a:lnTo>
                <a:lnTo>
                  <a:pt x="177381" y="0"/>
                </a:lnTo>
                <a:lnTo>
                  <a:pt x="185890" y="271"/>
                </a:lnTo>
                <a:lnTo>
                  <a:pt x="226846" y="9481"/>
                </a:lnTo>
                <a:lnTo>
                  <a:pt x="261360" y="28928"/>
                </a:lnTo>
                <a:lnTo>
                  <a:pt x="280741" y="48804"/>
                </a:lnTo>
                <a:lnTo>
                  <a:pt x="119717" y="48804"/>
                </a:lnTo>
                <a:lnTo>
                  <a:pt x="115054" y="50462"/>
                </a:lnTo>
                <a:lnTo>
                  <a:pt x="84694" y="86521"/>
                </a:lnTo>
                <a:lnTo>
                  <a:pt x="71690" y="116570"/>
                </a:lnTo>
                <a:lnTo>
                  <a:pt x="71271" y="117658"/>
                </a:lnTo>
                <a:lnTo>
                  <a:pt x="70447" y="117658"/>
                </a:lnTo>
                <a:lnTo>
                  <a:pt x="70546" y="120145"/>
                </a:lnTo>
                <a:lnTo>
                  <a:pt x="70690" y="120559"/>
                </a:lnTo>
                <a:lnTo>
                  <a:pt x="71224" y="121751"/>
                </a:lnTo>
                <a:lnTo>
                  <a:pt x="72467" y="122165"/>
                </a:lnTo>
                <a:lnTo>
                  <a:pt x="73814" y="122580"/>
                </a:lnTo>
                <a:lnTo>
                  <a:pt x="150428" y="122580"/>
                </a:lnTo>
                <a:lnTo>
                  <a:pt x="148478" y="126702"/>
                </a:lnTo>
                <a:lnTo>
                  <a:pt x="134891" y="165461"/>
                </a:lnTo>
                <a:lnTo>
                  <a:pt x="124691" y="204075"/>
                </a:lnTo>
                <a:lnTo>
                  <a:pt x="114277" y="251170"/>
                </a:lnTo>
                <a:lnTo>
                  <a:pt x="115417" y="251170"/>
                </a:lnTo>
                <a:lnTo>
                  <a:pt x="151055" y="253200"/>
                </a:lnTo>
                <a:lnTo>
                  <a:pt x="166708" y="254278"/>
                </a:lnTo>
                <a:lnTo>
                  <a:pt x="174894" y="255056"/>
                </a:lnTo>
                <a:lnTo>
                  <a:pt x="182355" y="255988"/>
                </a:lnTo>
                <a:lnTo>
                  <a:pt x="189815" y="256817"/>
                </a:lnTo>
                <a:lnTo>
                  <a:pt x="195721" y="257698"/>
                </a:lnTo>
                <a:lnTo>
                  <a:pt x="200073" y="258630"/>
                </a:lnTo>
                <a:lnTo>
                  <a:pt x="211989" y="261842"/>
                </a:lnTo>
                <a:lnTo>
                  <a:pt x="217170" y="263293"/>
                </a:lnTo>
                <a:lnTo>
                  <a:pt x="221212" y="264323"/>
                </a:lnTo>
                <a:lnTo>
                  <a:pt x="223543" y="270909"/>
                </a:lnTo>
                <a:lnTo>
                  <a:pt x="334801" y="270909"/>
                </a:lnTo>
                <a:lnTo>
                  <a:pt x="334919" y="297720"/>
                </a:lnTo>
                <a:lnTo>
                  <a:pt x="334751" y="307124"/>
                </a:lnTo>
                <a:lnTo>
                  <a:pt x="334586" y="312583"/>
                </a:lnTo>
                <a:lnTo>
                  <a:pt x="334459" y="316799"/>
                </a:lnTo>
                <a:lnTo>
                  <a:pt x="334382" y="318625"/>
                </a:lnTo>
                <a:lnTo>
                  <a:pt x="227273" y="318625"/>
                </a:lnTo>
                <a:lnTo>
                  <a:pt x="226858" y="320283"/>
                </a:lnTo>
                <a:lnTo>
                  <a:pt x="220434" y="321941"/>
                </a:lnTo>
                <a:lnTo>
                  <a:pt x="208000" y="323599"/>
                </a:lnTo>
                <a:lnTo>
                  <a:pt x="98579" y="333702"/>
                </a:lnTo>
                <a:lnTo>
                  <a:pt x="91430" y="375356"/>
                </a:lnTo>
                <a:lnTo>
                  <a:pt x="91015" y="378568"/>
                </a:lnTo>
                <a:lnTo>
                  <a:pt x="90497" y="381625"/>
                </a:lnTo>
                <a:lnTo>
                  <a:pt x="89389" y="386702"/>
                </a:lnTo>
                <a:lnTo>
                  <a:pt x="88787" y="390018"/>
                </a:lnTo>
                <a:lnTo>
                  <a:pt x="88476" y="392609"/>
                </a:lnTo>
                <a:lnTo>
                  <a:pt x="87544" y="400846"/>
                </a:lnTo>
                <a:lnTo>
                  <a:pt x="86819" y="406752"/>
                </a:lnTo>
                <a:lnTo>
                  <a:pt x="85834" y="413332"/>
                </a:lnTo>
                <a:lnTo>
                  <a:pt x="84591" y="420586"/>
                </a:lnTo>
                <a:lnTo>
                  <a:pt x="83451" y="427735"/>
                </a:lnTo>
                <a:lnTo>
                  <a:pt x="81534" y="434574"/>
                </a:lnTo>
                <a:lnTo>
                  <a:pt x="78840" y="441102"/>
                </a:lnTo>
                <a:lnTo>
                  <a:pt x="76249" y="447630"/>
                </a:lnTo>
                <a:lnTo>
                  <a:pt x="72312" y="453381"/>
                </a:lnTo>
                <a:lnTo>
                  <a:pt x="61846" y="463224"/>
                </a:lnTo>
                <a:lnTo>
                  <a:pt x="54800" y="465349"/>
                </a:lnTo>
                <a:close/>
              </a:path>
              <a:path w="335279" h="470534">
                <a:moveTo>
                  <a:pt x="79636" y="117917"/>
                </a:moveTo>
                <a:lnTo>
                  <a:pt x="71172" y="117917"/>
                </a:lnTo>
                <a:lnTo>
                  <a:pt x="71690" y="116570"/>
                </a:lnTo>
                <a:lnTo>
                  <a:pt x="72622" y="112736"/>
                </a:lnTo>
                <a:lnTo>
                  <a:pt x="74566" y="107555"/>
                </a:lnTo>
                <a:lnTo>
                  <a:pt x="74643" y="107348"/>
                </a:lnTo>
                <a:lnTo>
                  <a:pt x="80860" y="93463"/>
                </a:lnTo>
                <a:lnTo>
                  <a:pt x="109925" y="54295"/>
                </a:lnTo>
                <a:lnTo>
                  <a:pt x="119717" y="48804"/>
                </a:lnTo>
                <a:lnTo>
                  <a:pt x="119095" y="50047"/>
                </a:lnTo>
                <a:lnTo>
                  <a:pt x="118681" y="51135"/>
                </a:lnTo>
                <a:lnTo>
                  <a:pt x="118473" y="52068"/>
                </a:lnTo>
                <a:lnTo>
                  <a:pt x="118370" y="52897"/>
                </a:lnTo>
                <a:lnTo>
                  <a:pt x="118577" y="53570"/>
                </a:lnTo>
                <a:lnTo>
                  <a:pt x="119095" y="54088"/>
                </a:lnTo>
                <a:lnTo>
                  <a:pt x="119614" y="54503"/>
                </a:lnTo>
                <a:lnTo>
                  <a:pt x="119924" y="54710"/>
                </a:lnTo>
                <a:lnTo>
                  <a:pt x="120132" y="54710"/>
                </a:lnTo>
                <a:lnTo>
                  <a:pt x="119769" y="55021"/>
                </a:lnTo>
                <a:lnTo>
                  <a:pt x="118940" y="55642"/>
                </a:lnTo>
                <a:lnTo>
                  <a:pt x="111894" y="59994"/>
                </a:lnTo>
                <a:lnTo>
                  <a:pt x="105832" y="65797"/>
                </a:lnTo>
                <a:lnTo>
                  <a:pt x="84435" y="102322"/>
                </a:lnTo>
                <a:lnTo>
                  <a:pt x="79703" y="117658"/>
                </a:lnTo>
                <a:lnTo>
                  <a:pt x="79636" y="117917"/>
                </a:lnTo>
                <a:close/>
              </a:path>
              <a:path w="335279" h="470534">
                <a:moveTo>
                  <a:pt x="150428" y="122580"/>
                </a:moveTo>
                <a:lnTo>
                  <a:pt x="78402" y="122580"/>
                </a:lnTo>
                <a:lnTo>
                  <a:pt x="79636" y="117917"/>
                </a:lnTo>
                <a:lnTo>
                  <a:pt x="82000" y="108799"/>
                </a:lnTo>
                <a:lnTo>
                  <a:pt x="100755" y="73050"/>
                </a:lnTo>
                <a:lnTo>
                  <a:pt x="118940" y="55642"/>
                </a:lnTo>
                <a:lnTo>
                  <a:pt x="119769" y="55021"/>
                </a:lnTo>
                <a:lnTo>
                  <a:pt x="120132" y="54710"/>
                </a:lnTo>
                <a:lnTo>
                  <a:pt x="119924" y="54710"/>
                </a:lnTo>
                <a:lnTo>
                  <a:pt x="119614" y="54503"/>
                </a:lnTo>
                <a:lnTo>
                  <a:pt x="119095" y="54088"/>
                </a:lnTo>
                <a:lnTo>
                  <a:pt x="118577" y="53570"/>
                </a:lnTo>
                <a:lnTo>
                  <a:pt x="118473" y="52068"/>
                </a:lnTo>
                <a:lnTo>
                  <a:pt x="118681" y="51135"/>
                </a:lnTo>
                <a:lnTo>
                  <a:pt x="119095" y="50047"/>
                </a:lnTo>
                <a:lnTo>
                  <a:pt x="119717" y="48804"/>
                </a:lnTo>
                <a:lnTo>
                  <a:pt x="280741" y="48804"/>
                </a:lnTo>
                <a:lnTo>
                  <a:pt x="303471" y="91847"/>
                </a:lnTo>
                <a:lnTo>
                  <a:pt x="307594" y="102892"/>
                </a:lnTo>
                <a:lnTo>
                  <a:pt x="159662" y="102892"/>
                </a:lnTo>
                <a:lnTo>
                  <a:pt x="158626" y="106001"/>
                </a:lnTo>
                <a:lnTo>
                  <a:pt x="158522" y="106312"/>
                </a:lnTo>
                <a:lnTo>
                  <a:pt x="155828" y="112063"/>
                </a:lnTo>
                <a:lnTo>
                  <a:pt x="151743" y="119834"/>
                </a:lnTo>
                <a:lnTo>
                  <a:pt x="150428" y="122580"/>
                </a:lnTo>
                <a:close/>
              </a:path>
              <a:path w="335279" h="470534">
                <a:moveTo>
                  <a:pt x="334801" y="270909"/>
                </a:moveTo>
                <a:lnTo>
                  <a:pt x="223543" y="270909"/>
                </a:lnTo>
                <a:lnTo>
                  <a:pt x="224579" y="267179"/>
                </a:lnTo>
                <a:lnTo>
                  <a:pt x="222454" y="264640"/>
                </a:lnTo>
                <a:lnTo>
                  <a:pt x="210253" y="227545"/>
                </a:lnTo>
                <a:lnTo>
                  <a:pt x="203483" y="196353"/>
                </a:lnTo>
                <a:lnTo>
                  <a:pt x="200034" y="181888"/>
                </a:lnTo>
                <a:lnTo>
                  <a:pt x="188785" y="144809"/>
                </a:lnTo>
                <a:lnTo>
                  <a:pt x="167122" y="107555"/>
                </a:lnTo>
                <a:lnTo>
                  <a:pt x="160905" y="107555"/>
                </a:lnTo>
                <a:lnTo>
                  <a:pt x="159766" y="106001"/>
                </a:lnTo>
                <a:lnTo>
                  <a:pt x="159662" y="102892"/>
                </a:lnTo>
                <a:lnTo>
                  <a:pt x="307594" y="102892"/>
                </a:lnTo>
                <a:lnTo>
                  <a:pt x="320617" y="147296"/>
                </a:lnTo>
                <a:lnTo>
                  <a:pt x="328883" y="192535"/>
                </a:lnTo>
                <a:lnTo>
                  <a:pt x="333498" y="239629"/>
                </a:lnTo>
                <a:lnTo>
                  <a:pt x="334097" y="251170"/>
                </a:lnTo>
                <a:lnTo>
                  <a:pt x="334203" y="253200"/>
                </a:lnTo>
                <a:lnTo>
                  <a:pt x="334323" y="255522"/>
                </a:lnTo>
                <a:lnTo>
                  <a:pt x="334420" y="258630"/>
                </a:lnTo>
                <a:lnTo>
                  <a:pt x="334519" y="261842"/>
                </a:lnTo>
                <a:lnTo>
                  <a:pt x="334606" y="264640"/>
                </a:lnTo>
                <a:lnTo>
                  <a:pt x="334699" y="267645"/>
                </a:lnTo>
                <a:lnTo>
                  <a:pt x="334801" y="270909"/>
                </a:lnTo>
                <a:close/>
              </a:path>
              <a:path w="335279" h="470534">
                <a:moveTo>
                  <a:pt x="78402" y="122580"/>
                </a:moveTo>
                <a:lnTo>
                  <a:pt x="73814" y="122580"/>
                </a:lnTo>
                <a:lnTo>
                  <a:pt x="72467" y="122165"/>
                </a:lnTo>
                <a:lnTo>
                  <a:pt x="71224" y="121751"/>
                </a:lnTo>
                <a:lnTo>
                  <a:pt x="70690" y="120559"/>
                </a:lnTo>
                <a:lnTo>
                  <a:pt x="70546" y="120145"/>
                </a:lnTo>
                <a:lnTo>
                  <a:pt x="70447" y="117658"/>
                </a:lnTo>
                <a:lnTo>
                  <a:pt x="70916" y="117917"/>
                </a:lnTo>
                <a:lnTo>
                  <a:pt x="71172" y="117917"/>
                </a:lnTo>
                <a:lnTo>
                  <a:pt x="71794" y="119005"/>
                </a:lnTo>
                <a:lnTo>
                  <a:pt x="73555" y="119834"/>
                </a:lnTo>
                <a:lnTo>
                  <a:pt x="75420" y="120559"/>
                </a:lnTo>
                <a:lnTo>
                  <a:pt x="78946" y="120559"/>
                </a:lnTo>
                <a:lnTo>
                  <a:pt x="78625" y="121751"/>
                </a:lnTo>
                <a:lnTo>
                  <a:pt x="78513" y="122165"/>
                </a:lnTo>
                <a:lnTo>
                  <a:pt x="78402" y="122580"/>
                </a:lnTo>
                <a:close/>
              </a:path>
              <a:path w="335279" h="470534">
                <a:moveTo>
                  <a:pt x="78946" y="120559"/>
                </a:moveTo>
                <a:lnTo>
                  <a:pt x="75420" y="120559"/>
                </a:lnTo>
                <a:lnTo>
                  <a:pt x="74384" y="119834"/>
                </a:lnTo>
                <a:lnTo>
                  <a:pt x="70447" y="117658"/>
                </a:lnTo>
                <a:lnTo>
                  <a:pt x="71271" y="117658"/>
                </a:lnTo>
                <a:lnTo>
                  <a:pt x="71172" y="117917"/>
                </a:lnTo>
                <a:lnTo>
                  <a:pt x="79636" y="117917"/>
                </a:lnTo>
                <a:lnTo>
                  <a:pt x="79139" y="119834"/>
                </a:lnTo>
                <a:lnTo>
                  <a:pt x="79057" y="120145"/>
                </a:lnTo>
                <a:lnTo>
                  <a:pt x="78946" y="120559"/>
                </a:lnTo>
                <a:close/>
              </a:path>
              <a:path w="335279" h="470534">
                <a:moveTo>
                  <a:pt x="75420" y="120559"/>
                </a:moveTo>
                <a:lnTo>
                  <a:pt x="73555" y="119834"/>
                </a:lnTo>
                <a:lnTo>
                  <a:pt x="71794" y="119005"/>
                </a:lnTo>
                <a:lnTo>
                  <a:pt x="71172" y="117917"/>
                </a:lnTo>
                <a:lnTo>
                  <a:pt x="70916" y="117917"/>
                </a:lnTo>
                <a:lnTo>
                  <a:pt x="74384" y="119834"/>
                </a:lnTo>
                <a:lnTo>
                  <a:pt x="75420" y="120559"/>
                </a:lnTo>
                <a:close/>
              </a:path>
              <a:path w="335279" h="470534">
                <a:moveTo>
                  <a:pt x="223543" y="270909"/>
                </a:moveTo>
                <a:lnTo>
                  <a:pt x="221324" y="264640"/>
                </a:lnTo>
                <a:lnTo>
                  <a:pt x="221212" y="264323"/>
                </a:lnTo>
                <a:lnTo>
                  <a:pt x="222454" y="264640"/>
                </a:lnTo>
                <a:lnTo>
                  <a:pt x="224579" y="267179"/>
                </a:lnTo>
                <a:lnTo>
                  <a:pt x="223543" y="270909"/>
                </a:lnTo>
                <a:close/>
              </a:path>
              <a:path w="335279" h="470534">
                <a:moveTo>
                  <a:pt x="244214" y="387013"/>
                </a:moveTo>
                <a:lnTo>
                  <a:pt x="231935" y="366186"/>
                </a:lnTo>
                <a:lnTo>
                  <a:pt x="227273" y="318625"/>
                </a:lnTo>
                <a:lnTo>
                  <a:pt x="334382" y="318625"/>
                </a:lnTo>
                <a:lnTo>
                  <a:pt x="334311" y="320283"/>
                </a:lnTo>
                <a:lnTo>
                  <a:pt x="334241" y="321941"/>
                </a:lnTo>
                <a:lnTo>
                  <a:pt x="334170" y="323599"/>
                </a:lnTo>
                <a:lnTo>
                  <a:pt x="334051" y="326397"/>
                </a:lnTo>
                <a:lnTo>
                  <a:pt x="333662" y="333702"/>
                </a:lnTo>
                <a:lnTo>
                  <a:pt x="330127" y="376697"/>
                </a:lnTo>
                <a:lnTo>
                  <a:pt x="328690" y="386702"/>
                </a:lnTo>
                <a:lnTo>
                  <a:pt x="244214" y="386702"/>
                </a:lnTo>
                <a:lnTo>
                  <a:pt x="244214" y="387013"/>
                </a:lnTo>
                <a:close/>
              </a:path>
              <a:path w="335279" h="470534">
                <a:moveTo>
                  <a:pt x="282546" y="470002"/>
                </a:moveTo>
                <a:lnTo>
                  <a:pt x="275154" y="470002"/>
                </a:lnTo>
                <a:lnTo>
                  <a:pt x="268655" y="468729"/>
                </a:lnTo>
                <a:lnTo>
                  <a:pt x="241922" y="433904"/>
                </a:lnTo>
                <a:lnTo>
                  <a:pt x="239942" y="426181"/>
                </a:lnTo>
                <a:lnTo>
                  <a:pt x="239862" y="425870"/>
                </a:lnTo>
                <a:lnTo>
                  <a:pt x="238692" y="417972"/>
                </a:lnTo>
                <a:lnTo>
                  <a:pt x="235510" y="394163"/>
                </a:lnTo>
                <a:lnTo>
                  <a:pt x="244214" y="386702"/>
                </a:lnTo>
                <a:lnTo>
                  <a:pt x="244031" y="386702"/>
                </a:lnTo>
                <a:lnTo>
                  <a:pt x="244214" y="387013"/>
                </a:lnTo>
                <a:lnTo>
                  <a:pt x="328645" y="387013"/>
                </a:lnTo>
                <a:lnTo>
                  <a:pt x="328456" y="388334"/>
                </a:lnTo>
                <a:lnTo>
                  <a:pt x="319650" y="425870"/>
                </a:lnTo>
                <a:lnTo>
                  <a:pt x="294469" y="466540"/>
                </a:lnTo>
                <a:lnTo>
                  <a:pt x="288666" y="469390"/>
                </a:lnTo>
                <a:lnTo>
                  <a:pt x="282546" y="470002"/>
                </a:lnTo>
                <a:close/>
              </a:path>
              <a:path w="335279" h="470534">
                <a:moveTo>
                  <a:pt x="328645" y="387013"/>
                </a:moveTo>
                <a:lnTo>
                  <a:pt x="244214" y="387013"/>
                </a:lnTo>
                <a:lnTo>
                  <a:pt x="244214" y="386702"/>
                </a:lnTo>
                <a:lnTo>
                  <a:pt x="328690" y="386702"/>
                </a:lnTo>
                <a:lnTo>
                  <a:pt x="328645" y="38701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934222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98892" y="42799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2576" y="125730"/>
                </a:lnTo>
                <a:lnTo>
                  <a:pt x="43469" y="11811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35838" y="171450"/>
                </a:lnTo>
                <a:lnTo>
                  <a:pt x="332797" y="187960"/>
                </a:lnTo>
                <a:lnTo>
                  <a:pt x="328299" y="20320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322455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10721014" y="522494"/>
            <a:ext cx="1226185" cy="473709"/>
            <a:chOff x="10721014" y="522494"/>
            <a:chExt cx="1226185" cy="473709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21014" y="522494"/>
              <a:ext cx="862828" cy="47317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1620541" y="525033"/>
              <a:ext cx="326390" cy="467359"/>
            </a:xfrm>
            <a:custGeom>
              <a:avLst/>
              <a:gdLst/>
              <a:ahLst/>
              <a:cxnLst/>
              <a:rect l="l" t="t" r="r" b="b"/>
              <a:pathLst>
                <a:path w="326390" h="467359">
                  <a:moveTo>
                    <a:pt x="204595" y="229870"/>
                  </a:moveTo>
                  <a:lnTo>
                    <a:pt x="75642" y="229870"/>
                  </a:lnTo>
                  <a:lnTo>
                    <a:pt x="74709" y="228600"/>
                  </a:lnTo>
                  <a:lnTo>
                    <a:pt x="71542" y="228600"/>
                  </a:lnTo>
                  <a:lnTo>
                    <a:pt x="66238" y="226060"/>
                  </a:lnTo>
                  <a:lnTo>
                    <a:pt x="59730" y="222250"/>
                  </a:lnTo>
                  <a:lnTo>
                    <a:pt x="52017" y="217170"/>
                  </a:lnTo>
                  <a:lnTo>
                    <a:pt x="44012" y="212090"/>
                  </a:lnTo>
                  <a:lnTo>
                    <a:pt x="36629" y="204470"/>
                  </a:lnTo>
                  <a:lnTo>
                    <a:pt x="29868" y="198120"/>
                  </a:lnTo>
                  <a:lnTo>
                    <a:pt x="23729" y="190500"/>
                  </a:lnTo>
                  <a:lnTo>
                    <a:pt x="3358" y="148590"/>
                  </a:lnTo>
                  <a:lnTo>
                    <a:pt x="833" y="132080"/>
                  </a:lnTo>
                  <a:lnTo>
                    <a:pt x="707" y="130810"/>
                  </a:lnTo>
                  <a:lnTo>
                    <a:pt x="580" y="129540"/>
                  </a:lnTo>
                  <a:lnTo>
                    <a:pt x="454" y="128270"/>
                  </a:lnTo>
                  <a:lnTo>
                    <a:pt x="328" y="127000"/>
                  </a:lnTo>
                  <a:lnTo>
                    <a:pt x="280" y="125730"/>
                  </a:lnTo>
                  <a:lnTo>
                    <a:pt x="186" y="123190"/>
                  </a:lnTo>
                  <a:lnTo>
                    <a:pt x="91" y="120650"/>
                  </a:lnTo>
                  <a:lnTo>
                    <a:pt x="7876" y="80010"/>
                  </a:lnTo>
                  <a:lnTo>
                    <a:pt x="35833" y="44450"/>
                  </a:lnTo>
                  <a:lnTo>
                    <a:pt x="67336" y="22860"/>
                  </a:lnTo>
                  <a:lnTo>
                    <a:pt x="93827" y="12700"/>
                  </a:lnTo>
                  <a:lnTo>
                    <a:pt x="102929" y="8890"/>
                  </a:lnTo>
                  <a:lnTo>
                    <a:pt x="112051" y="6350"/>
                  </a:lnTo>
                  <a:lnTo>
                    <a:pt x="121192" y="5080"/>
                  </a:lnTo>
                  <a:lnTo>
                    <a:pt x="130352" y="2540"/>
                  </a:lnTo>
                  <a:lnTo>
                    <a:pt x="148498" y="0"/>
                  </a:lnTo>
                  <a:lnTo>
                    <a:pt x="181798" y="0"/>
                  </a:lnTo>
                  <a:lnTo>
                    <a:pt x="222831" y="11430"/>
                  </a:lnTo>
                  <a:lnTo>
                    <a:pt x="262932" y="35560"/>
                  </a:lnTo>
                  <a:lnTo>
                    <a:pt x="273676" y="46990"/>
                  </a:lnTo>
                  <a:lnTo>
                    <a:pt x="66938" y="46990"/>
                  </a:lnTo>
                  <a:lnTo>
                    <a:pt x="61757" y="50800"/>
                  </a:lnTo>
                  <a:lnTo>
                    <a:pt x="34454" y="78740"/>
                  </a:lnTo>
                  <a:lnTo>
                    <a:pt x="21242" y="110490"/>
                  </a:lnTo>
                  <a:lnTo>
                    <a:pt x="25180" y="111760"/>
                  </a:lnTo>
                  <a:lnTo>
                    <a:pt x="292737" y="111760"/>
                  </a:lnTo>
                  <a:lnTo>
                    <a:pt x="291582" y="115570"/>
                  </a:lnTo>
                  <a:lnTo>
                    <a:pt x="289044" y="119380"/>
                  </a:lnTo>
                  <a:lnTo>
                    <a:pt x="172991" y="119380"/>
                  </a:lnTo>
                  <a:lnTo>
                    <a:pt x="160143" y="121920"/>
                  </a:lnTo>
                  <a:lnTo>
                    <a:pt x="133305" y="140970"/>
                  </a:lnTo>
                  <a:lnTo>
                    <a:pt x="133305" y="153670"/>
                  </a:lnTo>
                  <a:lnTo>
                    <a:pt x="145584" y="177800"/>
                  </a:lnTo>
                  <a:lnTo>
                    <a:pt x="149418" y="182880"/>
                  </a:lnTo>
                  <a:lnTo>
                    <a:pt x="153770" y="185420"/>
                  </a:lnTo>
                  <a:lnTo>
                    <a:pt x="158640" y="189230"/>
                  </a:lnTo>
                  <a:lnTo>
                    <a:pt x="163613" y="193040"/>
                  </a:lnTo>
                  <a:lnTo>
                    <a:pt x="168535" y="195580"/>
                  </a:lnTo>
                  <a:lnTo>
                    <a:pt x="177136" y="201930"/>
                  </a:lnTo>
                  <a:lnTo>
                    <a:pt x="180814" y="203200"/>
                  </a:lnTo>
                  <a:lnTo>
                    <a:pt x="188068" y="208280"/>
                  </a:lnTo>
                  <a:lnTo>
                    <a:pt x="191383" y="210820"/>
                  </a:lnTo>
                  <a:lnTo>
                    <a:pt x="197393" y="217170"/>
                  </a:lnTo>
                  <a:lnTo>
                    <a:pt x="199932" y="219710"/>
                  </a:lnTo>
                  <a:lnTo>
                    <a:pt x="204077" y="227330"/>
                  </a:lnTo>
                  <a:lnTo>
                    <a:pt x="204336" y="228600"/>
                  </a:lnTo>
                  <a:lnTo>
                    <a:pt x="74709" y="228600"/>
                  </a:lnTo>
                  <a:lnTo>
                    <a:pt x="73397" y="229174"/>
                  </a:lnTo>
                  <a:lnTo>
                    <a:pt x="204453" y="229174"/>
                  </a:lnTo>
                  <a:lnTo>
                    <a:pt x="204595" y="229870"/>
                  </a:lnTo>
                  <a:close/>
                </a:path>
                <a:path w="326390" h="467359">
                  <a:moveTo>
                    <a:pt x="33521" y="111760"/>
                  </a:moveTo>
                  <a:lnTo>
                    <a:pt x="25180" y="111760"/>
                  </a:lnTo>
                  <a:lnTo>
                    <a:pt x="21242" y="110490"/>
                  </a:lnTo>
                  <a:lnTo>
                    <a:pt x="38495" y="73660"/>
                  </a:lnTo>
                  <a:lnTo>
                    <a:pt x="66938" y="46990"/>
                  </a:lnTo>
                  <a:lnTo>
                    <a:pt x="69321" y="49530"/>
                  </a:lnTo>
                  <a:lnTo>
                    <a:pt x="70616" y="50800"/>
                  </a:lnTo>
                  <a:lnTo>
                    <a:pt x="70824" y="52070"/>
                  </a:lnTo>
                  <a:lnTo>
                    <a:pt x="71134" y="52070"/>
                  </a:lnTo>
                  <a:lnTo>
                    <a:pt x="73621" y="57150"/>
                  </a:lnTo>
                  <a:lnTo>
                    <a:pt x="66368" y="60960"/>
                  </a:lnTo>
                  <a:lnTo>
                    <a:pt x="60151" y="64770"/>
                  </a:lnTo>
                  <a:lnTo>
                    <a:pt x="54970" y="67310"/>
                  </a:lnTo>
                  <a:lnTo>
                    <a:pt x="33313" y="104140"/>
                  </a:lnTo>
                  <a:lnTo>
                    <a:pt x="33383" y="106680"/>
                  </a:lnTo>
                  <a:lnTo>
                    <a:pt x="33487" y="110490"/>
                  </a:lnTo>
                  <a:lnTo>
                    <a:pt x="33521" y="111760"/>
                  </a:lnTo>
                  <a:close/>
                </a:path>
                <a:path w="326390" h="467359">
                  <a:moveTo>
                    <a:pt x="292737" y="111760"/>
                  </a:moveTo>
                  <a:lnTo>
                    <a:pt x="33521" y="111760"/>
                  </a:lnTo>
                  <a:lnTo>
                    <a:pt x="33487" y="110490"/>
                  </a:lnTo>
                  <a:lnTo>
                    <a:pt x="33383" y="106680"/>
                  </a:lnTo>
                  <a:lnTo>
                    <a:pt x="33313" y="104140"/>
                  </a:lnTo>
                  <a:lnTo>
                    <a:pt x="33987" y="97790"/>
                  </a:lnTo>
                  <a:lnTo>
                    <a:pt x="60151" y="64770"/>
                  </a:lnTo>
                  <a:lnTo>
                    <a:pt x="66368" y="60960"/>
                  </a:lnTo>
                  <a:lnTo>
                    <a:pt x="73621" y="57150"/>
                  </a:lnTo>
                  <a:lnTo>
                    <a:pt x="71134" y="52070"/>
                  </a:lnTo>
                  <a:lnTo>
                    <a:pt x="70824" y="52070"/>
                  </a:lnTo>
                  <a:lnTo>
                    <a:pt x="70616" y="50800"/>
                  </a:lnTo>
                  <a:lnTo>
                    <a:pt x="69321" y="49530"/>
                  </a:lnTo>
                  <a:lnTo>
                    <a:pt x="66938" y="46990"/>
                  </a:lnTo>
                  <a:lnTo>
                    <a:pt x="273676" y="46990"/>
                  </a:lnTo>
                  <a:lnTo>
                    <a:pt x="292929" y="82550"/>
                  </a:lnTo>
                  <a:lnTo>
                    <a:pt x="294949" y="102870"/>
                  </a:lnTo>
                  <a:lnTo>
                    <a:pt x="294276" y="106680"/>
                  </a:lnTo>
                  <a:lnTo>
                    <a:pt x="292737" y="111760"/>
                  </a:lnTo>
                  <a:close/>
                </a:path>
                <a:path w="326390" h="467359">
                  <a:moveTo>
                    <a:pt x="267387" y="132080"/>
                  </a:moveTo>
                  <a:lnTo>
                    <a:pt x="245990" y="132080"/>
                  </a:lnTo>
                  <a:lnTo>
                    <a:pt x="229152" y="128270"/>
                  </a:lnTo>
                  <a:lnTo>
                    <a:pt x="223453" y="125730"/>
                  </a:lnTo>
                  <a:lnTo>
                    <a:pt x="191539" y="119380"/>
                  </a:lnTo>
                  <a:lnTo>
                    <a:pt x="289044" y="119380"/>
                  </a:lnTo>
                  <a:lnTo>
                    <a:pt x="285313" y="121920"/>
                  </a:lnTo>
                  <a:lnTo>
                    <a:pt x="280961" y="125730"/>
                  </a:lnTo>
                  <a:lnTo>
                    <a:pt x="276505" y="128270"/>
                  </a:lnTo>
                  <a:lnTo>
                    <a:pt x="271947" y="129540"/>
                  </a:lnTo>
                  <a:lnTo>
                    <a:pt x="267387" y="132080"/>
                  </a:lnTo>
                  <a:close/>
                </a:path>
                <a:path w="326390" h="467359">
                  <a:moveTo>
                    <a:pt x="75642" y="229870"/>
                  </a:moveTo>
                  <a:lnTo>
                    <a:pt x="73397" y="229174"/>
                  </a:lnTo>
                  <a:lnTo>
                    <a:pt x="74709" y="228600"/>
                  </a:lnTo>
                  <a:lnTo>
                    <a:pt x="75642" y="229870"/>
                  </a:lnTo>
                  <a:close/>
                </a:path>
                <a:path w="326390" h="467359">
                  <a:moveTo>
                    <a:pt x="163040" y="467360"/>
                  </a:moveTo>
                  <a:lnTo>
                    <a:pt x="143583" y="467360"/>
                  </a:lnTo>
                  <a:lnTo>
                    <a:pt x="110720" y="462280"/>
                  </a:lnTo>
                  <a:lnTo>
                    <a:pt x="102336" y="459740"/>
                  </a:lnTo>
                  <a:lnTo>
                    <a:pt x="94011" y="455930"/>
                  </a:lnTo>
                  <a:lnTo>
                    <a:pt x="85745" y="453390"/>
                  </a:lnTo>
                  <a:lnTo>
                    <a:pt x="46392" y="430530"/>
                  </a:lnTo>
                  <a:lnTo>
                    <a:pt x="15569" y="397510"/>
                  </a:lnTo>
                  <a:lnTo>
                    <a:pt x="396" y="354330"/>
                  </a:lnTo>
                  <a:lnTo>
                    <a:pt x="172" y="349250"/>
                  </a:lnTo>
                  <a:lnTo>
                    <a:pt x="117" y="347980"/>
                  </a:lnTo>
                  <a:lnTo>
                    <a:pt x="4495" y="307340"/>
                  </a:lnTo>
                  <a:lnTo>
                    <a:pt x="22952" y="269240"/>
                  </a:lnTo>
                  <a:lnTo>
                    <a:pt x="50414" y="242570"/>
                  </a:lnTo>
                  <a:lnTo>
                    <a:pt x="73397" y="229174"/>
                  </a:lnTo>
                  <a:lnTo>
                    <a:pt x="75642" y="229870"/>
                  </a:lnTo>
                  <a:lnTo>
                    <a:pt x="204595" y="229870"/>
                  </a:lnTo>
                  <a:lnTo>
                    <a:pt x="205113" y="232410"/>
                  </a:lnTo>
                  <a:lnTo>
                    <a:pt x="205113" y="243840"/>
                  </a:lnTo>
                  <a:lnTo>
                    <a:pt x="202160" y="248920"/>
                  </a:lnTo>
                  <a:lnTo>
                    <a:pt x="196253" y="252730"/>
                  </a:lnTo>
                  <a:lnTo>
                    <a:pt x="190451" y="256540"/>
                  </a:lnTo>
                  <a:lnTo>
                    <a:pt x="184078" y="260350"/>
                  </a:lnTo>
                  <a:lnTo>
                    <a:pt x="177136" y="264160"/>
                  </a:lnTo>
                  <a:lnTo>
                    <a:pt x="170815" y="266700"/>
                  </a:lnTo>
                  <a:lnTo>
                    <a:pt x="164132" y="270510"/>
                  </a:lnTo>
                  <a:lnTo>
                    <a:pt x="150040" y="279400"/>
                  </a:lnTo>
                  <a:lnTo>
                    <a:pt x="143615" y="284480"/>
                  </a:lnTo>
                  <a:lnTo>
                    <a:pt x="132114" y="295910"/>
                  </a:lnTo>
                  <a:lnTo>
                    <a:pt x="131171" y="297180"/>
                  </a:lnTo>
                  <a:lnTo>
                    <a:pt x="34298" y="297180"/>
                  </a:lnTo>
                  <a:lnTo>
                    <a:pt x="25490" y="351790"/>
                  </a:lnTo>
                  <a:lnTo>
                    <a:pt x="26216" y="358140"/>
                  </a:lnTo>
                  <a:lnTo>
                    <a:pt x="27045" y="364490"/>
                  </a:lnTo>
                  <a:lnTo>
                    <a:pt x="27770" y="369570"/>
                  </a:lnTo>
                  <a:lnTo>
                    <a:pt x="28392" y="372110"/>
                  </a:lnTo>
                  <a:lnTo>
                    <a:pt x="144885" y="372110"/>
                  </a:lnTo>
                  <a:lnTo>
                    <a:pt x="148071" y="373380"/>
                  </a:lnTo>
                  <a:lnTo>
                    <a:pt x="162370" y="378460"/>
                  </a:lnTo>
                  <a:lnTo>
                    <a:pt x="169468" y="378460"/>
                  </a:lnTo>
                  <a:lnTo>
                    <a:pt x="176514" y="379730"/>
                  </a:lnTo>
                  <a:lnTo>
                    <a:pt x="303964" y="379730"/>
                  </a:lnTo>
                  <a:lnTo>
                    <a:pt x="302255" y="382270"/>
                  </a:lnTo>
                  <a:lnTo>
                    <a:pt x="297514" y="388620"/>
                  </a:lnTo>
                  <a:lnTo>
                    <a:pt x="292307" y="394970"/>
                  </a:lnTo>
                  <a:lnTo>
                    <a:pt x="286722" y="401320"/>
                  </a:lnTo>
                  <a:lnTo>
                    <a:pt x="280689" y="408940"/>
                  </a:lnTo>
                  <a:lnTo>
                    <a:pt x="252129" y="434340"/>
                  </a:lnTo>
                  <a:lnTo>
                    <a:pt x="216692" y="454660"/>
                  </a:lnTo>
                  <a:lnTo>
                    <a:pt x="185655" y="464820"/>
                  </a:lnTo>
                  <a:lnTo>
                    <a:pt x="163040" y="467360"/>
                  </a:lnTo>
                  <a:close/>
                </a:path>
                <a:path w="326390" h="467359">
                  <a:moveTo>
                    <a:pt x="303964" y="379730"/>
                  </a:moveTo>
                  <a:lnTo>
                    <a:pt x="176514" y="379730"/>
                  </a:lnTo>
                  <a:lnTo>
                    <a:pt x="186753" y="378460"/>
                  </a:lnTo>
                  <a:lnTo>
                    <a:pt x="197419" y="375920"/>
                  </a:lnTo>
                  <a:lnTo>
                    <a:pt x="231739" y="356870"/>
                  </a:lnTo>
                  <a:lnTo>
                    <a:pt x="266507" y="321310"/>
                  </a:lnTo>
                  <a:lnTo>
                    <a:pt x="272568" y="313690"/>
                  </a:lnTo>
                  <a:lnTo>
                    <a:pt x="284691" y="303530"/>
                  </a:lnTo>
                  <a:lnTo>
                    <a:pt x="290753" y="299720"/>
                  </a:lnTo>
                  <a:lnTo>
                    <a:pt x="298835" y="295910"/>
                  </a:lnTo>
                  <a:lnTo>
                    <a:pt x="306140" y="294640"/>
                  </a:lnTo>
                  <a:lnTo>
                    <a:pt x="312668" y="298450"/>
                  </a:lnTo>
                  <a:lnTo>
                    <a:pt x="318652" y="302260"/>
                  </a:lnTo>
                  <a:lnTo>
                    <a:pt x="322927" y="308610"/>
                  </a:lnTo>
                  <a:lnTo>
                    <a:pt x="325491" y="314960"/>
                  </a:lnTo>
                  <a:lnTo>
                    <a:pt x="326346" y="323850"/>
                  </a:lnTo>
                  <a:lnTo>
                    <a:pt x="326346" y="330200"/>
                  </a:lnTo>
                  <a:lnTo>
                    <a:pt x="324585" y="339090"/>
                  </a:lnTo>
                  <a:lnTo>
                    <a:pt x="321061" y="347980"/>
                  </a:lnTo>
                  <a:lnTo>
                    <a:pt x="318782" y="354330"/>
                  </a:lnTo>
                  <a:lnTo>
                    <a:pt x="315207" y="360680"/>
                  </a:lnTo>
                  <a:lnTo>
                    <a:pt x="310337" y="369570"/>
                  </a:lnTo>
                  <a:lnTo>
                    <a:pt x="306529" y="375920"/>
                  </a:lnTo>
                  <a:lnTo>
                    <a:pt x="303964" y="379730"/>
                  </a:lnTo>
                  <a:close/>
                </a:path>
                <a:path w="326390" h="467359">
                  <a:moveTo>
                    <a:pt x="36578" y="372110"/>
                  </a:moveTo>
                  <a:lnTo>
                    <a:pt x="28392" y="372110"/>
                  </a:lnTo>
                  <a:lnTo>
                    <a:pt x="27770" y="369570"/>
                  </a:lnTo>
                  <a:lnTo>
                    <a:pt x="27045" y="364490"/>
                  </a:lnTo>
                  <a:lnTo>
                    <a:pt x="26216" y="358140"/>
                  </a:lnTo>
                  <a:lnTo>
                    <a:pt x="25490" y="351790"/>
                  </a:lnTo>
                  <a:lnTo>
                    <a:pt x="25508" y="330200"/>
                  </a:lnTo>
                  <a:lnTo>
                    <a:pt x="34298" y="297180"/>
                  </a:lnTo>
                  <a:lnTo>
                    <a:pt x="39842" y="299720"/>
                  </a:lnTo>
                  <a:lnTo>
                    <a:pt x="40257" y="299720"/>
                  </a:lnTo>
                  <a:lnTo>
                    <a:pt x="41811" y="300990"/>
                  </a:lnTo>
                  <a:lnTo>
                    <a:pt x="44712" y="303530"/>
                  </a:lnTo>
                  <a:lnTo>
                    <a:pt x="40567" y="308610"/>
                  </a:lnTo>
                  <a:lnTo>
                    <a:pt x="37614" y="313690"/>
                  </a:lnTo>
                  <a:lnTo>
                    <a:pt x="34091" y="326390"/>
                  </a:lnTo>
                  <a:lnTo>
                    <a:pt x="33210" y="331470"/>
                  </a:lnTo>
                  <a:lnTo>
                    <a:pt x="33334" y="344170"/>
                  </a:lnTo>
                  <a:lnTo>
                    <a:pt x="33459" y="345440"/>
                  </a:lnTo>
                  <a:lnTo>
                    <a:pt x="33583" y="346710"/>
                  </a:lnTo>
                  <a:lnTo>
                    <a:pt x="33707" y="347980"/>
                  </a:lnTo>
                  <a:lnTo>
                    <a:pt x="40515" y="369570"/>
                  </a:lnTo>
                  <a:lnTo>
                    <a:pt x="36578" y="372110"/>
                  </a:lnTo>
                  <a:close/>
                </a:path>
                <a:path w="326390" h="467359">
                  <a:moveTo>
                    <a:pt x="144885" y="372110"/>
                  </a:moveTo>
                  <a:lnTo>
                    <a:pt x="36578" y="372110"/>
                  </a:lnTo>
                  <a:lnTo>
                    <a:pt x="40515" y="369570"/>
                  </a:lnTo>
                  <a:lnTo>
                    <a:pt x="38236" y="365760"/>
                  </a:lnTo>
                  <a:lnTo>
                    <a:pt x="33583" y="346710"/>
                  </a:lnTo>
                  <a:lnTo>
                    <a:pt x="33459" y="345440"/>
                  </a:lnTo>
                  <a:lnTo>
                    <a:pt x="33334" y="344170"/>
                  </a:lnTo>
                  <a:lnTo>
                    <a:pt x="33210" y="331470"/>
                  </a:lnTo>
                  <a:lnTo>
                    <a:pt x="34091" y="326390"/>
                  </a:lnTo>
                  <a:lnTo>
                    <a:pt x="37614" y="313690"/>
                  </a:lnTo>
                  <a:lnTo>
                    <a:pt x="40567" y="308610"/>
                  </a:lnTo>
                  <a:lnTo>
                    <a:pt x="44712" y="303530"/>
                  </a:lnTo>
                  <a:lnTo>
                    <a:pt x="41811" y="300990"/>
                  </a:lnTo>
                  <a:lnTo>
                    <a:pt x="40257" y="299720"/>
                  </a:lnTo>
                  <a:lnTo>
                    <a:pt x="39842" y="299720"/>
                  </a:lnTo>
                  <a:lnTo>
                    <a:pt x="34298" y="297180"/>
                  </a:lnTo>
                  <a:lnTo>
                    <a:pt x="131171" y="297180"/>
                  </a:lnTo>
                  <a:lnTo>
                    <a:pt x="127399" y="302260"/>
                  </a:lnTo>
                  <a:lnTo>
                    <a:pt x="123669" y="311150"/>
                  </a:lnTo>
                  <a:lnTo>
                    <a:pt x="121221" y="316230"/>
                  </a:lnTo>
                  <a:lnTo>
                    <a:pt x="119472" y="323850"/>
                  </a:lnTo>
                  <a:lnTo>
                    <a:pt x="118423" y="330200"/>
                  </a:lnTo>
                  <a:lnTo>
                    <a:pt x="118074" y="339090"/>
                  </a:lnTo>
                  <a:lnTo>
                    <a:pt x="118074" y="344170"/>
                  </a:lnTo>
                  <a:lnTo>
                    <a:pt x="141698" y="370840"/>
                  </a:lnTo>
                  <a:lnTo>
                    <a:pt x="144885" y="37211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1997797" y="524722"/>
            <a:ext cx="1064895" cy="468630"/>
            <a:chOff x="11997797" y="524722"/>
            <a:chExt cx="1064895" cy="468630"/>
          </a:xfrm>
        </p:grpSpPr>
        <p:sp>
          <p:nvSpPr>
            <p:cNvPr id="34" name="object 34"/>
            <p:cNvSpPr/>
            <p:nvPr/>
          </p:nvSpPr>
          <p:spPr>
            <a:xfrm>
              <a:off x="11997792" y="524731"/>
              <a:ext cx="695960" cy="468630"/>
            </a:xfrm>
            <a:custGeom>
              <a:avLst/>
              <a:gdLst/>
              <a:ahLst/>
              <a:cxnLst/>
              <a:rect l="l" t="t" r="r" b="b"/>
              <a:pathLst>
                <a:path w="695959" h="468630">
                  <a:moveTo>
                    <a:pt x="349046" y="323900"/>
                  </a:moveTo>
                  <a:lnTo>
                    <a:pt x="328841" y="295465"/>
                  </a:lnTo>
                  <a:lnTo>
                    <a:pt x="321589" y="295986"/>
                  </a:lnTo>
                  <a:lnTo>
                    <a:pt x="289521" y="321881"/>
                  </a:lnTo>
                  <a:lnTo>
                    <a:pt x="277914" y="335216"/>
                  </a:lnTo>
                  <a:lnTo>
                    <a:pt x="242887" y="365404"/>
                  </a:lnTo>
                  <a:lnTo>
                    <a:pt x="210007" y="379069"/>
                  </a:lnTo>
                  <a:lnTo>
                    <a:pt x="211455" y="379069"/>
                  </a:lnTo>
                  <a:lnTo>
                    <a:pt x="201028" y="379730"/>
                  </a:lnTo>
                  <a:lnTo>
                    <a:pt x="197332" y="379730"/>
                  </a:lnTo>
                  <a:lnTo>
                    <a:pt x="153454" y="363143"/>
                  </a:lnTo>
                  <a:lnTo>
                    <a:pt x="130695" y="330250"/>
                  </a:lnTo>
                  <a:lnTo>
                    <a:pt x="119011" y="283375"/>
                  </a:lnTo>
                  <a:lnTo>
                    <a:pt x="117144" y="256400"/>
                  </a:lnTo>
                  <a:lnTo>
                    <a:pt x="117144" y="242303"/>
                  </a:lnTo>
                  <a:lnTo>
                    <a:pt x="125463" y="198450"/>
                  </a:lnTo>
                  <a:lnTo>
                    <a:pt x="140449" y="164439"/>
                  </a:lnTo>
                  <a:lnTo>
                    <a:pt x="140614" y="164122"/>
                  </a:lnTo>
                  <a:lnTo>
                    <a:pt x="168871" y="131953"/>
                  </a:lnTo>
                  <a:lnTo>
                    <a:pt x="201053" y="119888"/>
                  </a:lnTo>
                  <a:lnTo>
                    <a:pt x="201485" y="119888"/>
                  </a:lnTo>
                  <a:lnTo>
                    <a:pt x="208381" y="119672"/>
                  </a:lnTo>
                  <a:lnTo>
                    <a:pt x="246468" y="126822"/>
                  </a:lnTo>
                  <a:lnTo>
                    <a:pt x="252158" y="128485"/>
                  </a:lnTo>
                  <a:lnTo>
                    <a:pt x="257810" y="129933"/>
                  </a:lnTo>
                  <a:lnTo>
                    <a:pt x="268998" y="132422"/>
                  </a:lnTo>
                  <a:lnTo>
                    <a:pt x="274650" y="133045"/>
                  </a:lnTo>
                  <a:lnTo>
                    <a:pt x="285521" y="133045"/>
                  </a:lnTo>
                  <a:lnTo>
                    <a:pt x="311315" y="119672"/>
                  </a:lnTo>
                  <a:lnTo>
                    <a:pt x="313486" y="117144"/>
                  </a:lnTo>
                  <a:lnTo>
                    <a:pt x="316826" y="110464"/>
                  </a:lnTo>
                  <a:lnTo>
                    <a:pt x="318846" y="102603"/>
                  </a:lnTo>
                  <a:lnTo>
                    <a:pt x="319519" y="93560"/>
                  </a:lnTo>
                  <a:lnTo>
                    <a:pt x="319062" y="86664"/>
                  </a:lnTo>
                  <a:lnTo>
                    <a:pt x="317728" y="79502"/>
                  </a:lnTo>
                  <a:lnTo>
                    <a:pt x="317627" y="79184"/>
                  </a:lnTo>
                  <a:lnTo>
                    <a:pt x="315493" y="72059"/>
                  </a:lnTo>
                  <a:lnTo>
                    <a:pt x="312369" y="64338"/>
                  </a:lnTo>
                  <a:lnTo>
                    <a:pt x="312280" y="64185"/>
                  </a:lnTo>
                  <a:lnTo>
                    <a:pt x="309943" y="59677"/>
                  </a:lnTo>
                  <a:lnTo>
                    <a:pt x="282829" y="28155"/>
                  </a:lnTo>
                  <a:lnTo>
                    <a:pt x="242138" y="7023"/>
                  </a:lnTo>
                  <a:lnTo>
                    <a:pt x="201079" y="0"/>
                  </a:lnTo>
                  <a:lnTo>
                    <a:pt x="188620" y="482"/>
                  </a:lnTo>
                  <a:lnTo>
                    <a:pt x="139903" y="12001"/>
                  </a:lnTo>
                  <a:lnTo>
                    <a:pt x="105803" y="29832"/>
                  </a:lnTo>
                  <a:lnTo>
                    <a:pt x="74828" y="54876"/>
                  </a:lnTo>
                  <a:lnTo>
                    <a:pt x="62623" y="67856"/>
                  </a:lnTo>
                  <a:lnTo>
                    <a:pt x="62623" y="129705"/>
                  </a:lnTo>
                  <a:lnTo>
                    <a:pt x="58915" y="136194"/>
                  </a:lnTo>
                  <a:lnTo>
                    <a:pt x="59016" y="135991"/>
                  </a:lnTo>
                  <a:lnTo>
                    <a:pt x="62623" y="129705"/>
                  </a:lnTo>
                  <a:lnTo>
                    <a:pt x="62623" y="67856"/>
                  </a:lnTo>
                  <a:lnTo>
                    <a:pt x="39649" y="98818"/>
                  </a:lnTo>
                  <a:lnTo>
                    <a:pt x="19659" y="139026"/>
                  </a:lnTo>
                  <a:lnTo>
                    <a:pt x="5930" y="185026"/>
                  </a:lnTo>
                  <a:lnTo>
                    <a:pt x="1016" y="218998"/>
                  </a:lnTo>
                  <a:lnTo>
                    <a:pt x="0" y="235673"/>
                  </a:lnTo>
                  <a:lnTo>
                    <a:pt x="1587" y="274599"/>
                  </a:lnTo>
                  <a:lnTo>
                    <a:pt x="11277" y="324815"/>
                  </a:lnTo>
                  <a:lnTo>
                    <a:pt x="28244" y="367271"/>
                  </a:lnTo>
                  <a:lnTo>
                    <a:pt x="51066" y="402043"/>
                  </a:lnTo>
                  <a:lnTo>
                    <a:pt x="78549" y="429056"/>
                  </a:lnTo>
                  <a:lnTo>
                    <a:pt x="120027" y="454152"/>
                  </a:lnTo>
                  <a:lnTo>
                    <a:pt x="164439" y="466661"/>
                  </a:lnTo>
                  <a:lnTo>
                    <a:pt x="186626" y="468452"/>
                  </a:lnTo>
                  <a:lnTo>
                    <a:pt x="198069" y="468210"/>
                  </a:lnTo>
                  <a:lnTo>
                    <a:pt x="239560" y="459333"/>
                  </a:lnTo>
                  <a:lnTo>
                    <a:pt x="274053" y="440715"/>
                  </a:lnTo>
                  <a:lnTo>
                    <a:pt x="307200" y="409778"/>
                  </a:lnTo>
                  <a:lnTo>
                    <a:pt x="328625" y="379730"/>
                  </a:lnTo>
                  <a:lnTo>
                    <a:pt x="330276" y="376986"/>
                  </a:lnTo>
                  <a:lnTo>
                    <a:pt x="333654" y="370840"/>
                  </a:lnTo>
                  <a:lnTo>
                    <a:pt x="338010" y="362458"/>
                  </a:lnTo>
                  <a:lnTo>
                    <a:pt x="341376" y="355041"/>
                  </a:lnTo>
                  <a:lnTo>
                    <a:pt x="343763" y="348615"/>
                  </a:lnTo>
                  <a:lnTo>
                    <a:pt x="345414" y="344271"/>
                  </a:lnTo>
                  <a:lnTo>
                    <a:pt x="346748" y="339801"/>
                  </a:lnTo>
                  <a:lnTo>
                    <a:pt x="348576" y="331470"/>
                  </a:lnTo>
                  <a:lnTo>
                    <a:pt x="349046" y="327533"/>
                  </a:lnTo>
                  <a:lnTo>
                    <a:pt x="349046" y="323900"/>
                  </a:lnTo>
                  <a:close/>
                </a:path>
                <a:path w="695959" h="468630">
                  <a:moveTo>
                    <a:pt x="695960" y="53047"/>
                  </a:moveTo>
                  <a:lnTo>
                    <a:pt x="693623" y="47561"/>
                  </a:lnTo>
                  <a:lnTo>
                    <a:pt x="688962" y="43205"/>
                  </a:lnTo>
                  <a:lnTo>
                    <a:pt x="684301" y="38747"/>
                  </a:lnTo>
                  <a:lnTo>
                    <a:pt x="638759" y="21793"/>
                  </a:lnTo>
                  <a:lnTo>
                    <a:pt x="585368" y="12776"/>
                  </a:lnTo>
                  <a:lnTo>
                    <a:pt x="544741" y="8750"/>
                  </a:lnTo>
                  <a:lnTo>
                    <a:pt x="505714" y="6413"/>
                  </a:lnTo>
                  <a:lnTo>
                    <a:pt x="505714" y="240284"/>
                  </a:lnTo>
                  <a:lnTo>
                    <a:pt x="505714" y="240487"/>
                  </a:lnTo>
                  <a:lnTo>
                    <a:pt x="505523" y="246100"/>
                  </a:lnTo>
                  <a:lnTo>
                    <a:pt x="505714" y="240284"/>
                  </a:lnTo>
                  <a:lnTo>
                    <a:pt x="505714" y="6413"/>
                  </a:lnTo>
                  <a:lnTo>
                    <a:pt x="501446" y="6197"/>
                  </a:lnTo>
                  <a:lnTo>
                    <a:pt x="499275" y="6134"/>
                  </a:lnTo>
                  <a:lnTo>
                    <a:pt x="499275" y="205574"/>
                  </a:lnTo>
                  <a:lnTo>
                    <a:pt x="498957" y="214172"/>
                  </a:lnTo>
                  <a:lnTo>
                    <a:pt x="498678" y="221259"/>
                  </a:lnTo>
                  <a:lnTo>
                    <a:pt x="499275" y="205574"/>
                  </a:lnTo>
                  <a:lnTo>
                    <a:pt x="499275" y="6134"/>
                  </a:lnTo>
                  <a:lnTo>
                    <a:pt x="498500" y="6108"/>
                  </a:lnTo>
                  <a:lnTo>
                    <a:pt x="498500" y="226136"/>
                  </a:lnTo>
                  <a:lnTo>
                    <a:pt x="498462" y="227152"/>
                  </a:lnTo>
                  <a:lnTo>
                    <a:pt x="497890" y="240487"/>
                  </a:lnTo>
                  <a:lnTo>
                    <a:pt x="497103" y="259778"/>
                  </a:lnTo>
                  <a:lnTo>
                    <a:pt x="497636" y="246100"/>
                  </a:lnTo>
                  <a:lnTo>
                    <a:pt x="498500" y="226136"/>
                  </a:lnTo>
                  <a:lnTo>
                    <a:pt x="498500" y="6108"/>
                  </a:lnTo>
                  <a:lnTo>
                    <a:pt x="490943" y="5867"/>
                  </a:lnTo>
                  <a:lnTo>
                    <a:pt x="480771" y="5664"/>
                  </a:lnTo>
                  <a:lnTo>
                    <a:pt x="454977" y="5664"/>
                  </a:lnTo>
                  <a:lnTo>
                    <a:pt x="444157" y="6426"/>
                  </a:lnTo>
                  <a:lnTo>
                    <a:pt x="437921" y="7277"/>
                  </a:lnTo>
                  <a:lnTo>
                    <a:pt x="437654" y="7277"/>
                  </a:lnTo>
                  <a:lnTo>
                    <a:pt x="395986" y="26263"/>
                  </a:lnTo>
                  <a:lnTo>
                    <a:pt x="381990" y="51803"/>
                  </a:lnTo>
                  <a:lnTo>
                    <a:pt x="381990" y="67246"/>
                  </a:lnTo>
                  <a:lnTo>
                    <a:pt x="407924" y="102577"/>
                  </a:lnTo>
                  <a:lnTo>
                    <a:pt x="444220" y="112572"/>
                  </a:lnTo>
                  <a:lnTo>
                    <a:pt x="476681" y="112572"/>
                  </a:lnTo>
                  <a:lnTo>
                    <a:pt x="482561" y="112369"/>
                  </a:lnTo>
                  <a:lnTo>
                    <a:pt x="482523" y="112572"/>
                  </a:lnTo>
                  <a:lnTo>
                    <a:pt x="476034" y="166306"/>
                  </a:lnTo>
                  <a:lnTo>
                    <a:pt x="473684" y="205574"/>
                  </a:lnTo>
                  <a:lnTo>
                    <a:pt x="473252" y="254635"/>
                  </a:lnTo>
                  <a:lnTo>
                    <a:pt x="473773" y="271411"/>
                  </a:lnTo>
                  <a:lnTo>
                    <a:pt x="474649" y="288124"/>
                  </a:lnTo>
                  <a:lnTo>
                    <a:pt x="474751" y="289560"/>
                  </a:lnTo>
                  <a:lnTo>
                    <a:pt x="474840" y="290753"/>
                  </a:lnTo>
                  <a:lnTo>
                    <a:pt x="475869" y="304787"/>
                  </a:lnTo>
                  <a:lnTo>
                    <a:pt x="481901" y="353136"/>
                  </a:lnTo>
                  <a:lnTo>
                    <a:pt x="489788" y="390931"/>
                  </a:lnTo>
                  <a:lnTo>
                    <a:pt x="504507" y="432358"/>
                  </a:lnTo>
                  <a:lnTo>
                    <a:pt x="533273" y="463169"/>
                  </a:lnTo>
                  <a:lnTo>
                    <a:pt x="547674" y="463169"/>
                  </a:lnTo>
                  <a:lnTo>
                    <a:pt x="570941" y="429082"/>
                  </a:lnTo>
                  <a:lnTo>
                    <a:pt x="573582" y="384365"/>
                  </a:lnTo>
                  <a:lnTo>
                    <a:pt x="573798" y="382816"/>
                  </a:lnTo>
                  <a:lnTo>
                    <a:pt x="576351" y="340182"/>
                  </a:lnTo>
                  <a:lnTo>
                    <a:pt x="580123" y="297014"/>
                  </a:lnTo>
                  <a:lnTo>
                    <a:pt x="580732" y="290753"/>
                  </a:lnTo>
                  <a:lnTo>
                    <a:pt x="580847" y="289560"/>
                  </a:lnTo>
                  <a:lnTo>
                    <a:pt x="586016" y="240284"/>
                  </a:lnTo>
                  <a:lnTo>
                    <a:pt x="590804" y="199771"/>
                  </a:lnTo>
                  <a:lnTo>
                    <a:pt x="595553" y="162267"/>
                  </a:lnTo>
                  <a:lnTo>
                    <a:pt x="596773" y="152565"/>
                  </a:lnTo>
                  <a:lnTo>
                    <a:pt x="599020" y="134226"/>
                  </a:lnTo>
                  <a:lnTo>
                    <a:pt x="601624" y="112369"/>
                  </a:lnTo>
                  <a:lnTo>
                    <a:pt x="601687" y="111861"/>
                  </a:lnTo>
                  <a:lnTo>
                    <a:pt x="602322" y="106362"/>
                  </a:lnTo>
                  <a:lnTo>
                    <a:pt x="602703" y="102895"/>
                  </a:lnTo>
                  <a:lnTo>
                    <a:pt x="604570" y="102577"/>
                  </a:lnTo>
                  <a:lnTo>
                    <a:pt x="646010" y="95783"/>
                  </a:lnTo>
                  <a:lnTo>
                    <a:pt x="686511" y="78651"/>
                  </a:lnTo>
                  <a:lnTo>
                    <a:pt x="695579" y="62166"/>
                  </a:lnTo>
                  <a:lnTo>
                    <a:pt x="695706" y="61341"/>
                  </a:lnTo>
                  <a:lnTo>
                    <a:pt x="695909" y="59994"/>
                  </a:lnTo>
                  <a:lnTo>
                    <a:pt x="695960" y="5304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28734" y="532493"/>
              <a:ext cx="333857" cy="459740"/>
            </a:xfrm>
            <a:prstGeom prst="rect">
              <a:avLst/>
            </a:prstGeom>
          </p:spPr>
        </p:pic>
      </p:grpSp>
      <p:sp>
        <p:nvSpPr>
          <p:cNvPr id="36" name="object 36"/>
          <p:cNvSpPr/>
          <p:nvPr/>
        </p:nvSpPr>
        <p:spPr>
          <a:xfrm>
            <a:off x="13117371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19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19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19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19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19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2576" y="125730"/>
                </a:lnTo>
                <a:lnTo>
                  <a:pt x="43469" y="11811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19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19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19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35838" y="171450"/>
                </a:lnTo>
                <a:lnTo>
                  <a:pt x="332797" y="187960"/>
                </a:lnTo>
                <a:lnTo>
                  <a:pt x="328299" y="20320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19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19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19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505301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2" y="228600"/>
                </a:lnTo>
                <a:lnTo>
                  <a:pt x="66238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2" y="212090"/>
                </a:lnTo>
                <a:lnTo>
                  <a:pt x="36629" y="204470"/>
                </a:lnTo>
                <a:lnTo>
                  <a:pt x="29868" y="198120"/>
                </a:lnTo>
                <a:lnTo>
                  <a:pt x="23729" y="190500"/>
                </a:lnTo>
                <a:lnTo>
                  <a:pt x="3358" y="148590"/>
                </a:lnTo>
                <a:lnTo>
                  <a:pt x="833" y="13208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7876" y="80010"/>
                </a:lnTo>
                <a:lnTo>
                  <a:pt x="35833" y="44450"/>
                </a:lnTo>
                <a:lnTo>
                  <a:pt x="67336" y="2286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2" y="2540"/>
                </a:lnTo>
                <a:lnTo>
                  <a:pt x="148498" y="0"/>
                </a:lnTo>
                <a:lnTo>
                  <a:pt x="181798" y="0"/>
                </a:lnTo>
                <a:lnTo>
                  <a:pt x="222831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2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3" y="193040"/>
                </a:lnTo>
                <a:lnTo>
                  <a:pt x="168535" y="195580"/>
                </a:lnTo>
                <a:lnTo>
                  <a:pt x="177136" y="201930"/>
                </a:lnTo>
                <a:lnTo>
                  <a:pt x="180814" y="203200"/>
                </a:lnTo>
                <a:lnTo>
                  <a:pt x="188068" y="208280"/>
                </a:lnTo>
                <a:lnTo>
                  <a:pt x="191383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2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6" y="50800"/>
                </a:lnTo>
                <a:lnTo>
                  <a:pt x="70824" y="52070"/>
                </a:lnTo>
                <a:lnTo>
                  <a:pt x="71134" y="52070"/>
                </a:lnTo>
                <a:lnTo>
                  <a:pt x="73621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3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33313" y="104140"/>
                </a:lnTo>
                <a:lnTo>
                  <a:pt x="54970" y="6731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1" y="57150"/>
                </a:lnTo>
                <a:lnTo>
                  <a:pt x="71134" y="52070"/>
                </a:lnTo>
                <a:lnTo>
                  <a:pt x="70824" y="52070"/>
                </a:lnTo>
                <a:lnTo>
                  <a:pt x="70616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49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7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1" y="125730"/>
                </a:lnTo>
                <a:lnTo>
                  <a:pt x="276505" y="128270"/>
                </a:lnTo>
                <a:lnTo>
                  <a:pt x="271947" y="129540"/>
                </a:lnTo>
                <a:lnTo>
                  <a:pt x="267387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0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6" y="459740"/>
                </a:lnTo>
                <a:lnTo>
                  <a:pt x="94011" y="455930"/>
                </a:lnTo>
                <a:lnTo>
                  <a:pt x="85745" y="453390"/>
                </a:lnTo>
                <a:lnTo>
                  <a:pt x="46392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172" y="349250"/>
                </a:lnTo>
                <a:lnTo>
                  <a:pt x="117" y="347980"/>
                </a:lnTo>
                <a:lnTo>
                  <a:pt x="4495" y="307340"/>
                </a:lnTo>
                <a:lnTo>
                  <a:pt x="22952" y="269240"/>
                </a:lnTo>
                <a:lnTo>
                  <a:pt x="50414" y="24257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5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8" y="297180"/>
                </a:lnTo>
                <a:lnTo>
                  <a:pt x="25490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0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4" y="379730"/>
                </a:lnTo>
                <a:lnTo>
                  <a:pt x="303964" y="379730"/>
                </a:lnTo>
                <a:lnTo>
                  <a:pt x="302255" y="382270"/>
                </a:lnTo>
                <a:lnTo>
                  <a:pt x="297514" y="388620"/>
                </a:lnTo>
                <a:lnTo>
                  <a:pt x="292307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29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0" y="467360"/>
                </a:lnTo>
                <a:close/>
              </a:path>
              <a:path w="326390" h="467359">
                <a:moveTo>
                  <a:pt x="303964" y="379730"/>
                </a:moveTo>
                <a:lnTo>
                  <a:pt x="176514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39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1" y="303530"/>
                </a:lnTo>
                <a:lnTo>
                  <a:pt x="290753" y="299720"/>
                </a:lnTo>
                <a:lnTo>
                  <a:pt x="298835" y="295910"/>
                </a:lnTo>
                <a:lnTo>
                  <a:pt x="306140" y="294640"/>
                </a:lnTo>
                <a:lnTo>
                  <a:pt x="312668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1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4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0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0" y="351790"/>
                </a:lnTo>
                <a:lnTo>
                  <a:pt x="25508" y="330200"/>
                </a:lnTo>
                <a:lnTo>
                  <a:pt x="34298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4" y="344170"/>
                </a:lnTo>
                <a:lnTo>
                  <a:pt x="33459" y="345440"/>
                </a:lnTo>
                <a:lnTo>
                  <a:pt x="33583" y="346710"/>
                </a:lnTo>
                <a:lnTo>
                  <a:pt x="33707" y="347980"/>
                </a:lnTo>
                <a:lnTo>
                  <a:pt x="40515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5" y="369570"/>
                </a:lnTo>
                <a:lnTo>
                  <a:pt x="38236" y="365760"/>
                </a:lnTo>
                <a:lnTo>
                  <a:pt x="36422" y="359410"/>
                </a:lnTo>
                <a:lnTo>
                  <a:pt x="35075" y="354330"/>
                </a:lnTo>
                <a:lnTo>
                  <a:pt x="33832" y="349250"/>
                </a:lnTo>
                <a:lnTo>
                  <a:pt x="33707" y="347980"/>
                </a:lnTo>
                <a:lnTo>
                  <a:pt x="33583" y="346710"/>
                </a:lnTo>
                <a:lnTo>
                  <a:pt x="33459" y="345440"/>
                </a:lnTo>
                <a:lnTo>
                  <a:pt x="33334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8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2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8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7527" y="5847030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9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1"/>
                </a:lnTo>
                <a:lnTo>
                  <a:pt x="2499" y="598778"/>
                </a:lnTo>
                <a:lnTo>
                  <a:pt x="0" y="546169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3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3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9"/>
                </a:lnTo>
                <a:lnTo>
                  <a:pt x="1089839" y="598778"/>
                </a:lnTo>
                <a:lnTo>
                  <a:pt x="1082492" y="649971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9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2864" y="6029000"/>
            <a:ext cx="22796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65" dirty="0">
                <a:solidFill>
                  <a:srgbClr val="FFFDFD"/>
                </a:solidFill>
                <a:latin typeface="Times New Roman"/>
                <a:cs typeface="Times New Roman"/>
              </a:rPr>
              <a:t>6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7260" y="706502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8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89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0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2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89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8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64747" y="2259482"/>
            <a:ext cx="154940" cy="322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7260" y="779883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89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0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8"/>
                </a:lnTo>
                <a:lnTo>
                  <a:pt x="278111" y="599780"/>
                </a:lnTo>
                <a:lnTo>
                  <a:pt x="328096" y="594948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0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89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8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64747" y="7138914"/>
            <a:ext cx="154940" cy="1770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7940268" y="472369"/>
            <a:ext cx="846455" cy="468630"/>
          </a:xfrm>
          <a:custGeom>
            <a:avLst/>
            <a:gdLst/>
            <a:ahLst/>
            <a:cxnLst/>
            <a:rect l="l" t="t" r="r" b="b"/>
            <a:pathLst>
              <a:path w="846454" h="468630">
                <a:moveTo>
                  <a:pt x="445693" y="186690"/>
                </a:moveTo>
                <a:lnTo>
                  <a:pt x="445477" y="177800"/>
                </a:lnTo>
                <a:lnTo>
                  <a:pt x="445363" y="175260"/>
                </a:lnTo>
                <a:lnTo>
                  <a:pt x="444893" y="163830"/>
                </a:lnTo>
                <a:lnTo>
                  <a:pt x="444068" y="151130"/>
                </a:lnTo>
                <a:lnTo>
                  <a:pt x="443268" y="140970"/>
                </a:lnTo>
                <a:lnTo>
                  <a:pt x="443179" y="139700"/>
                </a:lnTo>
                <a:lnTo>
                  <a:pt x="443077" y="138430"/>
                </a:lnTo>
                <a:lnTo>
                  <a:pt x="442963" y="137160"/>
                </a:lnTo>
                <a:lnTo>
                  <a:pt x="442849" y="135890"/>
                </a:lnTo>
                <a:lnTo>
                  <a:pt x="437286" y="91440"/>
                </a:lnTo>
                <a:lnTo>
                  <a:pt x="427367" y="50800"/>
                </a:lnTo>
                <a:lnTo>
                  <a:pt x="418274" y="27940"/>
                </a:lnTo>
                <a:lnTo>
                  <a:pt x="413918" y="19050"/>
                </a:lnTo>
                <a:lnTo>
                  <a:pt x="409003" y="12700"/>
                </a:lnTo>
                <a:lnTo>
                  <a:pt x="403504" y="7620"/>
                </a:lnTo>
                <a:lnTo>
                  <a:pt x="398119" y="2540"/>
                </a:lnTo>
                <a:lnTo>
                  <a:pt x="392366" y="0"/>
                </a:lnTo>
                <a:lnTo>
                  <a:pt x="376821" y="0"/>
                </a:lnTo>
                <a:lnTo>
                  <a:pt x="369519" y="2540"/>
                </a:lnTo>
                <a:lnTo>
                  <a:pt x="359257" y="12700"/>
                </a:lnTo>
                <a:lnTo>
                  <a:pt x="355434" y="19050"/>
                </a:lnTo>
                <a:lnTo>
                  <a:pt x="352844" y="26670"/>
                </a:lnTo>
                <a:lnTo>
                  <a:pt x="350354" y="33020"/>
                </a:lnTo>
                <a:lnTo>
                  <a:pt x="348589" y="40640"/>
                </a:lnTo>
                <a:lnTo>
                  <a:pt x="347548" y="48260"/>
                </a:lnTo>
                <a:lnTo>
                  <a:pt x="346621" y="57150"/>
                </a:lnTo>
                <a:lnTo>
                  <a:pt x="345846" y="63500"/>
                </a:lnTo>
                <a:lnTo>
                  <a:pt x="345224" y="71120"/>
                </a:lnTo>
                <a:lnTo>
                  <a:pt x="345097" y="72390"/>
                </a:lnTo>
                <a:lnTo>
                  <a:pt x="344970" y="73660"/>
                </a:lnTo>
                <a:lnTo>
                  <a:pt x="344601" y="77470"/>
                </a:lnTo>
                <a:lnTo>
                  <a:pt x="344500" y="80010"/>
                </a:lnTo>
                <a:lnTo>
                  <a:pt x="344233" y="81280"/>
                </a:lnTo>
                <a:lnTo>
                  <a:pt x="340652" y="119380"/>
                </a:lnTo>
                <a:lnTo>
                  <a:pt x="337134" y="191770"/>
                </a:lnTo>
                <a:lnTo>
                  <a:pt x="336600" y="204470"/>
                </a:lnTo>
                <a:lnTo>
                  <a:pt x="336054" y="215900"/>
                </a:lnTo>
                <a:lnTo>
                  <a:pt x="332320" y="280670"/>
                </a:lnTo>
                <a:lnTo>
                  <a:pt x="327926" y="327660"/>
                </a:lnTo>
                <a:lnTo>
                  <a:pt x="325666" y="342900"/>
                </a:lnTo>
                <a:lnTo>
                  <a:pt x="324396" y="350520"/>
                </a:lnTo>
                <a:lnTo>
                  <a:pt x="322630" y="358140"/>
                </a:lnTo>
                <a:lnTo>
                  <a:pt x="321233" y="364490"/>
                </a:lnTo>
                <a:lnTo>
                  <a:pt x="320192" y="368300"/>
                </a:lnTo>
                <a:lnTo>
                  <a:pt x="319265" y="372110"/>
                </a:lnTo>
                <a:lnTo>
                  <a:pt x="318795" y="373380"/>
                </a:lnTo>
                <a:lnTo>
                  <a:pt x="318795" y="372110"/>
                </a:lnTo>
                <a:lnTo>
                  <a:pt x="317449" y="372110"/>
                </a:lnTo>
                <a:lnTo>
                  <a:pt x="316052" y="370840"/>
                </a:lnTo>
                <a:lnTo>
                  <a:pt x="314655" y="369570"/>
                </a:lnTo>
                <a:lnTo>
                  <a:pt x="310400" y="363220"/>
                </a:lnTo>
                <a:lnTo>
                  <a:pt x="307086" y="358140"/>
                </a:lnTo>
                <a:lnTo>
                  <a:pt x="303491" y="353060"/>
                </a:lnTo>
                <a:lnTo>
                  <a:pt x="299618" y="345440"/>
                </a:lnTo>
                <a:lnTo>
                  <a:pt x="295490" y="337820"/>
                </a:lnTo>
                <a:lnTo>
                  <a:pt x="292392" y="331470"/>
                </a:lnTo>
                <a:lnTo>
                  <a:pt x="291160" y="328930"/>
                </a:lnTo>
                <a:lnTo>
                  <a:pt x="286740" y="318770"/>
                </a:lnTo>
                <a:lnTo>
                  <a:pt x="282219" y="308610"/>
                </a:lnTo>
                <a:lnTo>
                  <a:pt x="277609" y="298450"/>
                </a:lnTo>
                <a:lnTo>
                  <a:pt x="268401" y="275590"/>
                </a:lnTo>
                <a:lnTo>
                  <a:pt x="263766" y="262890"/>
                </a:lnTo>
                <a:lnTo>
                  <a:pt x="262737" y="260350"/>
                </a:lnTo>
                <a:lnTo>
                  <a:pt x="238290" y="228600"/>
                </a:lnTo>
                <a:lnTo>
                  <a:pt x="231762" y="227330"/>
                </a:lnTo>
                <a:lnTo>
                  <a:pt x="218605" y="227330"/>
                </a:lnTo>
                <a:lnTo>
                  <a:pt x="192049" y="252730"/>
                </a:lnTo>
                <a:lnTo>
                  <a:pt x="186448" y="264160"/>
                </a:lnTo>
                <a:lnTo>
                  <a:pt x="180327" y="278130"/>
                </a:lnTo>
                <a:lnTo>
                  <a:pt x="177088" y="285750"/>
                </a:lnTo>
                <a:lnTo>
                  <a:pt x="173723" y="292100"/>
                </a:lnTo>
                <a:lnTo>
                  <a:pt x="166700" y="307340"/>
                </a:lnTo>
                <a:lnTo>
                  <a:pt x="163144" y="313690"/>
                </a:lnTo>
                <a:lnTo>
                  <a:pt x="159550" y="321310"/>
                </a:lnTo>
                <a:lnTo>
                  <a:pt x="152285" y="334010"/>
                </a:lnTo>
                <a:lnTo>
                  <a:pt x="148729" y="340360"/>
                </a:lnTo>
                <a:lnTo>
                  <a:pt x="145211" y="345440"/>
                </a:lnTo>
                <a:lnTo>
                  <a:pt x="124828" y="370840"/>
                </a:lnTo>
                <a:lnTo>
                  <a:pt x="123583" y="370840"/>
                </a:lnTo>
                <a:lnTo>
                  <a:pt x="113474" y="334010"/>
                </a:lnTo>
                <a:lnTo>
                  <a:pt x="108000" y="285750"/>
                </a:lnTo>
                <a:lnTo>
                  <a:pt x="105524" y="243840"/>
                </a:lnTo>
                <a:lnTo>
                  <a:pt x="104863" y="227330"/>
                </a:lnTo>
                <a:lnTo>
                  <a:pt x="104775" y="224790"/>
                </a:lnTo>
                <a:lnTo>
                  <a:pt x="104597" y="219710"/>
                </a:lnTo>
                <a:lnTo>
                  <a:pt x="104495" y="215900"/>
                </a:lnTo>
                <a:lnTo>
                  <a:pt x="104457" y="214630"/>
                </a:lnTo>
                <a:lnTo>
                  <a:pt x="104140" y="201930"/>
                </a:lnTo>
                <a:lnTo>
                  <a:pt x="103924" y="191770"/>
                </a:lnTo>
                <a:lnTo>
                  <a:pt x="103835" y="186690"/>
                </a:lnTo>
                <a:lnTo>
                  <a:pt x="103720" y="177800"/>
                </a:lnTo>
                <a:lnTo>
                  <a:pt x="103682" y="175260"/>
                </a:lnTo>
                <a:lnTo>
                  <a:pt x="103581" y="163830"/>
                </a:lnTo>
                <a:lnTo>
                  <a:pt x="103454" y="143510"/>
                </a:lnTo>
                <a:lnTo>
                  <a:pt x="103441" y="137160"/>
                </a:lnTo>
                <a:lnTo>
                  <a:pt x="103314" y="77470"/>
                </a:lnTo>
                <a:lnTo>
                  <a:pt x="101295" y="52070"/>
                </a:lnTo>
                <a:lnTo>
                  <a:pt x="100622" y="46990"/>
                </a:lnTo>
                <a:lnTo>
                  <a:pt x="89255" y="15240"/>
                </a:lnTo>
                <a:lnTo>
                  <a:pt x="85344" y="8890"/>
                </a:lnTo>
                <a:lnTo>
                  <a:pt x="80657" y="5080"/>
                </a:lnTo>
                <a:lnTo>
                  <a:pt x="74968" y="1270"/>
                </a:lnTo>
                <a:lnTo>
                  <a:pt x="68300" y="0"/>
                </a:lnTo>
                <a:lnTo>
                  <a:pt x="54521" y="0"/>
                </a:lnTo>
                <a:lnTo>
                  <a:pt x="28613" y="27940"/>
                </a:lnTo>
                <a:lnTo>
                  <a:pt x="14262" y="69850"/>
                </a:lnTo>
                <a:lnTo>
                  <a:pt x="6096" y="116840"/>
                </a:lnTo>
                <a:lnTo>
                  <a:pt x="2044" y="157480"/>
                </a:lnTo>
                <a:lnTo>
                  <a:pt x="304" y="190500"/>
                </a:lnTo>
                <a:lnTo>
                  <a:pt x="266" y="191770"/>
                </a:lnTo>
                <a:lnTo>
                  <a:pt x="0" y="201930"/>
                </a:lnTo>
                <a:lnTo>
                  <a:pt x="114" y="234950"/>
                </a:lnTo>
                <a:lnTo>
                  <a:pt x="190" y="237490"/>
                </a:lnTo>
                <a:lnTo>
                  <a:pt x="254" y="240030"/>
                </a:lnTo>
                <a:lnTo>
                  <a:pt x="368" y="243840"/>
                </a:lnTo>
                <a:lnTo>
                  <a:pt x="469" y="246380"/>
                </a:lnTo>
                <a:lnTo>
                  <a:pt x="520" y="247650"/>
                </a:lnTo>
                <a:lnTo>
                  <a:pt x="635" y="250190"/>
                </a:lnTo>
                <a:lnTo>
                  <a:pt x="749" y="252730"/>
                </a:lnTo>
                <a:lnTo>
                  <a:pt x="1092" y="260350"/>
                </a:lnTo>
                <a:lnTo>
                  <a:pt x="1168" y="261620"/>
                </a:lnTo>
                <a:lnTo>
                  <a:pt x="1244" y="262890"/>
                </a:lnTo>
                <a:lnTo>
                  <a:pt x="1320" y="264160"/>
                </a:lnTo>
                <a:lnTo>
                  <a:pt x="1409" y="265430"/>
                </a:lnTo>
                <a:lnTo>
                  <a:pt x="4914" y="304800"/>
                </a:lnTo>
                <a:lnTo>
                  <a:pt x="11861" y="346710"/>
                </a:lnTo>
                <a:lnTo>
                  <a:pt x="22085" y="384810"/>
                </a:lnTo>
                <a:lnTo>
                  <a:pt x="42138" y="427990"/>
                </a:lnTo>
                <a:lnTo>
                  <a:pt x="48501" y="435610"/>
                </a:lnTo>
                <a:lnTo>
                  <a:pt x="55460" y="444500"/>
                </a:lnTo>
                <a:lnTo>
                  <a:pt x="89344" y="466090"/>
                </a:lnTo>
                <a:lnTo>
                  <a:pt x="109905" y="468630"/>
                </a:lnTo>
                <a:lnTo>
                  <a:pt x="118948" y="468630"/>
                </a:lnTo>
                <a:lnTo>
                  <a:pt x="158318" y="455930"/>
                </a:lnTo>
                <a:lnTo>
                  <a:pt x="188925" y="433070"/>
                </a:lnTo>
                <a:lnTo>
                  <a:pt x="203276" y="416560"/>
                </a:lnTo>
                <a:lnTo>
                  <a:pt x="207429" y="411480"/>
                </a:lnTo>
                <a:lnTo>
                  <a:pt x="211239" y="406400"/>
                </a:lnTo>
                <a:lnTo>
                  <a:pt x="216217" y="398780"/>
                </a:lnTo>
                <a:lnTo>
                  <a:pt x="220306" y="392430"/>
                </a:lnTo>
                <a:lnTo>
                  <a:pt x="221335" y="390398"/>
                </a:lnTo>
                <a:lnTo>
                  <a:pt x="224193" y="397510"/>
                </a:lnTo>
                <a:lnTo>
                  <a:pt x="228028" y="403860"/>
                </a:lnTo>
                <a:lnTo>
                  <a:pt x="231101" y="410210"/>
                </a:lnTo>
                <a:lnTo>
                  <a:pt x="234556" y="415290"/>
                </a:lnTo>
                <a:lnTo>
                  <a:pt x="238404" y="420370"/>
                </a:lnTo>
                <a:lnTo>
                  <a:pt x="242646" y="426720"/>
                </a:lnTo>
                <a:lnTo>
                  <a:pt x="247383" y="431800"/>
                </a:lnTo>
                <a:lnTo>
                  <a:pt x="278155" y="455930"/>
                </a:lnTo>
                <a:lnTo>
                  <a:pt x="321729" y="468630"/>
                </a:lnTo>
                <a:lnTo>
                  <a:pt x="332168" y="468630"/>
                </a:lnTo>
                <a:lnTo>
                  <a:pt x="372884" y="455930"/>
                </a:lnTo>
                <a:lnTo>
                  <a:pt x="403047" y="424180"/>
                </a:lnTo>
                <a:lnTo>
                  <a:pt x="423710" y="378460"/>
                </a:lnTo>
                <a:lnTo>
                  <a:pt x="434238" y="339090"/>
                </a:lnTo>
                <a:lnTo>
                  <a:pt x="441159" y="295910"/>
                </a:lnTo>
                <a:lnTo>
                  <a:pt x="442823" y="279400"/>
                </a:lnTo>
                <a:lnTo>
                  <a:pt x="442925" y="278130"/>
                </a:lnTo>
                <a:lnTo>
                  <a:pt x="443915" y="265430"/>
                </a:lnTo>
                <a:lnTo>
                  <a:pt x="443992" y="264160"/>
                </a:lnTo>
                <a:lnTo>
                  <a:pt x="444068" y="262890"/>
                </a:lnTo>
                <a:lnTo>
                  <a:pt x="444144" y="261620"/>
                </a:lnTo>
                <a:lnTo>
                  <a:pt x="444207" y="260350"/>
                </a:lnTo>
                <a:lnTo>
                  <a:pt x="444284" y="259080"/>
                </a:lnTo>
                <a:lnTo>
                  <a:pt x="444804" y="250190"/>
                </a:lnTo>
                <a:lnTo>
                  <a:pt x="444919" y="247650"/>
                </a:lnTo>
                <a:lnTo>
                  <a:pt x="444969" y="246380"/>
                </a:lnTo>
                <a:lnTo>
                  <a:pt x="445084" y="243840"/>
                </a:lnTo>
                <a:lnTo>
                  <a:pt x="445376" y="237490"/>
                </a:lnTo>
                <a:lnTo>
                  <a:pt x="445503" y="233680"/>
                </a:lnTo>
                <a:lnTo>
                  <a:pt x="445617" y="228600"/>
                </a:lnTo>
                <a:lnTo>
                  <a:pt x="445693" y="186690"/>
                </a:lnTo>
                <a:close/>
              </a:path>
              <a:path w="846454" h="468630">
                <a:moveTo>
                  <a:pt x="846035" y="234696"/>
                </a:moveTo>
                <a:lnTo>
                  <a:pt x="845845" y="224447"/>
                </a:lnTo>
                <a:lnTo>
                  <a:pt x="845731" y="222300"/>
                </a:lnTo>
                <a:lnTo>
                  <a:pt x="845667" y="221335"/>
                </a:lnTo>
                <a:lnTo>
                  <a:pt x="845261" y="214185"/>
                </a:lnTo>
                <a:lnTo>
                  <a:pt x="839241" y="173037"/>
                </a:lnTo>
                <a:lnTo>
                  <a:pt x="828205" y="134607"/>
                </a:lnTo>
                <a:lnTo>
                  <a:pt x="822604" y="120307"/>
                </a:lnTo>
                <a:lnTo>
                  <a:pt x="820864" y="116103"/>
                </a:lnTo>
                <a:lnTo>
                  <a:pt x="802830" y="82219"/>
                </a:lnTo>
                <a:lnTo>
                  <a:pt x="774230" y="48336"/>
                </a:lnTo>
                <a:lnTo>
                  <a:pt x="740346" y="22694"/>
                </a:lnTo>
                <a:lnTo>
                  <a:pt x="733513" y="18973"/>
                </a:lnTo>
                <a:lnTo>
                  <a:pt x="733513" y="250558"/>
                </a:lnTo>
                <a:lnTo>
                  <a:pt x="733386" y="255257"/>
                </a:lnTo>
                <a:lnTo>
                  <a:pt x="730021" y="293357"/>
                </a:lnTo>
                <a:lnTo>
                  <a:pt x="715695" y="338353"/>
                </a:lnTo>
                <a:lnTo>
                  <a:pt x="687819" y="372402"/>
                </a:lnTo>
                <a:lnTo>
                  <a:pt x="675208" y="378587"/>
                </a:lnTo>
                <a:lnTo>
                  <a:pt x="675398" y="378587"/>
                </a:lnTo>
                <a:lnTo>
                  <a:pt x="668477" y="380250"/>
                </a:lnTo>
                <a:lnTo>
                  <a:pt x="668718" y="380250"/>
                </a:lnTo>
                <a:lnTo>
                  <a:pt x="661708" y="380796"/>
                </a:lnTo>
                <a:lnTo>
                  <a:pt x="623277" y="361061"/>
                </a:lnTo>
                <a:lnTo>
                  <a:pt x="603034" y="327215"/>
                </a:lnTo>
                <a:lnTo>
                  <a:pt x="591146" y="278841"/>
                </a:lnTo>
                <a:lnTo>
                  <a:pt x="589711" y="255257"/>
                </a:lnTo>
                <a:lnTo>
                  <a:pt x="589749" y="244830"/>
                </a:lnTo>
                <a:lnTo>
                  <a:pt x="589978" y="236105"/>
                </a:lnTo>
                <a:lnTo>
                  <a:pt x="590105" y="234696"/>
                </a:lnTo>
                <a:lnTo>
                  <a:pt x="591185" y="222300"/>
                </a:lnTo>
                <a:lnTo>
                  <a:pt x="599389" y="184873"/>
                </a:lnTo>
                <a:lnTo>
                  <a:pt x="617943" y="147091"/>
                </a:lnTo>
                <a:lnTo>
                  <a:pt x="621233" y="143002"/>
                </a:lnTo>
                <a:lnTo>
                  <a:pt x="623582" y="140081"/>
                </a:lnTo>
                <a:lnTo>
                  <a:pt x="655205" y="120840"/>
                </a:lnTo>
                <a:lnTo>
                  <a:pt x="655358" y="120840"/>
                </a:lnTo>
                <a:lnTo>
                  <a:pt x="661708" y="120307"/>
                </a:lnTo>
                <a:lnTo>
                  <a:pt x="699630" y="139344"/>
                </a:lnTo>
                <a:lnTo>
                  <a:pt x="719797" y="172643"/>
                </a:lnTo>
                <a:lnTo>
                  <a:pt x="731913" y="221335"/>
                </a:lnTo>
                <a:lnTo>
                  <a:pt x="733513" y="250558"/>
                </a:lnTo>
                <a:lnTo>
                  <a:pt x="733513" y="18973"/>
                </a:lnTo>
                <a:lnTo>
                  <a:pt x="692277" y="3860"/>
                </a:lnTo>
                <a:lnTo>
                  <a:pt x="681634" y="1968"/>
                </a:lnTo>
                <a:lnTo>
                  <a:pt x="681266" y="1968"/>
                </a:lnTo>
                <a:lnTo>
                  <a:pt x="671995" y="990"/>
                </a:lnTo>
                <a:lnTo>
                  <a:pt x="620826" y="5981"/>
                </a:lnTo>
                <a:lnTo>
                  <a:pt x="582752" y="22072"/>
                </a:lnTo>
                <a:lnTo>
                  <a:pt x="548703" y="47764"/>
                </a:lnTo>
                <a:lnTo>
                  <a:pt x="519950" y="82219"/>
                </a:lnTo>
                <a:lnTo>
                  <a:pt x="501459" y="115760"/>
                </a:lnTo>
                <a:lnTo>
                  <a:pt x="487781" y="153250"/>
                </a:lnTo>
                <a:lnTo>
                  <a:pt x="487591" y="154038"/>
                </a:lnTo>
                <a:lnTo>
                  <a:pt x="482955" y="173037"/>
                </a:lnTo>
                <a:lnTo>
                  <a:pt x="482904" y="173342"/>
                </a:lnTo>
                <a:lnTo>
                  <a:pt x="482777" y="174040"/>
                </a:lnTo>
                <a:lnTo>
                  <a:pt x="479501" y="193205"/>
                </a:lnTo>
                <a:lnTo>
                  <a:pt x="479463" y="193662"/>
                </a:lnTo>
                <a:lnTo>
                  <a:pt x="477431" y="213753"/>
                </a:lnTo>
                <a:lnTo>
                  <a:pt x="477418" y="214185"/>
                </a:lnTo>
                <a:lnTo>
                  <a:pt x="476745" y="234696"/>
                </a:lnTo>
                <a:lnTo>
                  <a:pt x="476770" y="236105"/>
                </a:lnTo>
                <a:lnTo>
                  <a:pt x="476935" y="244970"/>
                </a:lnTo>
                <a:lnTo>
                  <a:pt x="481393" y="286080"/>
                </a:lnTo>
                <a:lnTo>
                  <a:pt x="491109" y="325374"/>
                </a:lnTo>
                <a:lnTo>
                  <a:pt x="505891" y="361835"/>
                </a:lnTo>
                <a:lnTo>
                  <a:pt x="533679" y="404761"/>
                </a:lnTo>
                <a:lnTo>
                  <a:pt x="565035" y="434733"/>
                </a:lnTo>
                <a:lnTo>
                  <a:pt x="601637" y="456082"/>
                </a:lnTo>
                <a:lnTo>
                  <a:pt x="640753" y="466750"/>
                </a:lnTo>
                <a:lnTo>
                  <a:pt x="640143" y="466750"/>
                </a:lnTo>
                <a:lnTo>
                  <a:pt x="661708" y="468147"/>
                </a:lnTo>
                <a:lnTo>
                  <a:pt x="671931" y="467804"/>
                </a:lnTo>
                <a:lnTo>
                  <a:pt x="682104" y="466750"/>
                </a:lnTo>
                <a:lnTo>
                  <a:pt x="721817" y="455714"/>
                </a:lnTo>
                <a:lnTo>
                  <a:pt x="757834" y="434733"/>
                </a:lnTo>
                <a:lnTo>
                  <a:pt x="789317" y="404761"/>
                </a:lnTo>
                <a:lnTo>
                  <a:pt x="812292" y="370420"/>
                </a:lnTo>
                <a:lnTo>
                  <a:pt x="828167" y="334873"/>
                </a:lnTo>
                <a:lnTo>
                  <a:pt x="839317" y="295859"/>
                </a:lnTo>
                <a:lnTo>
                  <a:pt x="845261" y="255016"/>
                </a:lnTo>
                <a:lnTo>
                  <a:pt x="845845" y="244830"/>
                </a:lnTo>
                <a:lnTo>
                  <a:pt x="846035" y="23469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45250" y="469570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0" y="0"/>
                </a:lnTo>
                <a:lnTo>
                  <a:pt x="79308" y="0"/>
                </a:lnTo>
                <a:lnTo>
                  <a:pt x="82728" y="2540"/>
                </a:lnTo>
                <a:lnTo>
                  <a:pt x="84998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20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3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6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2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9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3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5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5" y="325120"/>
                </a:lnTo>
                <a:lnTo>
                  <a:pt x="103030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98892" y="42799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8" y="10126"/>
                </a:lnTo>
                <a:lnTo>
                  <a:pt x="96247" y="8890"/>
                </a:lnTo>
                <a:lnTo>
                  <a:pt x="105562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2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2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7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3" y="124460"/>
                </a:lnTo>
                <a:lnTo>
                  <a:pt x="163395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6" y="134620"/>
                </a:lnTo>
                <a:lnTo>
                  <a:pt x="137853" y="137160"/>
                </a:lnTo>
                <a:lnTo>
                  <a:pt x="133553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2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70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2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2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4" y="180340"/>
                </a:lnTo>
                <a:lnTo>
                  <a:pt x="225824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3" y="124460"/>
                </a:lnTo>
                <a:lnTo>
                  <a:pt x="337149" y="129540"/>
                </a:lnTo>
                <a:lnTo>
                  <a:pt x="337246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35838" y="171450"/>
                </a:lnTo>
                <a:lnTo>
                  <a:pt x="332797" y="187960"/>
                </a:lnTo>
                <a:lnTo>
                  <a:pt x="328300" y="20320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5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7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1" y="435610"/>
                </a:lnTo>
                <a:lnTo>
                  <a:pt x="192466" y="429260"/>
                </a:lnTo>
                <a:lnTo>
                  <a:pt x="185880" y="421640"/>
                </a:lnTo>
                <a:lnTo>
                  <a:pt x="178944" y="414020"/>
                </a:lnTo>
                <a:lnTo>
                  <a:pt x="171813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5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70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7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4474" y="470502"/>
            <a:ext cx="350852" cy="47244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9631022" y="470269"/>
            <a:ext cx="282575" cy="473075"/>
          </a:xfrm>
          <a:custGeom>
            <a:avLst/>
            <a:gdLst/>
            <a:ahLst/>
            <a:cxnLst/>
            <a:rect l="l" t="t" r="r" b="b"/>
            <a:pathLst>
              <a:path w="282575" h="473075">
                <a:moveTo>
                  <a:pt x="108658" y="543"/>
                </a:moveTo>
                <a:lnTo>
                  <a:pt x="61773" y="543"/>
                </a:lnTo>
                <a:lnTo>
                  <a:pt x="73016" y="0"/>
                </a:lnTo>
                <a:lnTo>
                  <a:pt x="95507" y="0"/>
                </a:lnTo>
                <a:lnTo>
                  <a:pt x="108658" y="543"/>
                </a:lnTo>
                <a:close/>
              </a:path>
              <a:path w="282575" h="473075">
                <a:moveTo>
                  <a:pt x="94913" y="473042"/>
                </a:moveTo>
                <a:lnTo>
                  <a:pt x="80303" y="473042"/>
                </a:lnTo>
                <a:lnTo>
                  <a:pt x="74812" y="470659"/>
                </a:lnTo>
                <a:lnTo>
                  <a:pt x="52330" y="439557"/>
                </a:lnTo>
                <a:lnTo>
                  <a:pt x="37574" y="394901"/>
                </a:lnTo>
                <a:lnTo>
                  <a:pt x="29530" y="354043"/>
                </a:lnTo>
                <a:lnTo>
                  <a:pt x="23469" y="301295"/>
                </a:lnTo>
                <a:lnTo>
                  <a:pt x="22567" y="287151"/>
                </a:lnTo>
                <a:lnTo>
                  <a:pt x="22445" y="285234"/>
                </a:lnTo>
                <a:lnTo>
                  <a:pt x="20990" y="246585"/>
                </a:lnTo>
                <a:lnTo>
                  <a:pt x="20982" y="211769"/>
                </a:lnTo>
                <a:lnTo>
                  <a:pt x="21448" y="195138"/>
                </a:lnTo>
                <a:lnTo>
                  <a:pt x="22225" y="178508"/>
                </a:lnTo>
                <a:lnTo>
                  <a:pt x="23314" y="161877"/>
                </a:lnTo>
                <a:lnTo>
                  <a:pt x="24536" y="146800"/>
                </a:lnTo>
                <a:lnTo>
                  <a:pt x="24615" y="145819"/>
                </a:lnTo>
                <a:lnTo>
                  <a:pt x="26033" y="131063"/>
                </a:lnTo>
                <a:lnTo>
                  <a:pt x="27568" y="117609"/>
                </a:lnTo>
                <a:lnTo>
                  <a:pt x="29109" y="106273"/>
                </a:lnTo>
                <a:lnTo>
                  <a:pt x="29219" y="105457"/>
                </a:lnTo>
                <a:lnTo>
                  <a:pt x="2409" y="73517"/>
                </a:lnTo>
                <a:lnTo>
                  <a:pt x="0" y="57119"/>
                </a:lnTo>
                <a:lnTo>
                  <a:pt x="0" y="49348"/>
                </a:lnTo>
                <a:lnTo>
                  <a:pt x="23002" y="12667"/>
                </a:lnTo>
                <a:lnTo>
                  <a:pt x="62948" y="543"/>
                </a:lnTo>
                <a:lnTo>
                  <a:pt x="109164" y="543"/>
                </a:lnTo>
                <a:lnTo>
                  <a:pt x="158069" y="4274"/>
                </a:lnTo>
                <a:lnTo>
                  <a:pt x="200384" y="10617"/>
                </a:lnTo>
                <a:lnTo>
                  <a:pt x="211140" y="16708"/>
                </a:lnTo>
                <a:lnTo>
                  <a:pt x="59683" y="16708"/>
                </a:lnTo>
                <a:lnTo>
                  <a:pt x="53855" y="20720"/>
                </a:lnTo>
                <a:lnTo>
                  <a:pt x="28598" y="53544"/>
                </a:lnTo>
                <a:lnTo>
                  <a:pt x="32431" y="54477"/>
                </a:lnTo>
                <a:lnTo>
                  <a:pt x="33813" y="54788"/>
                </a:lnTo>
                <a:lnTo>
                  <a:pt x="282566" y="54788"/>
                </a:lnTo>
                <a:lnTo>
                  <a:pt x="282566" y="57119"/>
                </a:lnTo>
                <a:lnTo>
                  <a:pt x="249421" y="91430"/>
                </a:lnTo>
                <a:lnTo>
                  <a:pt x="197198" y="102280"/>
                </a:lnTo>
                <a:lnTo>
                  <a:pt x="156738" y="107332"/>
                </a:lnTo>
                <a:lnTo>
                  <a:pt x="147966" y="108255"/>
                </a:lnTo>
                <a:lnTo>
                  <a:pt x="143725" y="145819"/>
                </a:lnTo>
                <a:lnTo>
                  <a:pt x="142140" y="159235"/>
                </a:lnTo>
                <a:lnTo>
                  <a:pt x="48596" y="159235"/>
                </a:lnTo>
                <a:lnTo>
                  <a:pt x="47871" y="159753"/>
                </a:lnTo>
                <a:lnTo>
                  <a:pt x="46006" y="159960"/>
                </a:lnTo>
                <a:lnTo>
                  <a:pt x="42586" y="160167"/>
                </a:lnTo>
                <a:lnTo>
                  <a:pt x="42586" y="166799"/>
                </a:lnTo>
                <a:lnTo>
                  <a:pt x="42737" y="173430"/>
                </a:lnTo>
                <a:lnTo>
                  <a:pt x="43322" y="186693"/>
                </a:lnTo>
                <a:lnTo>
                  <a:pt x="43571" y="194517"/>
                </a:lnTo>
                <a:lnTo>
                  <a:pt x="43460" y="216276"/>
                </a:lnTo>
                <a:lnTo>
                  <a:pt x="43336" y="217831"/>
                </a:lnTo>
                <a:lnTo>
                  <a:pt x="43238" y="219074"/>
                </a:lnTo>
                <a:lnTo>
                  <a:pt x="43127" y="220473"/>
                </a:lnTo>
                <a:lnTo>
                  <a:pt x="42638" y="227933"/>
                </a:lnTo>
                <a:lnTo>
                  <a:pt x="41550" y="234513"/>
                </a:lnTo>
                <a:lnTo>
                  <a:pt x="39789" y="241145"/>
                </a:lnTo>
                <a:lnTo>
                  <a:pt x="43623" y="242181"/>
                </a:lnTo>
                <a:lnTo>
                  <a:pt x="45695" y="242699"/>
                </a:lnTo>
                <a:lnTo>
                  <a:pt x="46006" y="242699"/>
                </a:lnTo>
                <a:lnTo>
                  <a:pt x="51912" y="243010"/>
                </a:lnTo>
                <a:lnTo>
                  <a:pt x="240898" y="243010"/>
                </a:lnTo>
                <a:lnTo>
                  <a:pt x="244176" y="246585"/>
                </a:lnTo>
                <a:lnTo>
                  <a:pt x="245885" y="251299"/>
                </a:lnTo>
                <a:lnTo>
                  <a:pt x="245885" y="260729"/>
                </a:lnTo>
                <a:lnTo>
                  <a:pt x="245004" y="264355"/>
                </a:lnTo>
                <a:lnTo>
                  <a:pt x="243243" y="267878"/>
                </a:lnTo>
                <a:lnTo>
                  <a:pt x="241585" y="271401"/>
                </a:lnTo>
                <a:lnTo>
                  <a:pt x="127294" y="294456"/>
                </a:lnTo>
                <a:lnTo>
                  <a:pt x="126439" y="303636"/>
                </a:lnTo>
                <a:lnTo>
                  <a:pt x="123049" y="349293"/>
                </a:lnTo>
                <a:lnTo>
                  <a:pt x="120921" y="386158"/>
                </a:lnTo>
                <a:lnTo>
                  <a:pt x="120714" y="387816"/>
                </a:lnTo>
                <a:lnTo>
                  <a:pt x="119264" y="428797"/>
                </a:lnTo>
                <a:lnTo>
                  <a:pt x="116103" y="443977"/>
                </a:lnTo>
                <a:lnTo>
                  <a:pt x="114238" y="451438"/>
                </a:lnTo>
                <a:lnTo>
                  <a:pt x="110974" y="458173"/>
                </a:lnTo>
                <a:lnTo>
                  <a:pt x="106311" y="464183"/>
                </a:lnTo>
                <a:lnTo>
                  <a:pt x="101648" y="470089"/>
                </a:lnTo>
                <a:lnTo>
                  <a:pt x="94913" y="473042"/>
                </a:lnTo>
                <a:close/>
              </a:path>
              <a:path w="282575" h="473075">
                <a:moveTo>
                  <a:pt x="40721" y="54788"/>
                </a:moveTo>
                <a:lnTo>
                  <a:pt x="33813" y="54788"/>
                </a:lnTo>
                <a:lnTo>
                  <a:pt x="32431" y="54477"/>
                </a:lnTo>
                <a:lnTo>
                  <a:pt x="28598" y="53544"/>
                </a:lnTo>
                <a:lnTo>
                  <a:pt x="30152" y="47223"/>
                </a:lnTo>
                <a:lnTo>
                  <a:pt x="59683" y="16708"/>
                </a:lnTo>
                <a:lnTo>
                  <a:pt x="61859" y="19816"/>
                </a:lnTo>
                <a:lnTo>
                  <a:pt x="63051" y="21423"/>
                </a:lnTo>
                <a:lnTo>
                  <a:pt x="63407" y="21423"/>
                </a:lnTo>
                <a:lnTo>
                  <a:pt x="64035" y="23650"/>
                </a:lnTo>
                <a:lnTo>
                  <a:pt x="64968" y="27588"/>
                </a:lnTo>
                <a:lnTo>
                  <a:pt x="56678" y="29349"/>
                </a:lnTo>
                <a:lnTo>
                  <a:pt x="50461" y="32354"/>
                </a:lnTo>
                <a:lnTo>
                  <a:pt x="42275" y="40747"/>
                </a:lnTo>
                <a:lnTo>
                  <a:pt x="40410" y="46809"/>
                </a:lnTo>
                <a:lnTo>
                  <a:pt x="40509" y="49348"/>
                </a:lnTo>
                <a:lnTo>
                  <a:pt x="40553" y="50487"/>
                </a:lnTo>
                <a:lnTo>
                  <a:pt x="40673" y="53544"/>
                </a:lnTo>
                <a:lnTo>
                  <a:pt x="40721" y="54788"/>
                </a:lnTo>
                <a:close/>
              </a:path>
              <a:path w="282575" h="473075">
                <a:moveTo>
                  <a:pt x="282566" y="54788"/>
                </a:moveTo>
                <a:lnTo>
                  <a:pt x="40721" y="54788"/>
                </a:lnTo>
                <a:lnTo>
                  <a:pt x="40673" y="53544"/>
                </a:lnTo>
                <a:lnTo>
                  <a:pt x="40553" y="50487"/>
                </a:lnTo>
                <a:lnTo>
                  <a:pt x="40509" y="49348"/>
                </a:lnTo>
                <a:lnTo>
                  <a:pt x="40410" y="46809"/>
                </a:lnTo>
                <a:lnTo>
                  <a:pt x="42275" y="40747"/>
                </a:lnTo>
                <a:lnTo>
                  <a:pt x="50461" y="32354"/>
                </a:lnTo>
                <a:lnTo>
                  <a:pt x="56678" y="29349"/>
                </a:lnTo>
                <a:lnTo>
                  <a:pt x="64968" y="27588"/>
                </a:lnTo>
                <a:lnTo>
                  <a:pt x="64035" y="23650"/>
                </a:lnTo>
                <a:lnTo>
                  <a:pt x="63407" y="21423"/>
                </a:lnTo>
                <a:lnTo>
                  <a:pt x="63051" y="21423"/>
                </a:lnTo>
                <a:lnTo>
                  <a:pt x="61859" y="19816"/>
                </a:lnTo>
                <a:lnTo>
                  <a:pt x="59683" y="16708"/>
                </a:lnTo>
                <a:lnTo>
                  <a:pt x="211140" y="16708"/>
                </a:lnTo>
                <a:lnTo>
                  <a:pt x="212662" y="17844"/>
                </a:lnTo>
                <a:lnTo>
                  <a:pt x="217153" y="23080"/>
                </a:lnTo>
                <a:lnTo>
                  <a:pt x="250185" y="23080"/>
                </a:lnTo>
                <a:lnTo>
                  <a:pt x="256713" y="25775"/>
                </a:lnTo>
                <a:lnTo>
                  <a:pt x="262515" y="28987"/>
                </a:lnTo>
                <a:lnTo>
                  <a:pt x="268318" y="32095"/>
                </a:lnTo>
                <a:lnTo>
                  <a:pt x="273085" y="35929"/>
                </a:lnTo>
                <a:lnTo>
                  <a:pt x="276815" y="40488"/>
                </a:lnTo>
                <a:lnTo>
                  <a:pt x="280649" y="44944"/>
                </a:lnTo>
                <a:lnTo>
                  <a:pt x="282566" y="50487"/>
                </a:lnTo>
                <a:lnTo>
                  <a:pt x="282566" y="54788"/>
                </a:lnTo>
                <a:close/>
              </a:path>
              <a:path w="282575" h="473075">
                <a:moveTo>
                  <a:pt x="250185" y="23080"/>
                </a:moveTo>
                <a:lnTo>
                  <a:pt x="217480" y="23080"/>
                </a:lnTo>
                <a:lnTo>
                  <a:pt x="224535" y="20904"/>
                </a:lnTo>
                <a:lnTo>
                  <a:pt x="224771" y="20904"/>
                </a:lnTo>
                <a:lnTo>
                  <a:pt x="231234" y="19816"/>
                </a:lnTo>
                <a:lnTo>
                  <a:pt x="237178" y="19816"/>
                </a:lnTo>
                <a:lnTo>
                  <a:pt x="242932" y="20904"/>
                </a:lnTo>
                <a:lnTo>
                  <a:pt x="250185" y="23080"/>
                </a:lnTo>
                <a:close/>
              </a:path>
              <a:path w="282575" h="473075">
                <a:moveTo>
                  <a:pt x="51912" y="243010"/>
                </a:moveTo>
                <a:lnTo>
                  <a:pt x="46006" y="242699"/>
                </a:lnTo>
                <a:lnTo>
                  <a:pt x="45695" y="242699"/>
                </a:lnTo>
                <a:lnTo>
                  <a:pt x="43623" y="242181"/>
                </a:lnTo>
                <a:lnTo>
                  <a:pt x="39789" y="241145"/>
                </a:lnTo>
                <a:lnTo>
                  <a:pt x="41550" y="234513"/>
                </a:lnTo>
                <a:lnTo>
                  <a:pt x="42441" y="229125"/>
                </a:lnTo>
                <a:lnTo>
                  <a:pt x="42561" y="228400"/>
                </a:lnTo>
                <a:lnTo>
                  <a:pt x="42638" y="227933"/>
                </a:lnTo>
                <a:lnTo>
                  <a:pt x="42773" y="225809"/>
                </a:lnTo>
                <a:lnTo>
                  <a:pt x="42878" y="224151"/>
                </a:lnTo>
                <a:lnTo>
                  <a:pt x="42983" y="222494"/>
                </a:lnTo>
                <a:lnTo>
                  <a:pt x="43029" y="221768"/>
                </a:lnTo>
                <a:lnTo>
                  <a:pt x="43127" y="220473"/>
                </a:lnTo>
                <a:lnTo>
                  <a:pt x="43238" y="219074"/>
                </a:lnTo>
                <a:lnTo>
                  <a:pt x="43336" y="217831"/>
                </a:lnTo>
                <a:lnTo>
                  <a:pt x="43460" y="216276"/>
                </a:lnTo>
                <a:lnTo>
                  <a:pt x="43571" y="194517"/>
                </a:lnTo>
                <a:lnTo>
                  <a:pt x="43364" y="187626"/>
                </a:lnTo>
                <a:lnTo>
                  <a:pt x="42741" y="173638"/>
                </a:lnTo>
                <a:lnTo>
                  <a:pt x="42586" y="166799"/>
                </a:lnTo>
                <a:lnTo>
                  <a:pt x="42586" y="160167"/>
                </a:lnTo>
                <a:lnTo>
                  <a:pt x="46006" y="159960"/>
                </a:lnTo>
                <a:lnTo>
                  <a:pt x="47871" y="159753"/>
                </a:lnTo>
                <a:lnTo>
                  <a:pt x="48596" y="159235"/>
                </a:lnTo>
                <a:lnTo>
                  <a:pt x="50824" y="159494"/>
                </a:lnTo>
                <a:lnTo>
                  <a:pt x="54865" y="160323"/>
                </a:lnTo>
                <a:lnTo>
                  <a:pt x="53529" y="166799"/>
                </a:lnTo>
                <a:lnTo>
                  <a:pt x="52689" y="173430"/>
                </a:lnTo>
                <a:lnTo>
                  <a:pt x="52067" y="186693"/>
                </a:lnTo>
                <a:lnTo>
                  <a:pt x="52191" y="220473"/>
                </a:lnTo>
                <a:lnTo>
                  <a:pt x="52298" y="224151"/>
                </a:lnTo>
                <a:lnTo>
                  <a:pt x="52326" y="235860"/>
                </a:lnTo>
                <a:lnTo>
                  <a:pt x="52143" y="239021"/>
                </a:lnTo>
                <a:lnTo>
                  <a:pt x="52020" y="241145"/>
                </a:lnTo>
                <a:lnTo>
                  <a:pt x="51912" y="243010"/>
                </a:lnTo>
                <a:close/>
              </a:path>
              <a:path w="282575" h="473075">
                <a:moveTo>
                  <a:pt x="240898" y="243010"/>
                </a:moveTo>
                <a:lnTo>
                  <a:pt x="51912" y="243010"/>
                </a:lnTo>
                <a:lnTo>
                  <a:pt x="52326" y="235860"/>
                </a:lnTo>
                <a:lnTo>
                  <a:pt x="52298" y="224151"/>
                </a:lnTo>
                <a:lnTo>
                  <a:pt x="52191" y="220473"/>
                </a:lnTo>
                <a:lnTo>
                  <a:pt x="52067" y="186693"/>
                </a:lnTo>
                <a:lnTo>
                  <a:pt x="52680" y="173638"/>
                </a:lnTo>
                <a:lnTo>
                  <a:pt x="52689" y="173430"/>
                </a:lnTo>
                <a:lnTo>
                  <a:pt x="53529" y="166799"/>
                </a:lnTo>
                <a:lnTo>
                  <a:pt x="54865" y="160323"/>
                </a:lnTo>
                <a:lnTo>
                  <a:pt x="50824" y="159494"/>
                </a:lnTo>
                <a:lnTo>
                  <a:pt x="48596" y="159235"/>
                </a:lnTo>
                <a:lnTo>
                  <a:pt x="142140" y="159235"/>
                </a:lnTo>
                <a:lnTo>
                  <a:pt x="135376" y="216276"/>
                </a:lnTo>
                <a:lnTo>
                  <a:pt x="135687" y="216276"/>
                </a:lnTo>
                <a:lnTo>
                  <a:pt x="176979" y="219748"/>
                </a:lnTo>
                <a:lnTo>
                  <a:pt x="181849" y="220473"/>
                </a:lnTo>
                <a:lnTo>
                  <a:pt x="186823" y="221095"/>
                </a:lnTo>
                <a:lnTo>
                  <a:pt x="223970" y="231146"/>
                </a:lnTo>
                <a:lnTo>
                  <a:pt x="228633" y="233529"/>
                </a:lnTo>
                <a:lnTo>
                  <a:pt x="233295" y="235860"/>
                </a:lnTo>
                <a:lnTo>
                  <a:pt x="237440" y="239021"/>
                </a:lnTo>
                <a:lnTo>
                  <a:pt x="240898" y="2430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965595" y="466720"/>
            <a:ext cx="299085" cy="479425"/>
          </a:xfrm>
          <a:custGeom>
            <a:avLst/>
            <a:gdLst/>
            <a:ahLst/>
            <a:cxnLst/>
            <a:rect l="l" t="t" r="r" b="b"/>
            <a:pathLst>
              <a:path w="299084" h="479425">
                <a:moveTo>
                  <a:pt x="88363" y="479389"/>
                </a:moveTo>
                <a:lnTo>
                  <a:pt x="76136" y="479389"/>
                </a:lnTo>
                <a:lnTo>
                  <a:pt x="68313" y="478145"/>
                </a:lnTo>
                <a:lnTo>
                  <a:pt x="34825" y="456337"/>
                </a:lnTo>
                <a:lnTo>
                  <a:pt x="15649" y="415275"/>
                </a:lnTo>
                <a:lnTo>
                  <a:pt x="7450" y="377273"/>
                </a:lnTo>
                <a:lnTo>
                  <a:pt x="5505" y="364114"/>
                </a:lnTo>
                <a:lnTo>
                  <a:pt x="5382" y="363285"/>
                </a:lnTo>
                <a:lnTo>
                  <a:pt x="1185" y="317647"/>
                </a:lnTo>
                <a:lnTo>
                  <a:pt x="0" y="255098"/>
                </a:lnTo>
                <a:lnTo>
                  <a:pt x="378" y="239681"/>
                </a:lnTo>
                <a:lnTo>
                  <a:pt x="2991" y="193451"/>
                </a:lnTo>
                <a:lnTo>
                  <a:pt x="7333" y="148951"/>
                </a:lnTo>
                <a:lnTo>
                  <a:pt x="13308" y="107102"/>
                </a:lnTo>
                <a:lnTo>
                  <a:pt x="20506" y="69216"/>
                </a:lnTo>
                <a:lnTo>
                  <a:pt x="28074" y="39530"/>
                </a:lnTo>
                <a:lnTo>
                  <a:pt x="28161" y="39219"/>
                </a:lnTo>
                <a:lnTo>
                  <a:pt x="59246" y="6476"/>
                </a:lnTo>
                <a:lnTo>
                  <a:pt x="74012" y="1916"/>
                </a:lnTo>
                <a:lnTo>
                  <a:pt x="81680" y="155"/>
                </a:lnTo>
                <a:lnTo>
                  <a:pt x="123894" y="12670"/>
                </a:lnTo>
                <a:lnTo>
                  <a:pt x="142519" y="39219"/>
                </a:lnTo>
                <a:lnTo>
                  <a:pt x="142599" y="39530"/>
                </a:lnTo>
                <a:lnTo>
                  <a:pt x="58624" y="39530"/>
                </a:lnTo>
                <a:lnTo>
                  <a:pt x="57080" y="45757"/>
                </a:lnTo>
                <a:lnTo>
                  <a:pt x="52252" y="72843"/>
                </a:lnTo>
                <a:lnTo>
                  <a:pt x="50956" y="81029"/>
                </a:lnTo>
                <a:lnTo>
                  <a:pt x="48263" y="97090"/>
                </a:lnTo>
                <a:lnTo>
                  <a:pt x="46657" y="104965"/>
                </a:lnTo>
                <a:lnTo>
                  <a:pt x="44792" y="112736"/>
                </a:lnTo>
                <a:lnTo>
                  <a:pt x="43030" y="120507"/>
                </a:lnTo>
                <a:lnTo>
                  <a:pt x="40854" y="127864"/>
                </a:lnTo>
                <a:lnTo>
                  <a:pt x="38336" y="134612"/>
                </a:lnTo>
                <a:lnTo>
                  <a:pt x="38263" y="134807"/>
                </a:lnTo>
                <a:lnTo>
                  <a:pt x="41580" y="136257"/>
                </a:lnTo>
                <a:lnTo>
                  <a:pt x="43341" y="137138"/>
                </a:lnTo>
                <a:lnTo>
                  <a:pt x="43548" y="137449"/>
                </a:lnTo>
                <a:lnTo>
                  <a:pt x="43859" y="137656"/>
                </a:lnTo>
                <a:lnTo>
                  <a:pt x="45983" y="138071"/>
                </a:lnTo>
                <a:lnTo>
                  <a:pt x="49921" y="138692"/>
                </a:lnTo>
                <a:lnTo>
                  <a:pt x="130738" y="138692"/>
                </a:lnTo>
                <a:lnTo>
                  <a:pt x="128421" y="151981"/>
                </a:lnTo>
                <a:lnTo>
                  <a:pt x="121961" y="191538"/>
                </a:lnTo>
                <a:lnTo>
                  <a:pt x="115948" y="232949"/>
                </a:lnTo>
                <a:lnTo>
                  <a:pt x="110848" y="274536"/>
                </a:lnTo>
                <a:lnTo>
                  <a:pt x="106885" y="315452"/>
                </a:lnTo>
                <a:lnTo>
                  <a:pt x="104476" y="354969"/>
                </a:lnTo>
                <a:lnTo>
                  <a:pt x="104063" y="374020"/>
                </a:lnTo>
                <a:lnTo>
                  <a:pt x="102164" y="375049"/>
                </a:lnTo>
                <a:lnTo>
                  <a:pt x="96238" y="379605"/>
                </a:lnTo>
                <a:lnTo>
                  <a:pt x="296150" y="379605"/>
                </a:lnTo>
                <a:lnTo>
                  <a:pt x="297413" y="381573"/>
                </a:lnTo>
                <a:lnTo>
                  <a:pt x="298759" y="387687"/>
                </a:lnTo>
                <a:lnTo>
                  <a:pt x="299071" y="394632"/>
                </a:lnTo>
                <a:lnTo>
                  <a:pt x="297516" y="401325"/>
                </a:lnTo>
                <a:lnTo>
                  <a:pt x="262468" y="430594"/>
                </a:lnTo>
                <a:lnTo>
                  <a:pt x="219491" y="446594"/>
                </a:lnTo>
                <a:lnTo>
                  <a:pt x="181412" y="458406"/>
                </a:lnTo>
                <a:lnTo>
                  <a:pt x="140224" y="469441"/>
                </a:lnTo>
                <a:lnTo>
                  <a:pt x="100746" y="477990"/>
                </a:lnTo>
                <a:lnTo>
                  <a:pt x="93440" y="478923"/>
                </a:lnTo>
                <a:lnTo>
                  <a:pt x="90850" y="479233"/>
                </a:lnTo>
                <a:lnTo>
                  <a:pt x="88363" y="479389"/>
                </a:lnTo>
                <a:close/>
              </a:path>
              <a:path w="299084" h="479425">
                <a:moveTo>
                  <a:pt x="49921" y="138692"/>
                </a:moveTo>
                <a:lnTo>
                  <a:pt x="45983" y="138071"/>
                </a:lnTo>
                <a:lnTo>
                  <a:pt x="43859" y="137656"/>
                </a:lnTo>
                <a:lnTo>
                  <a:pt x="43548" y="137449"/>
                </a:lnTo>
                <a:lnTo>
                  <a:pt x="43341" y="137138"/>
                </a:lnTo>
                <a:lnTo>
                  <a:pt x="41580" y="136257"/>
                </a:lnTo>
                <a:lnTo>
                  <a:pt x="38263" y="134807"/>
                </a:lnTo>
                <a:lnTo>
                  <a:pt x="40854" y="127864"/>
                </a:lnTo>
                <a:lnTo>
                  <a:pt x="42984" y="120663"/>
                </a:lnTo>
                <a:lnTo>
                  <a:pt x="44792" y="112736"/>
                </a:lnTo>
                <a:lnTo>
                  <a:pt x="46532" y="105483"/>
                </a:lnTo>
                <a:lnTo>
                  <a:pt x="46657" y="104965"/>
                </a:lnTo>
                <a:lnTo>
                  <a:pt x="48231" y="97245"/>
                </a:lnTo>
                <a:lnTo>
                  <a:pt x="50930" y="81184"/>
                </a:lnTo>
                <a:lnTo>
                  <a:pt x="52186" y="73258"/>
                </a:lnTo>
                <a:lnTo>
                  <a:pt x="53496" y="64554"/>
                </a:lnTo>
                <a:lnTo>
                  <a:pt x="54515" y="58269"/>
                </a:lnTo>
                <a:lnTo>
                  <a:pt x="55710" y="52003"/>
                </a:lnTo>
                <a:lnTo>
                  <a:pt x="57080" y="45757"/>
                </a:lnTo>
                <a:lnTo>
                  <a:pt x="58624" y="39530"/>
                </a:lnTo>
                <a:lnTo>
                  <a:pt x="62355" y="40462"/>
                </a:lnTo>
                <a:lnTo>
                  <a:pt x="64324" y="40980"/>
                </a:lnTo>
                <a:lnTo>
                  <a:pt x="69971" y="43882"/>
                </a:lnTo>
                <a:lnTo>
                  <a:pt x="67069" y="50513"/>
                </a:lnTo>
                <a:lnTo>
                  <a:pt x="64634" y="57715"/>
                </a:lnTo>
                <a:lnTo>
                  <a:pt x="56371" y="97090"/>
                </a:lnTo>
                <a:lnTo>
                  <a:pt x="52822" y="122373"/>
                </a:lnTo>
                <a:lnTo>
                  <a:pt x="51475" y="130610"/>
                </a:lnTo>
                <a:lnTo>
                  <a:pt x="50219" y="137138"/>
                </a:lnTo>
                <a:lnTo>
                  <a:pt x="50120" y="137656"/>
                </a:lnTo>
                <a:lnTo>
                  <a:pt x="50040" y="138071"/>
                </a:lnTo>
                <a:lnTo>
                  <a:pt x="49921" y="138692"/>
                </a:lnTo>
                <a:close/>
              </a:path>
              <a:path w="299084" h="479425">
                <a:moveTo>
                  <a:pt x="130738" y="138692"/>
                </a:moveTo>
                <a:lnTo>
                  <a:pt x="49921" y="138692"/>
                </a:lnTo>
                <a:lnTo>
                  <a:pt x="51475" y="130610"/>
                </a:lnTo>
                <a:lnTo>
                  <a:pt x="52822" y="122373"/>
                </a:lnTo>
                <a:lnTo>
                  <a:pt x="59039" y="81184"/>
                </a:lnTo>
                <a:lnTo>
                  <a:pt x="69971" y="43882"/>
                </a:lnTo>
                <a:lnTo>
                  <a:pt x="64324" y="40980"/>
                </a:lnTo>
                <a:lnTo>
                  <a:pt x="62355" y="40462"/>
                </a:lnTo>
                <a:lnTo>
                  <a:pt x="58624" y="39530"/>
                </a:lnTo>
                <a:lnTo>
                  <a:pt x="142599" y="39530"/>
                </a:lnTo>
                <a:lnTo>
                  <a:pt x="143876" y="44465"/>
                </a:lnTo>
                <a:lnTo>
                  <a:pt x="144731" y="55694"/>
                </a:lnTo>
                <a:lnTo>
                  <a:pt x="144628" y="60616"/>
                </a:lnTo>
                <a:lnTo>
                  <a:pt x="144319" y="64554"/>
                </a:lnTo>
                <a:lnTo>
                  <a:pt x="144213" y="65901"/>
                </a:lnTo>
                <a:lnTo>
                  <a:pt x="143851" y="68491"/>
                </a:lnTo>
                <a:lnTo>
                  <a:pt x="143001" y="72843"/>
                </a:lnTo>
                <a:lnTo>
                  <a:pt x="132851" y="126958"/>
                </a:lnTo>
                <a:lnTo>
                  <a:pt x="131018" y="137138"/>
                </a:lnTo>
                <a:lnTo>
                  <a:pt x="130925" y="137656"/>
                </a:lnTo>
                <a:lnTo>
                  <a:pt x="130850" y="138071"/>
                </a:lnTo>
                <a:lnTo>
                  <a:pt x="130738" y="138692"/>
                </a:lnTo>
                <a:close/>
              </a:path>
              <a:path w="299084" h="479425">
                <a:moveTo>
                  <a:pt x="296150" y="379605"/>
                </a:moveTo>
                <a:lnTo>
                  <a:pt x="104009" y="379605"/>
                </a:lnTo>
                <a:lnTo>
                  <a:pt x="104063" y="374020"/>
                </a:lnTo>
                <a:lnTo>
                  <a:pt x="157010" y="363285"/>
                </a:lnTo>
                <a:lnTo>
                  <a:pt x="189772" y="360746"/>
                </a:lnTo>
                <a:lnTo>
                  <a:pt x="187919" y="360746"/>
                </a:lnTo>
                <a:lnTo>
                  <a:pt x="206322" y="360124"/>
                </a:lnTo>
                <a:lnTo>
                  <a:pt x="226641" y="360124"/>
                </a:lnTo>
                <a:lnTo>
                  <a:pt x="238765" y="360746"/>
                </a:lnTo>
                <a:lnTo>
                  <a:pt x="244915" y="361245"/>
                </a:lnTo>
                <a:lnTo>
                  <a:pt x="245356" y="361245"/>
                </a:lnTo>
                <a:lnTo>
                  <a:pt x="253685" y="362197"/>
                </a:lnTo>
                <a:lnTo>
                  <a:pt x="259902" y="362818"/>
                </a:lnTo>
                <a:lnTo>
                  <a:pt x="260366" y="362818"/>
                </a:lnTo>
                <a:lnTo>
                  <a:pt x="267519" y="364114"/>
                </a:lnTo>
                <a:lnTo>
                  <a:pt x="279059" y="367326"/>
                </a:lnTo>
                <a:lnTo>
                  <a:pt x="279215" y="367326"/>
                </a:lnTo>
                <a:lnTo>
                  <a:pt x="284823" y="369968"/>
                </a:lnTo>
                <a:lnTo>
                  <a:pt x="294356" y="376807"/>
                </a:lnTo>
                <a:lnTo>
                  <a:pt x="296150" y="379605"/>
                </a:lnTo>
                <a:close/>
              </a:path>
              <a:path w="299084" h="479425">
                <a:moveTo>
                  <a:pt x="104009" y="379605"/>
                </a:moveTo>
                <a:lnTo>
                  <a:pt x="96238" y="379605"/>
                </a:lnTo>
                <a:lnTo>
                  <a:pt x="102164" y="375049"/>
                </a:lnTo>
                <a:lnTo>
                  <a:pt x="104063" y="374020"/>
                </a:lnTo>
                <a:lnTo>
                  <a:pt x="104009" y="37960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312248" y="472369"/>
            <a:ext cx="859155" cy="468630"/>
          </a:xfrm>
          <a:custGeom>
            <a:avLst/>
            <a:gdLst/>
            <a:ahLst/>
            <a:cxnLst/>
            <a:rect l="l" t="t" r="r" b="b"/>
            <a:pathLst>
              <a:path w="859154" h="468630">
                <a:moveTo>
                  <a:pt x="369290" y="234696"/>
                </a:moveTo>
                <a:lnTo>
                  <a:pt x="369100" y="224447"/>
                </a:lnTo>
                <a:lnTo>
                  <a:pt x="368973" y="222300"/>
                </a:lnTo>
                <a:lnTo>
                  <a:pt x="368922" y="221335"/>
                </a:lnTo>
                <a:lnTo>
                  <a:pt x="364540" y="183413"/>
                </a:lnTo>
                <a:lnTo>
                  <a:pt x="354698" y="144081"/>
                </a:lnTo>
                <a:lnTo>
                  <a:pt x="345859" y="120307"/>
                </a:lnTo>
                <a:lnTo>
                  <a:pt x="344119" y="116103"/>
                </a:lnTo>
                <a:lnTo>
                  <a:pt x="326085" y="82219"/>
                </a:lnTo>
                <a:lnTo>
                  <a:pt x="297484" y="48336"/>
                </a:lnTo>
                <a:lnTo>
                  <a:pt x="263601" y="22694"/>
                </a:lnTo>
                <a:lnTo>
                  <a:pt x="256768" y="18986"/>
                </a:lnTo>
                <a:lnTo>
                  <a:pt x="256768" y="250558"/>
                </a:lnTo>
                <a:lnTo>
                  <a:pt x="256641" y="255257"/>
                </a:lnTo>
                <a:lnTo>
                  <a:pt x="253263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50" y="378587"/>
                </a:lnTo>
                <a:lnTo>
                  <a:pt x="198653" y="378587"/>
                </a:lnTo>
                <a:lnTo>
                  <a:pt x="191719" y="380250"/>
                </a:lnTo>
                <a:lnTo>
                  <a:pt x="191973" y="380250"/>
                </a:lnTo>
                <a:lnTo>
                  <a:pt x="184950" y="380796"/>
                </a:lnTo>
                <a:lnTo>
                  <a:pt x="146532" y="361061"/>
                </a:lnTo>
                <a:lnTo>
                  <a:pt x="126276" y="327215"/>
                </a:lnTo>
                <a:lnTo>
                  <a:pt x="114388" y="278841"/>
                </a:lnTo>
                <a:lnTo>
                  <a:pt x="112966" y="255257"/>
                </a:lnTo>
                <a:lnTo>
                  <a:pt x="112991" y="244830"/>
                </a:lnTo>
                <a:lnTo>
                  <a:pt x="113233" y="236105"/>
                </a:lnTo>
                <a:lnTo>
                  <a:pt x="113360" y="234696"/>
                </a:lnTo>
                <a:lnTo>
                  <a:pt x="114427" y="222300"/>
                </a:lnTo>
                <a:lnTo>
                  <a:pt x="122643" y="184873"/>
                </a:lnTo>
                <a:lnTo>
                  <a:pt x="141198" y="147091"/>
                </a:lnTo>
                <a:lnTo>
                  <a:pt x="144487" y="143002"/>
                </a:lnTo>
                <a:lnTo>
                  <a:pt x="146837" y="140081"/>
                </a:lnTo>
                <a:lnTo>
                  <a:pt x="178460" y="120840"/>
                </a:lnTo>
                <a:lnTo>
                  <a:pt x="178612" y="120840"/>
                </a:lnTo>
                <a:lnTo>
                  <a:pt x="184950" y="120307"/>
                </a:lnTo>
                <a:lnTo>
                  <a:pt x="222885" y="139344"/>
                </a:lnTo>
                <a:lnTo>
                  <a:pt x="243052" y="172643"/>
                </a:lnTo>
                <a:lnTo>
                  <a:pt x="255168" y="221335"/>
                </a:lnTo>
                <a:lnTo>
                  <a:pt x="256768" y="250558"/>
                </a:lnTo>
                <a:lnTo>
                  <a:pt x="256768" y="18986"/>
                </a:lnTo>
                <a:lnTo>
                  <a:pt x="215531" y="3860"/>
                </a:lnTo>
                <a:lnTo>
                  <a:pt x="204889" y="1968"/>
                </a:lnTo>
                <a:lnTo>
                  <a:pt x="204520" y="1968"/>
                </a:lnTo>
                <a:lnTo>
                  <a:pt x="195237" y="990"/>
                </a:lnTo>
                <a:lnTo>
                  <a:pt x="144081" y="5981"/>
                </a:lnTo>
                <a:lnTo>
                  <a:pt x="105994" y="22072"/>
                </a:lnTo>
                <a:lnTo>
                  <a:pt x="71958" y="47764"/>
                </a:lnTo>
                <a:lnTo>
                  <a:pt x="43205" y="82219"/>
                </a:lnTo>
                <a:lnTo>
                  <a:pt x="24714" y="115760"/>
                </a:lnTo>
                <a:lnTo>
                  <a:pt x="11036" y="153250"/>
                </a:lnTo>
                <a:lnTo>
                  <a:pt x="10845" y="154038"/>
                </a:lnTo>
                <a:lnTo>
                  <a:pt x="6210" y="173037"/>
                </a:lnTo>
                <a:lnTo>
                  <a:pt x="6146" y="173342"/>
                </a:lnTo>
                <a:lnTo>
                  <a:pt x="6032" y="174040"/>
                </a:lnTo>
                <a:lnTo>
                  <a:pt x="2755" y="193205"/>
                </a:lnTo>
                <a:lnTo>
                  <a:pt x="2705" y="193662"/>
                </a:lnTo>
                <a:lnTo>
                  <a:pt x="685" y="213753"/>
                </a:lnTo>
                <a:lnTo>
                  <a:pt x="673" y="214185"/>
                </a:lnTo>
                <a:lnTo>
                  <a:pt x="0" y="234696"/>
                </a:lnTo>
                <a:lnTo>
                  <a:pt x="25" y="236105"/>
                </a:lnTo>
                <a:lnTo>
                  <a:pt x="177" y="244970"/>
                </a:lnTo>
                <a:lnTo>
                  <a:pt x="736" y="255257"/>
                </a:lnTo>
                <a:lnTo>
                  <a:pt x="6642" y="296125"/>
                </a:lnTo>
                <a:lnTo>
                  <a:pt x="17602" y="334873"/>
                </a:lnTo>
                <a:lnTo>
                  <a:pt x="33718" y="370624"/>
                </a:lnTo>
                <a:lnTo>
                  <a:pt x="56934" y="404761"/>
                </a:lnTo>
                <a:lnTo>
                  <a:pt x="88277" y="434733"/>
                </a:lnTo>
                <a:lnTo>
                  <a:pt x="124891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50" y="468147"/>
                </a:lnTo>
                <a:lnTo>
                  <a:pt x="195186" y="467804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089" y="434733"/>
                </a:lnTo>
                <a:lnTo>
                  <a:pt x="312572" y="404761"/>
                </a:lnTo>
                <a:lnTo>
                  <a:pt x="329615" y="380796"/>
                </a:lnTo>
                <a:lnTo>
                  <a:pt x="330974" y="378587"/>
                </a:lnTo>
                <a:lnTo>
                  <a:pt x="347878" y="344106"/>
                </a:lnTo>
                <a:lnTo>
                  <a:pt x="360273" y="305828"/>
                </a:lnTo>
                <a:lnTo>
                  <a:pt x="367563" y="265010"/>
                </a:lnTo>
                <a:lnTo>
                  <a:pt x="369100" y="244830"/>
                </a:lnTo>
                <a:lnTo>
                  <a:pt x="369290" y="234696"/>
                </a:lnTo>
                <a:close/>
              </a:path>
              <a:path w="859154" h="468630">
                <a:moveTo>
                  <a:pt x="858977" y="186690"/>
                </a:moveTo>
                <a:lnTo>
                  <a:pt x="856551" y="140970"/>
                </a:lnTo>
                <a:lnTo>
                  <a:pt x="856449" y="139700"/>
                </a:lnTo>
                <a:lnTo>
                  <a:pt x="856348" y="138430"/>
                </a:lnTo>
                <a:lnTo>
                  <a:pt x="856234" y="137160"/>
                </a:lnTo>
                <a:lnTo>
                  <a:pt x="856119" y="135890"/>
                </a:lnTo>
                <a:lnTo>
                  <a:pt x="855218" y="125730"/>
                </a:lnTo>
                <a:lnTo>
                  <a:pt x="848372" y="80010"/>
                </a:lnTo>
                <a:lnTo>
                  <a:pt x="839406" y="46990"/>
                </a:lnTo>
                <a:lnTo>
                  <a:pt x="837768" y="41910"/>
                </a:lnTo>
                <a:lnTo>
                  <a:pt x="834732" y="34290"/>
                </a:lnTo>
                <a:lnTo>
                  <a:pt x="831545" y="27940"/>
                </a:lnTo>
                <a:lnTo>
                  <a:pt x="827201" y="19050"/>
                </a:lnTo>
                <a:lnTo>
                  <a:pt x="822274" y="12700"/>
                </a:lnTo>
                <a:lnTo>
                  <a:pt x="816787" y="7620"/>
                </a:lnTo>
                <a:lnTo>
                  <a:pt x="811390" y="2540"/>
                </a:lnTo>
                <a:lnTo>
                  <a:pt x="805649" y="0"/>
                </a:lnTo>
                <a:lnTo>
                  <a:pt x="790105" y="0"/>
                </a:lnTo>
                <a:lnTo>
                  <a:pt x="782802" y="2540"/>
                </a:lnTo>
                <a:lnTo>
                  <a:pt x="772541" y="12700"/>
                </a:lnTo>
                <a:lnTo>
                  <a:pt x="768705" y="19050"/>
                </a:lnTo>
                <a:lnTo>
                  <a:pt x="766114" y="26670"/>
                </a:lnTo>
                <a:lnTo>
                  <a:pt x="763625" y="33020"/>
                </a:lnTo>
                <a:lnTo>
                  <a:pt x="761860" y="40640"/>
                </a:lnTo>
                <a:lnTo>
                  <a:pt x="760831" y="48260"/>
                </a:lnTo>
                <a:lnTo>
                  <a:pt x="759891" y="57150"/>
                </a:lnTo>
                <a:lnTo>
                  <a:pt x="759117" y="63500"/>
                </a:lnTo>
                <a:lnTo>
                  <a:pt x="758494" y="71120"/>
                </a:lnTo>
                <a:lnTo>
                  <a:pt x="758380" y="72390"/>
                </a:lnTo>
                <a:lnTo>
                  <a:pt x="758253" y="73660"/>
                </a:lnTo>
                <a:lnTo>
                  <a:pt x="757872" y="77470"/>
                </a:lnTo>
                <a:lnTo>
                  <a:pt x="757770" y="80010"/>
                </a:lnTo>
                <a:lnTo>
                  <a:pt x="757516" y="81280"/>
                </a:lnTo>
                <a:lnTo>
                  <a:pt x="757097" y="83820"/>
                </a:lnTo>
                <a:lnTo>
                  <a:pt x="755865" y="95250"/>
                </a:lnTo>
                <a:lnTo>
                  <a:pt x="754811" y="106680"/>
                </a:lnTo>
                <a:lnTo>
                  <a:pt x="754722" y="107950"/>
                </a:lnTo>
                <a:lnTo>
                  <a:pt x="753922" y="119380"/>
                </a:lnTo>
                <a:lnTo>
                  <a:pt x="753541" y="127000"/>
                </a:lnTo>
                <a:lnTo>
                  <a:pt x="750417" y="191770"/>
                </a:lnTo>
                <a:lnTo>
                  <a:pt x="749871" y="204470"/>
                </a:lnTo>
                <a:lnTo>
                  <a:pt x="749338" y="215900"/>
                </a:lnTo>
                <a:lnTo>
                  <a:pt x="745604" y="280670"/>
                </a:lnTo>
                <a:lnTo>
                  <a:pt x="741197" y="327660"/>
                </a:lnTo>
                <a:lnTo>
                  <a:pt x="738949" y="342900"/>
                </a:lnTo>
                <a:lnTo>
                  <a:pt x="737666" y="350520"/>
                </a:lnTo>
                <a:lnTo>
                  <a:pt x="735914" y="358140"/>
                </a:lnTo>
                <a:lnTo>
                  <a:pt x="734517" y="364490"/>
                </a:lnTo>
                <a:lnTo>
                  <a:pt x="733475" y="368300"/>
                </a:lnTo>
                <a:lnTo>
                  <a:pt x="732548" y="372110"/>
                </a:lnTo>
                <a:lnTo>
                  <a:pt x="732078" y="373380"/>
                </a:lnTo>
                <a:lnTo>
                  <a:pt x="732078" y="372110"/>
                </a:lnTo>
                <a:lnTo>
                  <a:pt x="730732" y="372110"/>
                </a:lnTo>
                <a:lnTo>
                  <a:pt x="729335" y="370840"/>
                </a:lnTo>
                <a:lnTo>
                  <a:pt x="727925" y="369570"/>
                </a:lnTo>
                <a:lnTo>
                  <a:pt x="723684" y="363220"/>
                </a:lnTo>
                <a:lnTo>
                  <a:pt x="720356" y="358140"/>
                </a:lnTo>
                <a:lnTo>
                  <a:pt x="716762" y="353060"/>
                </a:lnTo>
                <a:lnTo>
                  <a:pt x="712901" y="345440"/>
                </a:lnTo>
                <a:lnTo>
                  <a:pt x="708761" y="337820"/>
                </a:lnTo>
                <a:lnTo>
                  <a:pt x="705675" y="331470"/>
                </a:lnTo>
                <a:lnTo>
                  <a:pt x="704443" y="328930"/>
                </a:lnTo>
                <a:lnTo>
                  <a:pt x="700024" y="318770"/>
                </a:lnTo>
                <a:lnTo>
                  <a:pt x="695502" y="308610"/>
                </a:lnTo>
                <a:lnTo>
                  <a:pt x="690892" y="298450"/>
                </a:lnTo>
                <a:lnTo>
                  <a:pt x="681672" y="275590"/>
                </a:lnTo>
                <a:lnTo>
                  <a:pt x="677049" y="262890"/>
                </a:lnTo>
                <a:lnTo>
                  <a:pt x="676008" y="260350"/>
                </a:lnTo>
                <a:lnTo>
                  <a:pt x="651560" y="228600"/>
                </a:lnTo>
                <a:lnTo>
                  <a:pt x="645033" y="227330"/>
                </a:lnTo>
                <a:lnTo>
                  <a:pt x="631875" y="227330"/>
                </a:lnTo>
                <a:lnTo>
                  <a:pt x="605320" y="252730"/>
                </a:lnTo>
                <a:lnTo>
                  <a:pt x="599732" y="264160"/>
                </a:lnTo>
                <a:lnTo>
                  <a:pt x="593598" y="278130"/>
                </a:lnTo>
                <a:lnTo>
                  <a:pt x="590359" y="285750"/>
                </a:lnTo>
                <a:lnTo>
                  <a:pt x="586994" y="292100"/>
                </a:lnTo>
                <a:lnTo>
                  <a:pt x="579970" y="307340"/>
                </a:lnTo>
                <a:lnTo>
                  <a:pt x="576414" y="313690"/>
                </a:lnTo>
                <a:lnTo>
                  <a:pt x="572820" y="321310"/>
                </a:lnTo>
                <a:lnTo>
                  <a:pt x="565569" y="334010"/>
                </a:lnTo>
                <a:lnTo>
                  <a:pt x="562000" y="340360"/>
                </a:lnTo>
                <a:lnTo>
                  <a:pt x="558495" y="345440"/>
                </a:lnTo>
                <a:lnTo>
                  <a:pt x="538099" y="370840"/>
                </a:lnTo>
                <a:lnTo>
                  <a:pt x="536854" y="370840"/>
                </a:lnTo>
                <a:lnTo>
                  <a:pt x="526757" y="334010"/>
                </a:lnTo>
                <a:lnTo>
                  <a:pt x="523684" y="312420"/>
                </a:lnTo>
                <a:lnTo>
                  <a:pt x="522554" y="300990"/>
                </a:lnTo>
                <a:lnTo>
                  <a:pt x="519557" y="259080"/>
                </a:lnTo>
                <a:lnTo>
                  <a:pt x="518274" y="231140"/>
                </a:lnTo>
                <a:lnTo>
                  <a:pt x="518185" y="228600"/>
                </a:lnTo>
                <a:lnTo>
                  <a:pt x="518134" y="227330"/>
                </a:lnTo>
                <a:lnTo>
                  <a:pt x="518045" y="224790"/>
                </a:lnTo>
                <a:lnTo>
                  <a:pt x="517867" y="219710"/>
                </a:lnTo>
                <a:lnTo>
                  <a:pt x="517766" y="215900"/>
                </a:lnTo>
                <a:lnTo>
                  <a:pt x="517740" y="214630"/>
                </a:lnTo>
                <a:lnTo>
                  <a:pt x="517410" y="201930"/>
                </a:lnTo>
                <a:lnTo>
                  <a:pt x="517194" y="191770"/>
                </a:lnTo>
                <a:lnTo>
                  <a:pt x="517118" y="186690"/>
                </a:lnTo>
                <a:lnTo>
                  <a:pt x="517004" y="177800"/>
                </a:lnTo>
                <a:lnTo>
                  <a:pt x="516966" y="175260"/>
                </a:lnTo>
                <a:lnTo>
                  <a:pt x="516851" y="163830"/>
                </a:lnTo>
                <a:lnTo>
                  <a:pt x="516724" y="143510"/>
                </a:lnTo>
                <a:lnTo>
                  <a:pt x="516724" y="137160"/>
                </a:lnTo>
                <a:lnTo>
                  <a:pt x="516597" y="77470"/>
                </a:lnTo>
                <a:lnTo>
                  <a:pt x="510743" y="33020"/>
                </a:lnTo>
                <a:lnTo>
                  <a:pt x="502526" y="15240"/>
                </a:lnTo>
                <a:lnTo>
                  <a:pt x="498627" y="8890"/>
                </a:lnTo>
                <a:lnTo>
                  <a:pt x="493928" y="5080"/>
                </a:lnTo>
                <a:lnTo>
                  <a:pt x="488251" y="1270"/>
                </a:lnTo>
                <a:lnTo>
                  <a:pt x="481571" y="0"/>
                </a:lnTo>
                <a:lnTo>
                  <a:pt x="467804" y="0"/>
                </a:lnTo>
                <a:lnTo>
                  <a:pt x="462000" y="2540"/>
                </a:lnTo>
                <a:lnTo>
                  <a:pt x="451116" y="12700"/>
                </a:lnTo>
                <a:lnTo>
                  <a:pt x="447484" y="18376"/>
                </a:lnTo>
                <a:lnTo>
                  <a:pt x="447484" y="130810"/>
                </a:lnTo>
                <a:lnTo>
                  <a:pt x="447421" y="132080"/>
                </a:lnTo>
                <a:lnTo>
                  <a:pt x="447344" y="133350"/>
                </a:lnTo>
                <a:lnTo>
                  <a:pt x="447192" y="135890"/>
                </a:lnTo>
                <a:lnTo>
                  <a:pt x="447484" y="130810"/>
                </a:lnTo>
                <a:lnTo>
                  <a:pt x="447484" y="18376"/>
                </a:lnTo>
                <a:lnTo>
                  <a:pt x="446239" y="20320"/>
                </a:lnTo>
                <a:lnTo>
                  <a:pt x="430085" y="59690"/>
                </a:lnTo>
                <a:lnTo>
                  <a:pt x="421068" y="104140"/>
                </a:lnTo>
                <a:lnTo>
                  <a:pt x="416496" y="142240"/>
                </a:lnTo>
                <a:lnTo>
                  <a:pt x="413689" y="186690"/>
                </a:lnTo>
                <a:lnTo>
                  <a:pt x="413550" y="191770"/>
                </a:lnTo>
                <a:lnTo>
                  <a:pt x="413270" y="201930"/>
                </a:lnTo>
                <a:lnTo>
                  <a:pt x="413385" y="234950"/>
                </a:lnTo>
                <a:lnTo>
                  <a:pt x="413461" y="237490"/>
                </a:lnTo>
                <a:lnTo>
                  <a:pt x="413537" y="240030"/>
                </a:lnTo>
                <a:lnTo>
                  <a:pt x="413651" y="243840"/>
                </a:lnTo>
                <a:lnTo>
                  <a:pt x="413740" y="246380"/>
                </a:lnTo>
                <a:lnTo>
                  <a:pt x="413791" y="247650"/>
                </a:lnTo>
                <a:lnTo>
                  <a:pt x="413905" y="250190"/>
                </a:lnTo>
                <a:lnTo>
                  <a:pt x="414020" y="252730"/>
                </a:lnTo>
                <a:lnTo>
                  <a:pt x="414362" y="260350"/>
                </a:lnTo>
                <a:lnTo>
                  <a:pt x="414439" y="261620"/>
                </a:lnTo>
                <a:lnTo>
                  <a:pt x="414528" y="262890"/>
                </a:lnTo>
                <a:lnTo>
                  <a:pt x="414604" y="264160"/>
                </a:lnTo>
                <a:lnTo>
                  <a:pt x="414680" y="265430"/>
                </a:lnTo>
                <a:lnTo>
                  <a:pt x="414756" y="266700"/>
                </a:lnTo>
                <a:lnTo>
                  <a:pt x="415315" y="275590"/>
                </a:lnTo>
                <a:lnTo>
                  <a:pt x="420154" y="318770"/>
                </a:lnTo>
                <a:lnTo>
                  <a:pt x="428180" y="359410"/>
                </a:lnTo>
                <a:lnTo>
                  <a:pt x="439648" y="396240"/>
                </a:lnTo>
                <a:lnTo>
                  <a:pt x="461784" y="435610"/>
                </a:lnTo>
                <a:lnTo>
                  <a:pt x="468744" y="444500"/>
                </a:lnTo>
                <a:lnTo>
                  <a:pt x="502627" y="466090"/>
                </a:lnTo>
                <a:lnTo>
                  <a:pt x="523176" y="468630"/>
                </a:lnTo>
                <a:lnTo>
                  <a:pt x="532231" y="468630"/>
                </a:lnTo>
                <a:lnTo>
                  <a:pt x="571601" y="455930"/>
                </a:lnTo>
                <a:lnTo>
                  <a:pt x="602195" y="433070"/>
                </a:lnTo>
                <a:lnTo>
                  <a:pt x="616559" y="416560"/>
                </a:lnTo>
                <a:lnTo>
                  <a:pt x="620699" y="411480"/>
                </a:lnTo>
                <a:lnTo>
                  <a:pt x="624522" y="406400"/>
                </a:lnTo>
                <a:lnTo>
                  <a:pt x="629488" y="398780"/>
                </a:lnTo>
                <a:lnTo>
                  <a:pt x="633590" y="392430"/>
                </a:lnTo>
                <a:lnTo>
                  <a:pt x="634619" y="390398"/>
                </a:lnTo>
                <a:lnTo>
                  <a:pt x="637476" y="397510"/>
                </a:lnTo>
                <a:lnTo>
                  <a:pt x="641311" y="403860"/>
                </a:lnTo>
                <a:lnTo>
                  <a:pt x="644372" y="410210"/>
                </a:lnTo>
                <a:lnTo>
                  <a:pt x="647839" y="415290"/>
                </a:lnTo>
                <a:lnTo>
                  <a:pt x="651687" y="420370"/>
                </a:lnTo>
                <a:lnTo>
                  <a:pt x="655916" y="426720"/>
                </a:lnTo>
                <a:lnTo>
                  <a:pt x="660654" y="431800"/>
                </a:lnTo>
                <a:lnTo>
                  <a:pt x="691426" y="455930"/>
                </a:lnTo>
                <a:lnTo>
                  <a:pt x="735012" y="468630"/>
                </a:lnTo>
                <a:lnTo>
                  <a:pt x="745439" y="468630"/>
                </a:lnTo>
                <a:lnTo>
                  <a:pt x="786168" y="455930"/>
                </a:lnTo>
                <a:lnTo>
                  <a:pt x="816317" y="424180"/>
                </a:lnTo>
                <a:lnTo>
                  <a:pt x="836993" y="378460"/>
                </a:lnTo>
                <a:lnTo>
                  <a:pt x="838555" y="373380"/>
                </a:lnTo>
                <a:lnTo>
                  <a:pt x="840905" y="365760"/>
                </a:lnTo>
                <a:lnTo>
                  <a:pt x="850201" y="325120"/>
                </a:lnTo>
                <a:lnTo>
                  <a:pt x="856005" y="280670"/>
                </a:lnTo>
                <a:lnTo>
                  <a:pt x="856094" y="279400"/>
                </a:lnTo>
                <a:lnTo>
                  <a:pt x="856195" y="278130"/>
                </a:lnTo>
                <a:lnTo>
                  <a:pt x="857199" y="265430"/>
                </a:lnTo>
                <a:lnTo>
                  <a:pt x="857262" y="264160"/>
                </a:lnTo>
                <a:lnTo>
                  <a:pt x="857338" y="262890"/>
                </a:lnTo>
                <a:lnTo>
                  <a:pt x="857415" y="261620"/>
                </a:lnTo>
                <a:lnTo>
                  <a:pt x="857491" y="260350"/>
                </a:lnTo>
                <a:lnTo>
                  <a:pt x="857567" y="259080"/>
                </a:lnTo>
                <a:lnTo>
                  <a:pt x="858075" y="250190"/>
                </a:lnTo>
                <a:lnTo>
                  <a:pt x="858189" y="247650"/>
                </a:lnTo>
                <a:lnTo>
                  <a:pt x="858253" y="246380"/>
                </a:lnTo>
                <a:lnTo>
                  <a:pt x="858367" y="243840"/>
                </a:lnTo>
                <a:lnTo>
                  <a:pt x="858659" y="237490"/>
                </a:lnTo>
                <a:lnTo>
                  <a:pt x="858774" y="233680"/>
                </a:lnTo>
                <a:lnTo>
                  <a:pt x="858901" y="228600"/>
                </a:lnTo>
                <a:lnTo>
                  <a:pt x="858977" y="18669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2926" y="1622987"/>
            <a:ext cx="12868718" cy="8188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7527" y="6570789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9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2"/>
                </a:lnTo>
                <a:lnTo>
                  <a:pt x="2499" y="598778"/>
                </a:lnTo>
                <a:lnTo>
                  <a:pt x="0" y="546169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4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4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9"/>
                </a:lnTo>
                <a:lnTo>
                  <a:pt x="1089839" y="598778"/>
                </a:lnTo>
                <a:lnTo>
                  <a:pt x="1082492" y="649972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9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2864" y="6751491"/>
            <a:ext cx="22796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65" dirty="0">
                <a:solidFill>
                  <a:srgbClr val="FFFDFD"/>
                </a:solidFill>
                <a:latin typeface="Times New Roman"/>
                <a:cs typeface="Times New Roman"/>
              </a:rPr>
              <a:t>7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4747" y="3725405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64747" y="225948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64747" y="4458368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64747" y="299244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64747" y="592429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64747" y="5191330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77260" y="779883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89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0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8"/>
                </a:lnTo>
                <a:lnTo>
                  <a:pt x="278111" y="599780"/>
                </a:lnTo>
                <a:lnTo>
                  <a:pt x="328096" y="594948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0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89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8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64747" y="7871876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64747" y="8604838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6306667" y="524731"/>
            <a:ext cx="1066800" cy="468630"/>
          </a:xfrm>
          <a:custGeom>
            <a:avLst/>
            <a:gdLst/>
            <a:ahLst/>
            <a:cxnLst/>
            <a:rect l="l" t="t" r="r" b="b"/>
            <a:pathLst>
              <a:path w="1066800" h="468630">
                <a:moveTo>
                  <a:pt x="313969" y="53047"/>
                </a:moveTo>
                <a:lnTo>
                  <a:pt x="311632" y="47561"/>
                </a:lnTo>
                <a:lnTo>
                  <a:pt x="306971" y="43205"/>
                </a:lnTo>
                <a:lnTo>
                  <a:pt x="302310" y="38747"/>
                </a:lnTo>
                <a:lnTo>
                  <a:pt x="256768" y="21793"/>
                </a:lnTo>
                <a:lnTo>
                  <a:pt x="203377" y="12776"/>
                </a:lnTo>
                <a:lnTo>
                  <a:pt x="162750" y="8750"/>
                </a:lnTo>
                <a:lnTo>
                  <a:pt x="125742" y="6515"/>
                </a:lnTo>
                <a:lnTo>
                  <a:pt x="125742" y="282511"/>
                </a:lnTo>
                <a:lnTo>
                  <a:pt x="124498" y="274739"/>
                </a:lnTo>
                <a:lnTo>
                  <a:pt x="124625" y="275463"/>
                </a:lnTo>
                <a:lnTo>
                  <a:pt x="125742" y="282511"/>
                </a:lnTo>
                <a:lnTo>
                  <a:pt x="125742" y="6515"/>
                </a:lnTo>
                <a:lnTo>
                  <a:pt x="123723" y="6413"/>
                </a:lnTo>
                <a:lnTo>
                  <a:pt x="123723" y="240284"/>
                </a:lnTo>
                <a:lnTo>
                  <a:pt x="123723" y="240487"/>
                </a:lnTo>
                <a:lnTo>
                  <a:pt x="123532" y="246100"/>
                </a:lnTo>
                <a:lnTo>
                  <a:pt x="123723" y="240284"/>
                </a:lnTo>
                <a:lnTo>
                  <a:pt x="123723" y="6413"/>
                </a:lnTo>
                <a:lnTo>
                  <a:pt x="119456" y="6197"/>
                </a:lnTo>
                <a:lnTo>
                  <a:pt x="117284" y="6134"/>
                </a:lnTo>
                <a:lnTo>
                  <a:pt x="117284" y="205574"/>
                </a:lnTo>
                <a:lnTo>
                  <a:pt x="116967" y="214172"/>
                </a:lnTo>
                <a:lnTo>
                  <a:pt x="116687" y="221259"/>
                </a:lnTo>
                <a:lnTo>
                  <a:pt x="117284" y="205574"/>
                </a:lnTo>
                <a:lnTo>
                  <a:pt x="117284" y="6134"/>
                </a:lnTo>
                <a:lnTo>
                  <a:pt x="116497" y="6108"/>
                </a:lnTo>
                <a:lnTo>
                  <a:pt x="116497" y="226212"/>
                </a:lnTo>
                <a:lnTo>
                  <a:pt x="116471" y="227152"/>
                </a:lnTo>
                <a:lnTo>
                  <a:pt x="115900" y="240487"/>
                </a:lnTo>
                <a:lnTo>
                  <a:pt x="115658" y="246100"/>
                </a:lnTo>
                <a:lnTo>
                  <a:pt x="116497" y="226212"/>
                </a:lnTo>
                <a:lnTo>
                  <a:pt x="116497" y="6108"/>
                </a:lnTo>
                <a:lnTo>
                  <a:pt x="108966" y="5867"/>
                </a:lnTo>
                <a:lnTo>
                  <a:pt x="98780" y="5664"/>
                </a:lnTo>
                <a:lnTo>
                  <a:pt x="72986" y="5664"/>
                </a:lnTo>
                <a:lnTo>
                  <a:pt x="62166" y="6426"/>
                </a:lnTo>
                <a:lnTo>
                  <a:pt x="55930" y="7277"/>
                </a:lnTo>
                <a:lnTo>
                  <a:pt x="55664" y="7277"/>
                </a:lnTo>
                <a:lnTo>
                  <a:pt x="13995" y="26263"/>
                </a:lnTo>
                <a:lnTo>
                  <a:pt x="0" y="51803"/>
                </a:lnTo>
                <a:lnTo>
                  <a:pt x="0" y="67246"/>
                </a:lnTo>
                <a:lnTo>
                  <a:pt x="25933" y="102577"/>
                </a:lnTo>
                <a:lnTo>
                  <a:pt x="62230" y="112572"/>
                </a:lnTo>
                <a:lnTo>
                  <a:pt x="94691" y="112572"/>
                </a:lnTo>
                <a:lnTo>
                  <a:pt x="100571" y="112369"/>
                </a:lnTo>
                <a:lnTo>
                  <a:pt x="100533" y="112572"/>
                </a:lnTo>
                <a:lnTo>
                  <a:pt x="94043" y="166306"/>
                </a:lnTo>
                <a:lnTo>
                  <a:pt x="91694" y="205574"/>
                </a:lnTo>
                <a:lnTo>
                  <a:pt x="91262" y="254635"/>
                </a:lnTo>
                <a:lnTo>
                  <a:pt x="91782" y="271411"/>
                </a:lnTo>
                <a:lnTo>
                  <a:pt x="92659" y="288124"/>
                </a:lnTo>
                <a:lnTo>
                  <a:pt x="92760" y="289560"/>
                </a:lnTo>
                <a:lnTo>
                  <a:pt x="92849" y="290753"/>
                </a:lnTo>
                <a:lnTo>
                  <a:pt x="93878" y="304787"/>
                </a:lnTo>
                <a:lnTo>
                  <a:pt x="99910" y="353136"/>
                </a:lnTo>
                <a:lnTo>
                  <a:pt x="107797" y="390931"/>
                </a:lnTo>
                <a:lnTo>
                  <a:pt x="122516" y="432358"/>
                </a:lnTo>
                <a:lnTo>
                  <a:pt x="151282" y="463169"/>
                </a:lnTo>
                <a:lnTo>
                  <a:pt x="165696" y="463169"/>
                </a:lnTo>
                <a:lnTo>
                  <a:pt x="188950" y="429082"/>
                </a:lnTo>
                <a:lnTo>
                  <a:pt x="191592" y="384365"/>
                </a:lnTo>
                <a:lnTo>
                  <a:pt x="191808" y="382816"/>
                </a:lnTo>
                <a:lnTo>
                  <a:pt x="194373" y="340182"/>
                </a:lnTo>
                <a:lnTo>
                  <a:pt x="198132" y="297014"/>
                </a:lnTo>
                <a:lnTo>
                  <a:pt x="198869" y="289560"/>
                </a:lnTo>
                <a:lnTo>
                  <a:pt x="199555" y="282511"/>
                </a:lnTo>
                <a:lnTo>
                  <a:pt x="204025" y="240284"/>
                </a:lnTo>
                <a:lnTo>
                  <a:pt x="208813" y="199771"/>
                </a:lnTo>
                <a:lnTo>
                  <a:pt x="213563" y="162267"/>
                </a:lnTo>
                <a:lnTo>
                  <a:pt x="214782" y="152565"/>
                </a:lnTo>
                <a:lnTo>
                  <a:pt x="217030" y="134226"/>
                </a:lnTo>
                <a:lnTo>
                  <a:pt x="219646" y="112369"/>
                </a:lnTo>
                <a:lnTo>
                  <a:pt x="219697" y="111861"/>
                </a:lnTo>
                <a:lnTo>
                  <a:pt x="220332" y="106362"/>
                </a:lnTo>
                <a:lnTo>
                  <a:pt x="220713" y="102895"/>
                </a:lnTo>
                <a:lnTo>
                  <a:pt x="222580" y="102577"/>
                </a:lnTo>
                <a:lnTo>
                  <a:pt x="238633" y="100355"/>
                </a:lnTo>
                <a:lnTo>
                  <a:pt x="244233" y="99517"/>
                </a:lnTo>
                <a:lnTo>
                  <a:pt x="287959" y="88315"/>
                </a:lnTo>
                <a:lnTo>
                  <a:pt x="313588" y="62166"/>
                </a:lnTo>
                <a:lnTo>
                  <a:pt x="313715" y="61341"/>
                </a:lnTo>
                <a:lnTo>
                  <a:pt x="313918" y="59994"/>
                </a:lnTo>
                <a:lnTo>
                  <a:pt x="313969" y="53047"/>
                </a:lnTo>
                <a:close/>
              </a:path>
              <a:path w="1066800" h="468630">
                <a:moveTo>
                  <a:pt x="645617" y="103174"/>
                </a:moveTo>
                <a:lnTo>
                  <a:pt x="633069" y="59994"/>
                </a:lnTo>
                <a:lnTo>
                  <a:pt x="605091" y="29514"/>
                </a:lnTo>
                <a:lnTo>
                  <a:pt x="560908" y="6654"/>
                </a:lnTo>
                <a:lnTo>
                  <a:pt x="532472" y="304"/>
                </a:lnTo>
                <a:lnTo>
                  <a:pt x="499160" y="304"/>
                </a:lnTo>
                <a:lnTo>
                  <a:pt x="481025" y="2844"/>
                </a:lnTo>
                <a:lnTo>
                  <a:pt x="471855" y="5384"/>
                </a:lnTo>
                <a:lnTo>
                  <a:pt x="462724" y="6654"/>
                </a:lnTo>
                <a:lnTo>
                  <a:pt x="453593" y="9194"/>
                </a:lnTo>
                <a:lnTo>
                  <a:pt x="444500" y="13004"/>
                </a:lnTo>
                <a:lnTo>
                  <a:pt x="435495" y="15544"/>
                </a:lnTo>
                <a:lnTo>
                  <a:pt x="401421" y="33324"/>
                </a:lnTo>
                <a:lnTo>
                  <a:pt x="367792" y="65074"/>
                </a:lnTo>
                <a:lnTo>
                  <a:pt x="351116" y="106984"/>
                </a:lnTo>
                <a:lnTo>
                  <a:pt x="350685" y="115874"/>
                </a:lnTo>
                <a:lnTo>
                  <a:pt x="350761" y="120954"/>
                </a:lnTo>
                <a:lnTo>
                  <a:pt x="350850" y="123494"/>
                </a:lnTo>
                <a:lnTo>
                  <a:pt x="350951" y="126034"/>
                </a:lnTo>
                <a:lnTo>
                  <a:pt x="350989" y="127304"/>
                </a:lnTo>
                <a:lnTo>
                  <a:pt x="352132" y="138734"/>
                </a:lnTo>
                <a:lnTo>
                  <a:pt x="354025" y="148894"/>
                </a:lnTo>
                <a:lnTo>
                  <a:pt x="374396" y="190804"/>
                </a:lnTo>
                <a:lnTo>
                  <a:pt x="387299" y="204774"/>
                </a:lnTo>
                <a:lnTo>
                  <a:pt x="394677" y="212394"/>
                </a:lnTo>
                <a:lnTo>
                  <a:pt x="402678" y="217474"/>
                </a:lnTo>
                <a:lnTo>
                  <a:pt x="410400" y="222554"/>
                </a:lnTo>
                <a:lnTo>
                  <a:pt x="416902" y="226364"/>
                </a:lnTo>
                <a:lnTo>
                  <a:pt x="422211" y="228904"/>
                </a:lnTo>
                <a:lnTo>
                  <a:pt x="425373" y="228904"/>
                </a:lnTo>
                <a:lnTo>
                  <a:pt x="555002" y="228904"/>
                </a:lnTo>
                <a:lnTo>
                  <a:pt x="554748" y="227634"/>
                </a:lnTo>
                <a:lnTo>
                  <a:pt x="550595" y="220014"/>
                </a:lnTo>
                <a:lnTo>
                  <a:pt x="548055" y="217474"/>
                </a:lnTo>
                <a:lnTo>
                  <a:pt x="542048" y="211124"/>
                </a:lnTo>
                <a:lnTo>
                  <a:pt x="538734" y="208584"/>
                </a:lnTo>
                <a:lnTo>
                  <a:pt x="531482" y="203504"/>
                </a:lnTo>
                <a:lnTo>
                  <a:pt x="527799" y="202234"/>
                </a:lnTo>
                <a:lnTo>
                  <a:pt x="519201" y="195884"/>
                </a:lnTo>
                <a:lnTo>
                  <a:pt x="514286" y="193344"/>
                </a:lnTo>
                <a:lnTo>
                  <a:pt x="509308" y="189534"/>
                </a:lnTo>
                <a:lnTo>
                  <a:pt x="504444" y="185724"/>
                </a:lnTo>
                <a:lnTo>
                  <a:pt x="500087" y="183184"/>
                </a:lnTo>
                <a:lnTo>
                  <a:pt x="496252" y="178104"/>
                </a:lnTo>
                <a:lnTo>
                  <a:pt x="492518" y="174294"/>
                </a:lnTo>
                <a:lnTo>
                  <a:pt x="489521" y="169214"/>
                </a:lnTo>
                <a:lnTo>
                  <a:pt x="487235" y="164134"/>
                </a:lnTo>
                <a:lnTo>
                  <a:pt x="485063" y="159054"/>
                </a:lnTo>
                <a:lnTo>
                  <a:pt x="483971" y="153974"/>
                </a:lnTo>
                <a:lnTo>
                  <a:pt x="483971" y="141274"/>
                </a:lnTo>
                <a:lnTo>
                  <a:pt x="523659" y="119684"/>
                </a:lnTo>
                <a:lnTo>
                  <a:pt x="542201" y="119684"/>
                </a:lnTo>
                <a:lnTo>
                  <a:pt x="574116" y="126034"/>
                </a:lnTo>
                <a:lnTo>
                  <a:pt x="579818" y="128574"/>
                </a:lnTo>
                <a:lnTo>
                  <a:pt x="596658" y="132384"/>
                </a:lnTo>
                <a:lnTo>
                  <a:pt x="618058" y="132384"/>
                </a:lnTo>
                <a:lnTo>
                  <a:pt x="622617" y="129844"/>
                </a:lnTo>
                <a:lnTo>
                  <a:pt x="627176" y="128574"/>
                </a:lnTo>
                <a:lnTo>
                  <a:pt x="631634" y="126034"/>
                </a:lnTo>
                <a:lnTo>
                  <a:pt x="635977" y="122224"/>
                </a:lnTo>
                <a:lnTo>
                  <a:pt x="639711" y="119684"/>
                </a:lnTo>
                <a:lnTo>
                  <a:pt x="642251" y="115874"/>
                </a:lnTo>
                <a:lnTo>
                  <a:pt x="643407" y="112064"/>
                </a:lnTo>
                <a:lnTo>
                  <a:pt x="644944" y="106984"/>
                </a:lnTo>
                <a:lnTo>
                  <a:pt x="645617" y="103174"/>
                </a:lnTo>
                <a:close/>
              </a:path>
              <a:path w="1066800" h="468630">
                <a:moveTo>
                  <a:pt x="677011" y="324154"/>
                </a:moveTo>
                <a:lnTo>
                  <a:pt x="656805" y="294944"/>
                </a:lnTo>
                <a:lnTo>
                  <a:pt x="649503" y="296214"/>
                </a:lnTo>
                <a:lnTo>
                  <a:pt x="641426" y="300024"/>
                </a:lnTo>
                <a:lnTo>
                  <a:pt x="635355" y="303834"/>
                </a:lnTo>
                <a:lnTo>
                  <a:pt x="623239" y="313994"/>
                </a:lnTo>
                <a:lnTo>
                  <a:pt x="617169" y="321614"/>
                </a:lnTo>
                <a:lnTo>
                  <a:pt x="605637" y="335584"/>
                </a:lnTo>
                <a:lnTo>
                  <a:pt x="570699" y="364794"/>
                </a:lnTo>
                <a:lnTo>
                  <a:pt x="527177" y="380034"/>
                </a:lnTo>
                <a:lnTo>
                  <a:pt x="520141" y="378764"/>
                </a:lnTo>
                <a:lnTo>
                  <a:pt x="513041" y="378764"/>
                </a:lnTo>
                <a:lnTo>
                  <a:pt x="498741" y="373684"/>
                </a:lnTo>
                <a:lnTo>
                  <a:pt x="495554" y="372414"/>
                </a:lnTo>
                <a:lnTo>
                  <a:pt x="492366" y="371144"/>
                </a:lnTo>
                <a:lnTo>
                  <a:pt x="468744" y="344474"/>
                </a:lnTo>
                <a:lnTo>
                  <a:pt x="468744" y="339394"/>
                </a:lnTo>
                <a:lnTo>
                  <a:pt x="469087" y="330504"/>
                </a:lnTo>
                <a:lnTo>
                  <a:pt x="470141" y="324154"/>
                </a:lnTo>
                <a:lnTo>
                  <a:pt x="471893" y="316534"/>
                </a:lnTo>
                <a:lnTo>
                  <a:pt x="474332" y="311454"/>
                </a:lnTo>
                <a:lnTo>
                  <a:pt x="478066" y="302564"/>
                </a:lnTo>
                <a:lnTo>
                  <a:pt x="481838" y="297484"/>
                </a:lnTo>
                <a:lnTo>
                  <a:pt x="482777" y="296214"/>
                </a:lnTo>
                <a:lnTo>
                  <a:pt x="494284" y="284784"/>
                </a:lnTo>
                <a:lnTo>
                  <a:pt x="500710" y="279704"/>
                </a:lnTo>
                <a:lnTo>
                  <a:pt x="514794" y="270814"/>
                </a:lnTo>
                <a:lnTo>
                  <a:pt x="521487" y="267004"/>
                </a:lnTo>
                <a:lnTo>
                  <a:pt x="527799" y="264464"/>
                </a:lnTo>
                <a:lnTo>
                  <a:pt x="534746" y="260654"/>
                </a:lnTo>
                <a:lnTo>
                  <a:pt x="541121" y="256844"/>
                </a:lnTo>
                <a:lnTo>
                  <a:pt x="546925" y="253034"/>
                </a:lnTo>
                <a:lnTo>
                  <a:pt x="552831" y="249224"/>
                </a:lnTo>
                <a:lnTo>
                  <a:pt x="555777" y="244144"/>
                </a:lnTo>
                <a:lnTo>
                  <a:pt x="555777" y="232714"/>
                </a:lnTo>
                <a:lnTo>
                  <a:pt x="555256" y="230174"/>
                </a:lnTo>
                <a:lnTo>
                  <a:pt x="555117" y="229476"/>
                </a:lnTo>
                <a:lnTo>
                  <a:pt x="425792" y="229476"/>
                </a:lnTo>
                <a:lnTo>
                  <a:pt x="424065" y="229476"/>
                </a:lnTo>
                <a:lnTo>
                  <a:pt x="419569" y="231444"/>
                </a:lnTo>
                <a:lnTo>
                  <a:pt x="386549" y="255574"/>
                </a:lnTo>
                <a:lnTo>
                  <a:pt x="363054" y="287324"/>
                </a:lnTo>
                <a:lnTo>
                  <a:pt x="351116" y="331774"/>
                </a:lnTo>
                <a:lnTo>
                  <a:pt x="350672" y="343204"/>
                </a:lnTo>
                <a:lnTo>
                  <a:pt x="350786" y="348284"/>
                </a:lnTo>
                <a:lnTo>
                  <a:pt x="350837" y="349554"/>
                </a:lnTo>
                <a:lnTo>
                  <a:pt x="350951" y="352094"/>
                </a:lnTo>
                <a:lnTo>
                  <a:pt x="351066" y="354634"/>
                </a:lnTo>
                <a:lnTo>
                  <a:pt x="366242" y="397814"/>
                </a:lnTo>
                <a:lnTo>
                  <a:pt x="397065" y="430834"/>
                </a:lnTo>
                <a:lnTo>
                  <a:pt x="436410" y="453694"/>
                </a:lnTo>
                <a:lnTo>
                  <a:pt x="444677" y="456234"/>
                </a:lnTo>
                <a:lnTo>
                  <a:pt x="453009" y="460044"/>
                </a:lnTo>
                <a:lnTo>
                  <a:pt x="461391" y="462584"/>
                </a:lnTo>
                <a:lnTo>
                  <a:pt x="494245" y="467664"/>
                </a:lnTo>
                <a:lnTo>
                  <a:pt x="513702" y="467664"/>
                </a:lnTo>
                <a:lnTo>
                  <a:pt x="557428" y="458774"/>
                </a:lnTo>
                <a:lnTo>
                  <a:pt x="594575" y="439724"/>
                </a:lnTo>
                <a:lnTo>
                  <a:pt x="624878" y="415594"/>
                </a:lnTo>
                <a:lnTo>
                  <a:pt x="637387" y="401624"/>
                </a:lnTo>
                <a:lnTo>
                  <a:pt x="642975" y="395274"/>
                </a:lnTo>
                <a:lnTo>
                  <a:pt x="665873" y="360984"/>
                </a:lnTo>
                <a:lnTo>
                  <a:pt x="669455" y="354634"/>
                </a:lnTo>
                <a:lnTo>
                  <a:pt x="671728" y="348284"/>
                </a:lnTo>
                <a:lnTo>
                  <a:pt x="675246" y="339394"/>
                </a:lnTo>
                <a:lnTo>
                  <a:pt x="677011" y="330504"/>
                </a:lnTo>
                <a:lnTo>
                  <a:pt x="677011" y="324154"/>
                </a:lnTo>
                <a:close/>
              </a:path>
              <a:path w="1066800" h="468630">
                <a:moveTo>
                  <a:pt x="1066495" y="323900"/>
                </a:moveTo>
                <a:lnTo>
                  <a:pt x="1046289" y="295465"/>
                </a:lnTo>
                <a:lnTo>
                  <a:pt x="1039037" y="295986"/>
                </a:lnTo>
                <a:lnTo>
                  <a:pt x="1006970" y="321881"/>
                </a:lnTo>
                <a:lnTo>
                  <a:pt x="995375" y="335216"/>
                </a:lnTo>
                <a:lnTo>
                  <a:pt x="960335" y="365404"/>
                </a:lnTo>
                <a:lnTo>
                  <a:pt x="927455" y="379069"/>
                </a:lnTo>
                <a:lnTo>
                  <a:pt x="928903" y="379069"/>
                </a:lnTo>
                <a:lnTo>
                  <a:pt x="918476" y="379730"/>
                </a:lnTo>
                <a:lnTo>
                  <a:pt x="914781" y="379730"/>
                </a:lnTo>
                <a:lnTo>
                  <a:pt x="870915" y="363143"/>
                </a:lnTo>
                <a:lnTo>
                  <a:pt x="848156" y="330250"/>
                </a:lnTo>
                <a:lnTo>
                  <a:pt x="836460" y="283375"/>
                </a:lnTo>
                <a:lnTo>
                  <a:pt x="834605" y="256400"/>
                </a:lnTo>
                <a:lnTo>
                  <a:pt x="834605" y="242303"/>
                </a:lnTo>
                <a:lnTo>
                  <a:pt x="842911" y="198450"/>
                </a:lnTo>
                <a:lnTo>
                  <a:pt x="862025" y="157721"/>
                </a:lnTo>
                <a:lnTo>
                  <a:pt x="892098" y="128257"/>
                </a:lnTo>
                <a:lnTo>
                  <a:pt x="918514" y="119888"/>
                </a:lnTo>
                <a:lnTo>
                  <a:pt x="918933" y="119888"/>
                </a:lnTo>
                <a:lnTo>
                  <a:pt x="925842" y="119672"/>
                </a:lnTo>
                <a:lnTo>
                  <a:pt x="963917" y="126822"/>
                </a:lnTo>
                <a:lnTo>
                  <a:pt x="969619" y="128485"/>
                </a:lnTo>
                <a:lnTo>
                  <a:pt x="975258" y="129933"/>
                </a:lnTo>
                <a:lnTo>
                  <a:pt x="986447" y="132422"/>
                </a:lnTo>
                <a:lnTo>
                  <a:pt x="992098" y="133045"/>
                </a:lnTo>
                <a:lnTo>
                  <a:pt x="1002982" y="133045"/>
                </a:lnTo>
                <a:lnTo>
                  <a:pt x="1028763" y="119672"/>
                </a:lnTo>
                <a:lnTo>
                  <a:pt x="1030935" y="117144"/>
                </a:lnTo>
                <a:lnTo>
                  <a:pt x="1034288" y="110464"/>
                </a:lnTo>
                <a:lnTo>
                  <a:pt x="1036294" y="102603"/>
                </a:lnTo>
                <a:lnTo>
                  <a:pt x="1036967" y="93560"/>
                </a:lnTo>
                <a:lnTo>
                  <a:pt x="1036523" y="86664"/>
                </a:lnTo>
                <a:lnTo>
                  <a:pt x="1020800" y="49034"/>
                </a:lnTo>
                <a:lnTo>
                  <a:pt x="991539" y="22034"/>
                </a:lnTo>
                <a:lnTo>
                  <a:pt x="946937" y="3683"/>
                </a:lnTo>
                <a:lnTo>
                  <a:pt x="918527" y="0"/>
                </a:lnTo>
                <a:lnTo>
                  <a:pt x="906068" y="482"/>
                </a:lnTo>
                <a:lnTo>
                  <a:pt x="857351" y="12001"/>
                </a:lnTo>
                <a:lnTo>
                  <a:pt x="823252" y="29832"/>
                </a:lnTo>
                <a:lnTo>
                  <a:pt x="792276" y="54876"/>
                </a:lnTo>
                <a:lnTo>
                  <a:pt x="780072" y="67868"/>
                </a:lnTo>
                <a:lnTo>
                  <a:pt x="780072" y="129705"/>
                </a:lnTo>
                <a:lnTo>
                  <a:pt x="776376" y="136194"/>
                </a:lnTo>
                <a:lnTo>
                  <a:pt x="773188" y="142557"/>
                </a:lnTo>
                <a:lnTo>
                  <a:pt x="776465" y="135991"/>
                </a:lnTo>
                <a:lnTo>
                  <a:pt x="780072" y="129705"/>
                </a:lnTo>
                <a:lnTo>
                  <a:pt x="780072" y="67868"/>
                </a:lnTo>
                <a:lnTo>
                  <a:pt x="757097" y="98818"/>
                </a:lnTo>
                <a:lnTo>
                  <a:pt x="737108" y="139026"/>
                </a:lnTo>
                <a:lnTo>
                  <a:pt x="723379" y="185026"/>
                </a:lnTo>
                <a:lnTo>
                  <a:pt x="717448" y="235673"/>
                </a:lnTo>
                <a:lnTo>
                  <a:pt x="717511" y="242303"/>
                </a:lnTo>
                <a:lnTo>
                  <a:pt x="721309" y="292265"/>
                </a:lnTo>
                <a:lnTo>
                  <a:pt x="733653" y="339801"/>
                </a:lnTo>
                <a:lnTo>
                  <a:pt x="752741" y="379730"/>
                </a:lnTo>
                <a:lnTo>
                  <a:pt x="777252" y="411873"/>
                </a:lnTo>
                <a:lnTo>
                  <a:pt x="816254" y="443280"/>
                </a:lnTo>
                <a:lnTo>
                  <a:pt x="859472" y="461924"/>
                </a:lnTo>
                <a:lnTo>
                  <a:pt x="904074" y="468452"/>
                </a:lnTo>
                <a:lnTo>
                  <a:pt x="915517" y="468210"/>
                </a:lnTo>
                <a:lnTo>
                  <a:pt x="957008" y="459333"/>
                </a:lnTo>
                <a:lnTo>
                  <a:pt x="991501" y="440715"/>
                </a:lnTo>
                <a:lnTo>
                  <a:pt x="1024648" y="409778"/>
                </a:lnTo>
                <a:lnTo>
                  <a:pt x="1047724" y="376986"/>
                </a:lnTo>
                <a:lnTo>
                  <a:pt x="1061212" y="348615"/>
                </a:lnTo>
                <a:lnTo>
                  <a:pt x="1062875" y="344271"/>
                </a:lnTo>
                <a:lnTo>
                  <a:pt x="1064209" y="339801"/>
                </a:lnTo>
                <a:lnTo>
                  <a:pt x="1066038" y="331470"/>
                </a:lnTo>
                <a:lnTo>
                  <a:pt x="1066495" y="327533"/>
                </a:lnTo>
                <a:lnTo>
                  <a:pt x="1066495" y="3239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33156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9" y="269240"/>
                </a:lnTo>
                <a:lnTo>
                  <a:pt x="691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5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1" y="193040"/>
                </a:lnTo>
                <a:lnTo>
                  <a:pt x="699" y="190500"/>
                </a:lnTo>
                <a:lnTo>
                  <a:pt x="1311" y="177800"/>
                </a:lnTo>
                <a:lnTo>
                  <a:pt x="2078" y="166370"/>
                </a:lnTo>
                <a:lnTo>
                  <a:pt x="2982" y="153670"/>
                </a:lnTo>
                <a:lnTo>
                  <a:pt x="3906" y="143510"/>
                </a:lnTo>
                <a:lnTo>
                  <a:pt x="4021" y="142240"/>
                </a:lnTo>
                <a:lnTo>
                  <a:pt x="5196" y="130810"/>
                </a:lnTo>
                <a:lnTo>
                  <a:pt x="6576" y="118110"/>
                </a:lnTo>
                <a:lnTo>
                  <a:pt x="8072" y="106680"/>
                </a:lnTo>
                <a:lnTo>
                  <a:pt x="9684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1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8" y="68580"/>
                </a:lnTo>
                <a:lnTo>
                  <a:pt x="33225" y="78740"/>
                </a:lnTo>
                <a:lnTo>
                  <a:pt x="32241" y="83820"/>
                </a:lnTo>
                <a:lnTo>
                  <a:pt x="30376" y="95250"/>
                </a:lnTo>
                <a:lnTo>
                  <a:pt x="29392" y="100330"/>
                </a:lnTo>
                <a:lnTo>
                  <a:pt x="28355" y="107950"/>
                </a:lnTo>
                <a:lnTo>
                  <a:pt x="32293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1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7" y="195580"/>
                </a:lnTo>
                <a:lnTo>
                  <a:pt x="183744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2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7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9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1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8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1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3" y="107950"/>
                </a:lnTo>
                <a:lnTo>
                  <a:pt x="28355" y="107950"/>
                </a:lnTo>
                <a:lnTo>
                  <a:pt x="29392" y="100330"/>
                </a:lnTo>
                <a:lnTo>
                  <a:pt x="30376" y="95250"/>
                </a:lnTo>
                <a:lnTo>
                  <a:pt x="32241" y="83820"/>
                </a:lnTo>
                <a:lnTo>
                  <a:pt x="33225" y="78740"/>
                </a:lnTo>
                <a:lnTo>
                  <a:pt x="35298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0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0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2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1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8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7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6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2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7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5" y="64770"/>
                </a:lnTo>
                <a:lnTo>
                  <a:pt x="347758" y="67310"/>
                </a:lnTo>
                <a:lnTo>
                  <a:pt x="346826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4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7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1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2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6" y="278090"/>
                </a:lnTo>
                <a:lnTo>
                  <a:pt x="106172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30470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412" y="142240"/>
                </a:lnTo>
                <a:lnTo>
                  <a:pt x="3503" y="140970"/>
                </a:lnTo>
                <a:lnTo>
                  <a:pt x="4418" y="130810"/>
                </a:lnTo>
                <a:lnTo>
                  <a:pt x="5679" y="118110"/>
                </a:lnTo>
                <a:lnTo>
                  <a:pt x="6942" y="10668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837" y="262890"/>
                </a:lnTo>
                <a:lnTo>
                  <a:pt x="236731" y="260350"/>
                </a:lnTo>
                <a:lnTo>
                  <a:pt x="236391" y="247650"/>
                </a:lnTo>
                <a:lnTo>
                  <a:pt x="236289" y="24130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7112" y="176530"/>
                </a:lnTo>
                <a:lnTo>
                  <a:pt x="237207" y="173990"/>
                </a:lnTo>
                <a:lnTo>
                  <a:pt x="237810" y="16256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3784" y="93980"/>
                </a:lnTo>
                <a:lnTo>
                  <a:pt x="250001" y="5461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6" y="181610"/>
                </a:lnTo>
                <a:lnTo>
                  <a:pt x="337147" y="196850"/>
                </a:lnTo>
                <a:lnTo>
                  <a:pt x="335768" y="210820"/>
                </a:lnTo>
                <a:lnTo>
                  <a:pt x="334486" y="225387"/>
                </a:lnTo>
                <a:lnTo>
                  <a:pt x="332810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1" y="7620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0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4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70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6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39016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3360" y="234073"/>
                </a:lnTo>
                <a:lnTo>
                  <a:pt x="113238" y="235481"/>
                </a:lnTo>
                <a:lnTo>
                  <a:pt x="112997" y="244205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4544" y="285150"/>
                </a:lnTo>
                <a:lnTo>
                  <a:pt x="354684" y="324745"/>
                </a:lnTo>
                <a:lnTo>
                  <a:pt x="339812" y="361504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67205" y="519075"/>
            <a:ext cx="299085" cy="479425"/>
          </a:xfrm>
          <a:custGeom>
            <a:avLst/>
            <a:gdLst/>
            <a:ahLst/>
            <a:cxnLst/>
            <a:rect l="l" t="t" r="r" b="b"/>
            <a:pathLst>
              <a:path w="299084" h="479425">
                <a:moveTo>
                  <a:pt x="88363" y="479389"/>
                </a:moveTo>
                <a:lnTo>
                  <a:pt x="76136" y="479389"/>
                </a:lnTo>
                <a:lnTo>
                  <a:pt x="68313" y="478145"/>
                </a:lnTo>
                <a:lnTo>
                  <a:pt x="34825" y="456337"/>
                </a:lnTo>
                <a:lnTo>
                  <a:pt x="15649" y="415275"/>
                </a:lnTo>
                <a:lnTo>
                  <a:pt x="7450" y="377273"/>
                </a:lnTo>
                <a:lnTo>
                  <a:pt x="2205" y="332976"/>
                </a:lnTo>
                <a:lnTo>
                  <a:pt x="70" y="288252"/>
                </a:lnTo>
                <a:lnTo>
                  <a:pt x="0" y="255098"/>
                </a:lnTo>
                <a:lnTo>
                  <a:pt x="378" y="239681"/>
                </a:lnTo>
                <a:lnTo>
                  <a:pt x="2991" y="193451"/>
                </a:lnTo>
                <a:lnTo>
                  <a:pt x="7334" y="148951"/>
                </a:lnTo>
                <a:lnTo>
                  <a:pt x="13308" y="107102"/>
                </a:lnTo>
                <a:lnTo>
                  <a:pt x="20506" y="69216"/>
                </a:lnTo>
                <a:lnTo>
                  <a:pt x="31528" y="32225"/>
                </a:lnTo>
                <a:lnTo>
                  <a:pt x="66344" y="3574"/>
                </a:lnTo>
                <a:lnTo>
                  <a:pt x="74012" y="1916"/>
                </a:lnTo>
                <a:lnTo>
                  <a:pt x="81680" y="155"/>
                </a:lnTo>
                <a:lnTo>
                  <a:pt x="123894" y="12670"/>
                </a:lnTo>
                <a:lnTo>
                  <a:pt x="142519" y="39219"/>
                </a:lnTo>
                <a:lnTo>
                  <a:pt x="142599" y="39530"/>
                </a:lnTo>
                <a:lnTo>
                  <a:pt x="58625" y="39530"/>
                </a:lnTo>
                <a:lnTo>
                  <a:pt x="57080" y="45757"/>
                </a:lnTo>
                <a:lnTo>
                  <a:pt x="55710" y="52003"/>
                </a:lnTo>
                <a:lnTo>
                  <a:pt x="54621" y="57715"/>
                </a:lnTo>
                <a:lnTo>
                  <a:pt x="54516" y="58269"/>
                </a:lnTo>
                <a:lnTo>
                  <a:pt x="53496" y="64554"/>
                </a:lnTo>
                <a:lnTo>
                  <a:pt x="52252" y="72843"/>
                </a:lnTo>
                <a:lnTo>
                  <a:pt x="50957" y="81029"/>
                </a:lnTo>
                <a:lnTo>
                  <a:pt x="48263" y="97090"/>
                </a:lnTo>
                <a:lnTo>
                  <a:pt x="46657" y="104965"/>
                </a:lnTo>
                <a:lnTo>
                  <a:pt x="44792" y="112736"/>
                </a:lnTo>
                <a:lnTo>
                  <a:pt x="43030" y="120507"/>
                </a:lnTo>
                <a:lnTo>
                  <a:pt x="40854" y="127864"/>
                </a:lnTo>
                <a:lnTo>
                  <a:pt x="38336" y="134612"/>
                </a:lnTo>
                <a:lnTo>
                  <a:pt x="38263" y="134807"/>
                </a:lnTo>
                <a:lnTo>
                  <a:pt x="41579" y="136257"/>
                </a:lnTo>
                <a:lnTo>
                  <a:pt x="43341" y="137138"/>
                </a:lnTo>
                <a:lnTo>
                  <a:pt x="43548" y="137449"/>
                </a:lnTo>
                <a:lnTo>
                  <a:pt x="43859" y="137656"/>
                </a:lnTo>
                <a:lnTo>
                  <a:pt x="45983" y="138071"/>
                </a:lnTo>
                <a:lnTo>
                  <a:pt x="49921" y="138692"/>
                </a:lnTo>
                <a:lnTo>
                  <a:pt x="130738" y="138692"/>
                </a:lnTo>
                <a:lnTo>
                  <a:pt x="128421" y="151981"/>
                </a:lnTo>
                <a:lnTo>
                  <a:pt x="121961" y="191538"/>
                </a:lnTo>
                <a:lnTo>
                  <a:pt x="115948" y="232949"/>
                </a:lnTo>
                <a:lnTo>
                  <a:pt x="110848" y="274536"/>
                </a:lnTo>
                <a:lnTo>
                  <a:pt x="106885" y="315452"/>
                </a:lnTo>
                <a:lnTo>
                  <a:pt x="104476" y="354969"/>
                </a:lnTo>
                <a:lnTo>
                  <a:pt x="104063" y="374020"/>
                </a:lnTo>
                <a:lnTo>
                  <a:pt x="102164" y="375049"/>
                </a:lnTo>
                <a:lnTo>
                  <a:pt x="96238" y="379605"/>
                </a:lnTo>
                <a:lnTo>
                  <a:pt x="296150" y="379605"/>
                </a:lnTo>
                <a:lnTo>
                  <a:pt x="297413" y="381573"/>
                </a:lnTo>
                <a:lnTo>
                  <a:pt x="298760" y="387687"/>
                </a:lnTo>
                <a:lnTo>
                  <a:pt x="299070" y="394632"/>
                </a:lnTo>
                <a:lnTo>
                  <a:pt x="297516" y="401325"/>
                </a:lnTo>
                <a:lnTo>
                  <a:pt x="262467" y="430594"/>
                </a:lnTo>
                <a:lnTo>
                  <a:pt x="219492" y="446594"/>
                </a:lnTo>
                <a:lnTo>
                  <a:pt x="181412" y="458406"/>
                </a:lnTo>
                <a:lnTo>
                  <a:pt x="140224" y="469441"/>
                </a:lnTo>
                <a:lnTo>
                  <a:pt x="100745" y="477990"/>
                </a:lnTo>
                <a:lnTo>
                  <a:pt x="93440" y="478923"/>
                </a:lnTo>
                <a:lnTo>
                  <a:pt x="90850" y="479233"/>
                </a:lnTo>
                <a:lnTo>
                  <a:pt x="88363" y="479389"/>
                </a:lnTo>
                <a:close/>
              </a:path>
              <a:path w="299084" h="479425">
                <a:moveTo>
                  <a:pt x="49921" y="138692"/>
                </a:moveTo>
                <a:lnTo>
                  <a:pt x="45983" y="138071"/>
                </a:lnTo>
                <a:lnTo>
                  <a:pt x="43859" y="137656"/>
                </a:lnTo>
                <a:lnTo>
                  <a:pt x="43548" y="137449"/>
                </a:lnTo>
                <a:lnTo>
                  <a:pt x="43341" y="137138"/>
                </a:lnTo>
                <a:lnTo>
                  <a:pt x="41579" y="136257"/>
                </a:lnTo>
                <a:lnTo>
                  <a:pt x="38263" y="134807"/>
                </a:lnTo>
                <a:lnTo>
                  <a:pt x="40854" y="127864"/>
                </a:lnTo>
                <a:lnTo>
                  <a:pt x="42984" y="120663"/>
                </a:lnTo>
                <a:lnTo>
                  <a:pt x="44792" y="112736"/>
                </a:lnTo>
                <a:lnTo>
                  <a:pt x="46532" y="105483"/>
                </a:lnTo>
                <a:lnTo>
                  <a:pt x="46657" y="104965"/>
                </a:lnTo>
                <a:lnTo>
                  <a:pt x="48231" y="97245"/>
                </a:lnTo>
                <a:lnTo>
                  <a:pt x="50931" y="81184"/>
                </a:lnTo>
                <a:lnTo>
                  <a:pt x="52187" y="73258"/>
                </a:lnTo>
                <a:lnTo>
                  <a:pt x="53496" y="64554"/>
                </a:lnTo>
                <a:lnTo>
                  <a:pt x="54516" y="58269"/>
                </a:lnTo>
                <a:lnTo>
                  <a:pt x="55710" y="52003"/>
                </a:lnTo>
                <a:lnTo>
                  <a:pt x="57080" y="45757"/>
                </a:lnTo>
                <a:lnTo>
                  <a:pt x="58625" y="39530"/>
                </a:lnTo>
                <a:lnTo>
                  <a:pt x="62355" y="40462"/>
                </a:lnTo>
                <a:lnTo>
                  <a:pt x="64323" y="40980"/>
                </a:lnTo>
                <a:lnTo>
                  <a:pt x="69971" y="43882"/>
                </a:lnTo>
                <a:lnTo>
                  <a:pt x="67070" y="50513"/>
                </a:lnTo>
                <a:lnTo>
                  <a:pt x="64634" y="57715"/>
                </a:lnTo>
                <a:lnTo>
                  <a:pt x="60802" y="72843"/>
                </a:lnTo>
                <a:lnTo>
                  <a:pt x="60697" y="73258"/>
                </a:lnTo>
                <a:lnTo>
                  <a:pt x="59072" y="81029"/>
                </a:lnTo>
                <a:lnTo>
                  <a:pt x="56371" y="97090"/>
                </a:lnTo>
                <a:lnTo>
                  <a:pt x="55180" y="104965"/>
                </a:lnTo>
                <a:lnTo>
                  <a:pt x="52822" y="122373"/>
                </a:lnTo>
                <a:lnTo>
                  <a:pt x="51475" y="130610"/>
                </a:lnTo>
                <a:lnTo>
                  <a:pt x="50219" y="137138"/>
                </a:lnTo>
                <a:lnTo>
                  <a:pt x="50120" y="137656"/>
                </a:lnTo>
                <a:lnTo>
                  <a:pt x="50040" y="138071"/>
                </a:lnTo>
                <a:lnTo>
                  <a:pt x="49921" y="138692"/>
                </a:lnTo>
                <a:close/>
              </a:path>
              <a:path w="299084" h="479425">
                <a:moveTo>
                  <a:pt x="130738" y="138692"/>
                </a:moveTo>
                <a:lnTo>
                  <a:pt x="49921" y="138692"/>
                </a:lnTo>
                <a:lnTo>
                  <a:pt x="51475" y="130610"/>
                </a:lnTo>
                <a:lnTo>
                  <a:pt x="52822" y="122373"/>
                </a:lnTo>
                <a:lnTo>
                  <a:pt x="59039" y="81184"/>
                </a:lnTo>
                <a:lnTo>
                  <a:pt x="69971" y="43882"/>
                </a:lnTo>
                <a:lnTo>
                  <a:pt x="64323" y="40980"/>
                </a:lnTo>
                <a:lnTo>
                  <a:pt x="62355" y="40462"/>
                </a:lnTo>
                <a:lnTo>
                  <a:pt x="58625" y="39530"/>
                </a:lnTo>
                <a:lnTo>
                  <a:pt x="142599" y="39530"/>
                </a:lnTo>
                <a:lnTo>
                  <a:pt x="143876" y="44465"/>
                </a:lnTo>
                <a:lnTo>
                  <a:pt x="144731" y="55694"/>
                </a:lnTo>
                <a:lnTo>
                  <a:pt x="144628" y="60616"/>
                </a:lnTo>
                <a:lnTo>
                  <a:pt x="144319" y="64554"/>
                </a:lnTo>
                <a:lnTo>
                  <a:pt x="144213" y="65901"/>
                </a:lnTo>
                <a:lnTo>
                  <a:pt x="143850" y="68491"/>
                </a:lnTo>
                <a:lnTo>
                  <a:pt x="143001" y="72843"/>
                </a:lnTo>
                <a:lnTo>
                  <a:pt x="132851" y="126958"/>
                </a:lnTo>
                <a:lnTo>
                  <a:pt x="131018" y="137138"/>
                </a:lnTo>
                <a:lnTo>
                  <a:pt x="130925" y="137656"/>
                </a:lnTo>
                <a:lnTo>
                  <a:pt x="130850" y="138071"/>
                </a:lnTo>
                <a:lnTo>
                  <a:pt x="130738" y="138692"/>
                </a:lnTo>
                <a:close/>
              </a:path>
              <a:path w="299084" h="479425">
                <a:moveTo>
                  <a:pt x="296150" y="379605"/>
                </a:moveTo>
                <a:lnTo>
                  <a:pt x="104009" y="379605"/>
                </a:lnTo>
                <a:lnTo>
                  <a:pt x="104063" y="374020"/>
                </a:lnTo>
                <a:lnTo>
                  <a:pt x="157010" y="363285"/>
                </a:lnTo>
                <a:lnTo>
                  <a:pt x="189773" y="360746"/>
                </a:lnTo>
                <a:lnTo>
                  <a:pt x="187919" y="360746"/>
                </a:lnTo>
                <a:lnTo>
                  <a:pt x="206322" y="360124"/>
                </a:lnTo>
                <a:lnTo>
                  <a:pt x="226641" y="360124"/>
                </a:lnTo>
                <a:lnTo>
                  <a:pt x="238765" y="360746"/>
                </a:lnTo>
                <a:lnTo>
                  <a:pt x="244915" y="361245"/>
                </a:lnTo>
                <a:lnTo>
                  <a:pt x="245356" y="361245"/>
                </a:lnTo>
                <a:lnTo>
                  <a:pt x="253686" y="362197"/>
                </a:lnTo>
                <a:lnTo>
                  <a:pt x="259903" y="362818"/>
                </a:lnTo>
                <a:lnTo>
                  <a:pt x="260367" y="362818"/>
                </a:lnTo>
                <a:lnTo>
                  <a:pt x="267519" y="364114"/>
                </a:lnTo>
                <a:lnTo>
                  <a:pt x="279059" y="367326"/>
                </a:lnTo>
                <a:lnTo>
                  <a:pt x="279215" y="367326"/>
                </a:lnTo>
                <a:lnTo>
                  <a:pt x="284823" y="369968"/>
                </a:lnTo>
                <a:lnTo>
                  <a:pt x="294356" y="376807"/>
                </a:lnTo>
                <a:lnTo>
                  <a:pt x="296150" y="379605"/>
                </a:lnTo>
                <a:close/>
              </a:path>
              <a:path w="299084" h="479425">
                <a:moveTo>
                  <a:pt x="104009" y="379605"/>
                </a:moveTo>
                <a:lnTo>
                  <a:pt x="96238" y="379605"/>
                </a:lnTo>
                <a:lnTo>
                  <a:pt x="102164" y="375049"/>
                </a:lnTo>
                <a:lnTo>
                  <a:pt x="104063" y="374020"/>
                </a:lnTo>
                <a:lnTo>
                  <a:pt x="104009" y="37960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013861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90" y="33766"/>
                </a:lnTo>
                <a:lnTo>
                  <a:pt x="303097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7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2410" y="172019"/>
                </a:lnTo>
                <a:lnTo>
                  <a:pt x="362500" y="172407"/>
                </a:lnTo>
                <a:lnTo>
                  <a:pt x="368477" y="213129"/>
                </a:lnTo>
                <a:lnTo>
                  <a:pt x="368924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5" y="234073"/>
                </a:lnTo>
                <a:lnTo>
                  <a:pt x="369100" y="244205"/>
                </a:lnTo>
                <a:lnTo>
                  <a:pt x="364544" y="285150"/>
                </a:lnTo>
                <a:lnTo>
                  <a:pt x="354684" y="324745"/>
                </a:lnTo>
                <a:lnTo>
                  <a:pt x="339812" y="361504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443529" y="522496"/>
            <a:ext cx="869950" cy="473709"/>
          </a:xfrm>
          <a:custGeom>
            <a:avLst/>
            <a:gdLst/>
            <a:ahLst/>
            <a:cxnLst/>
            <a:rect l="l" t="t" r="r" b="b"/>
            <a:pathLst>
              <a:path w="869950" h="473709">
                <a:moveTo>
                  <a:pt x="339394" y="263855"/>
                </a:moveTo>
                <a:lnTo>
                  <a:pt x="329260" y="225755"/>
                </a:lnTo>
                <a:lnTo>
                  <a:pt x="314210" y="207975"/>
                </a:lnTo>
                <a:lnTo>
                  <a:pt x="307848" y="201625"/>
                </a:lnTo>
                <a:lnTo>
                  <a:pt x="300888" y="197815"/>
                </a:lnTo>
                <a:lnTo>
                  <a:pt x="293319" y="192735"/>
                </a:lnTo>
                <a:lnTo>
                  <a:pt x="285153" y="190195"/>
                </a:lnTo>
                <a:lnTo>
                  <a:pt x="276491" y="186385"/>
                </a:lnTo>
                <a:lnTo>
                  <a:pt x="267322" y="185115"/>
                </a:lnTo>
                <a:lnTo>
                  <a:pt x="247383" y="182575"/>
                </a:lnTo>
                <a:lnTo>
                  <a:pt x="240093" y="183845"/>
                </a:lnTo>
                <a:lnTo>
                  <a:pt x="232968" y="183845"/>
                </a:lnTo>
                <a:lnTo>
                  <a:pt x="212737" y="187655"/>
                </a:lnTo>
                <a:lnTo>
                  <a:pt x="206578" y="190195"/>
                </a:lnTo>
                <a:lnTo>
                  <a:pt x="200774" y="192735"/>
                </a:lnTo>
                <a:lnTo>
                  <a:pt x="195313" y="196545"/>
                </a:lnTo>
                <a:lnTo>
                  <a:pt x="188264" y="200355"/>
                </a:lnTo>
                <a:lnTo>
                  <a:pt x="182575" y="205435"/>
                </a:lnTo>
                <a:lnTo>
                  <a:pt x="178219" y="213055"/>
                </a:lnTo>
                <a:lnTo>
                  <a:pt x="173964" y="219405"/>
                </a:lnTo>
                <a:lnTo>
                  <a:pt x="171843" y="227025"/>
                </a:lnTo>
                <a:lnTo>
                  <a:pt x="171843" y="244805"/>
                </a:lnTo>
                <a:lnTo>
                  <a:pt x="196189" y="276555"/>
                </a:lnTo>
                <a:lnTo>
                  <a:pt x="219722" y="282905"/>
                </a:lnTo>
                <a:lnTo>
                  <a:pt x="225310" y="284175"/>
                </a:lnTo>
                <a:lnTo>
                  <a:pt x="229450" y="284175"/>
                </a:lnTo>
                <a:lnTo>
                  <a:pt x="233337" y="285445"/>
                </a:lnTo>
                <a:lnTo>
                  <a:pt x="240601" y="286715"/>
                </a:lnTo>
                <a:lnTo>
                  <a:pt x="243497" y="287985"/>
                </a:lnTo>
                <a:lnTo>
                  <a:pt x="245668" y="289255"/>
                </a:lnTo>
                <a:lnTo>
                  <a:pt x="247954" y="290525"/>
                </a:lnTo>
                <a:lnTo>
                  <a:pt x="249504" y="291795"/>
                </a:lnTo>
                <a:lnTo>
                  <a:pt x="251167" y="294335"/>
                </a:lnTo>
                <a:lnTo>
                  <a:pt x="251523" y="296875"/>
                </a:lnTo>
                <a:lnTo>
                  <a:pt x="251421" y="299415"/>
                </a:lnTo>
                <a:lnTo>
                  <a:pt x="239903" y="341325"/>
                </a:lnTo>
                <a:lnTo>
                  <a:pt x="211874" y="373075"/>
                </a:lnTo>
                <a:lnTo>
                  <a:pt x="199351" y="379425"/>
                </a:lnTo>
                <a:lnTo>
                  <a:pt x="192824" y="381965"/>
                </a:lnTo>
                <a:lnTo>
                  <a:pt x="186918" y="381965"/>
                </a:lnTo>
                <a:lnTo>
                  <a:pt x="176644" y="380695"/>
                </a:lnTo>
                <a:lnTo>
                  <a:pt x="140220" y="360375"/>
                </a:lnTo>
                <a:lnTo>
                  <a:pt x="121881" y="315925"/>
                </a:lnTo>
                <a:lnTo>
                  <a:pt x="118706" y="291795"/>
                </a:lnTo>
                <a:lnTo>
                  <a:pt x="118618" y="290525"/>
                </a:lnTo>
                <a:lnTo>
                  <a:pt x="118516" y="289255"/>
                </a:lnTo>
                <a:lnTo>
                  <a:pt x="118427" y="287985"/>
                </a:lnTo>
                <a:lnTo>
                  <a:pt x="118338" y="286715"/>
                </a:lnTo>
                <a:lnTo>
                  <a:pt x="118237" y="285445"/>
                </a:lnTo>
                <a:lnTo>
                  <a:pt x="118148" y="284175"/>
                </a:lnTo>
                <a:lnTo>
                  <a:pt x="118059" y="282905"/>
                </a:lnTo>
                <a:lnTo>
                  <a:pt x="117970" y="281635"/>
                </a:lnTo>
                <a:lnTo>
                  <a:pt x="117868" y="280365"/>
                </a:lnTo>
                <a:lnTo>
                  <a:pt x="117817" y="279095"/>
                </a:lnTo>
                <a:lnTo>
                  <a:pt x="117132" y="237185"/>
                </a:lnTo>
                <a:lnTo>
                  <a:pt x="117970" y="229565"/>
                </a:lnTo>
                <a:lnTo>
                  <a:pt x="119621" y="220675"/>
                </a:lnTo>
                <a:lnTo>
                  <a:pt x="121031" y="214325"/>
                </a:lnTo>
                <a:lnTo>
                  <a:pt x="122770" y="206705"/>
                </a:lnTo>
                <a:lnTo>
                  <a:pt x="124841" y="200355"/>
                </a:lnTo>
                <a:lnTo>
                  <a:pt x="127241" y="192735"/>
                </a:lnTo>
                <a:lnTo>
                  <a:pt x="130022" y="186385"/>
                </a:lnTo>
                <a:lnTo>
                  <a:pt x="133070" y="178765"/>
                </a:lnTo>
                <a:lnTo>
                  <a:pt x="136385" y="172415"/>
                </a:lnTo>
                <a:lnTo>
                  <a:pt x="162737" y="138125"/>
                </a:lnTo>
                <a:lnTo>
                  <a:pt x="200304" y="121615"/>
                </a:lnTo>
                <a:lnTo>
                  <a:pt x="214071" y="121615"/>
                </a:lnTo>
                <a:lnTo>
                  <a:pt x="245516" y="127965"/>
                </a:lnTo>
                <a:lnTo>
                  <a:pt x="251218" y="130505"/>
                </a:lnTo>
                <a:lnTo>
                  <a:pt x="268414" y="134315"/>
                </a:lnTo>
                <a:lnTo>
                  <a:pt x="289814" y="134315"/>
                </a:lnTo>
                <a:lnTo>
                  <a:pt x="294474" y="131775"/>
                </a:lnTo>
                <a:lnTo>
                  <a:pt x="299135" y="130505"/>
                </a:lnTo>
                <a:lnTo>
                  <a:pt x="303695" y="127965"/>
                </a:lnTo>
                <a:lnTo>
                  <a:pt x="308152" y="124155"/>
                </a:lnTo>
                <a:lnTo>
                  <a:pt x="310502" y="121615"/>
                </a:lnTo>
                <a:lnTo>
                  <a:pt x="311670" y="120345"/>
                </a:lnTo>
                <a:lnTo>
                  <a:pt x="312851" y="119075"/>
                </a:lnTo>
                <a:lnTo>
                  <a:pt x="316204" y="111455"/>
                </a:lnTo>
                <a:lnTo>
                  <a:pt x="318211" y="103835"/>
                </a:lnTo>
                <a:lnTo>
                  <a:pt x="318884" y="94945"/>
                </a:lnTo>
                <a:lnTo>
                  <a:pt x="318795" y="93675"/>
                </a:lnTo>
                <a:lnTo>
                  <a:pt x="318452" y="88595"/>
                </a:lnTo>
                <a:lnTo>
                  <a:pt x="303339" y="50495"/>
                </a:lnTo>
                <a:lnTo>
                  <a:pt x="296468" y="41605"/>
                </a:lnTo>
                <a:lnTo>
                  <a:pt x="290906" y="35255"/>
                </a:lnTo>
                <a:lnTo>
                  <a:pt x="254215" y="12395"/>
                </a:lnTo>
                <a:lnTo>
                  <a:pt x="215900" y="2235"/>
                </a:lnTo>
                <a:lnTo>
                  <a:pt x="188379" y="2235"/>
                </a:lnTo>
                <a:lnTo>
                  <a:pt x="175958" y="3505"/>
                </a:lnTo>
                <a:lnTo>
                  <a:pt x="151485" y="8585"/>
                </a:lnTo>
                <a:lnTo>
                  <a:pt x="141020" y="13068"/>
                </a:lnTo>
                <a:lnTo>
                  <a:pt x="141020" y="47955"/>
                </a:lnTo>
                <a:lnTo>
                  <a:pt x="140970" y="51765"/>
                </a:lnTo>
                <a:lnTo>
                  <a:pt x="140817" y="50495"/>
                </a:lnTo>
                <a:lnTo>
                  <a:pt x="140919" y="49225"/>
                </a:lnTo>
                <a:lnTo>
                  <a:pt x="141020" y="47955"/>
                </a:lnTo>
                <a:lnTo>
                  <a:pt x="141020" y="13068"/>
                </a:lnTo>
                <a:lnTo>
                  <a:pt x="127749" y="18745"/>
                </a:lnTo>
                <a:lnTo>
                  <a:pt x="116255" y="23825"/>
                </a:lnTo>
                <a:lnTo>
                  <a:pt x="105016" y="30175"/>
                </a:lnTo>
                <a:lnTo>
                  <a:pt x="99733" y="33870"/>
                </a:lnTo>
                <a:lnTo>
                  <a:pt x="99733" y="79616"/>
                </a:lnTo>
                <a:lnTo>
                  <a:pt x="94691" y="84061"/>
                </a:lnTo>
                <a:lnTo>
                  <a:pt x="99733" y="79616"/>
                </a:lnTo>
                <a:lnTo>
                  <a:pt x="99733" y="33870"/>
                </a:lnTo>
                <a:lnTo>
                  <a:pt x="63817" y="65735"/>
                </a:lnTo>
                <a:lnTo>
                  <a:pt x="38176" y="98755"/>
                </a:lnTo>
                <a:lnTo>
                  <a:pt x="18440" y="139395"/>
                </a:lnTo>
                <a:lnTo>
                  <a:pt x="5156" y="186385"/>
                </a:lnTo>
                <a:lnTo>
                  <a:pt x="0" y="237185"/>
                </a:lnTo>
                <a:lnTo>
                  <a:pt x="88" y="253695"/>
                </a:lnTo>
                <a:lnTo>
                  <a:pt x="165" y="256235"/>
                </a:lnTo>
                <a:lnTo>
                  <a:pt x="749" y="276555"/>
                </a:lnTo>
                <a:lnTo>
                  <a:pt x="7200" y="326085"/>
                </a:lnTo>
                <a:lnTo>
                  <a:pt x="19888" y="367995"/>
                </a:lnTo>
                <a:lnTo>
                  <a:pt x="37528" y="402285"/>
                </a:lnTo>
                <a:lnTo>
                  <a:pt x="72491" y="440385"/>
                </a:lnTo>
                <a:lnTo>
                  <a:pt x="115595" y="461975"/>
                </a:lnTo>
                <a:lnTo>
                  <a:pt x="146837" y="469595"/>
                </a:lnTo>
                <a:lnTo>
                  <a:pt x="175069" y="469595"/>
                </a:lnTo>
                <a:lnTo>
                  <a:pt x="221081" y="456895"/>
                </a:lnTo>
                <a:lnTo>
                  <a:pt x="261823" y="431495"/>
                </a:lnTo>
                <a:lnTo>
                  <a:pt x="287794" y="403555"/>
                </a:lnTo>
                <a:lnTo>
                  <a:pt x="315302" y="361645"/>
                </a:lnTo>
                <a:lnTo>
                  <a:pt x="329590" y="326085"/>
                </a:lnTo>
                <a:lnTo>
                  <a:pt x="337921" y="287985"/>
                </a:lnTo>
                <a:lnTo>
                  <a:pt x="338035" y="286715"/>
                </a:lnTo>
                <a:lnTo>
                  <a:pt x="338162" y="285445"/>
                </a:lnTo>
                <a:lnTo>
                  <a:pt x="338277" y="284175"/>
                </a:lnTo>
                <a:lnTo>
                  <a:pt x="338404" y="282905"/>
                </a:lnTo>
                <a:lnTo>
                  <a:pt x="338518" y="281635"/>
                </a:lnTo>
                <a:lnTo>
                  <a:pt x="338645" y="280365"/>
                </a:lnTo>
                <a:lnTo>
                  <a:pt x="338759" y="279095"/>
                </a:lnTo>
                <a:lnTo>
                  <a:pt x="339001" y="276555"/>
                </a:lnTo>
                <a:lnTo>
                  <a:pt x="339394" y="263855"/>
                </a:lnTo>
                <a:close/>
              </a:path>
              <a:path w="869950" h="473709">
                <a:moveTo>
                  <a:pt x="513715" y="54470"/>
                </a:moveTo>
                <a:lnTo>
                  <a:pt x="512140" y="42062"/>
                </a:lnTo>
                <a:lnTo>
                  <a:pt x="511060" y="38595"/>
                </a:lnTo>
                <a:lnTo>
                  <a:pt x="508825" y="31381"/>
                </a:lnTo>
                <a:lnTo>
                  <a:pt x="479679" y="4572"/>
                </a:lnTo>
                <a:lnTo>
                  <a:pt x="461035" y="0"/>
                </a:lnTo>
                <a:lnTo>
                  <a:pt x="453974" y="0"/>
                </a:lnTo>
                <a:lnTo>
                  <a:pt x="446278" y="1765"/>
                </a:lnTo>
                <a:lnTo>
                  <a:pt x="439127" y="3314"/>
                </a:lnTo>
                <a:lnTo>
                  <a:pt x="432549" y="6172"/>
                </a:lnTo>
                <a:lnTo>
                  <a:pt x="424154" y="11938"/>
                </a:lnTo>
                <a:lnTo>
                  <a:pt x="424154" y="103835"/>
                </a:lnTo>
                <a:lnTo>
                  <a:pt x="424053" y="105283"/>
                </a:lnTo>
                <a:lnTo>
                  <a:pt x="423430" y="113703"/>
                </a:lnTo>
                <a:lnTo>
                  <a:pt x="424154" y="103835"/>
                </a:lnTo>
                <a:lnTo>
                  <a:pt x="424154" y="11938"/>
                </a:lnTo>
                <a:lnTo>
                  <a:pt x="420624" y="14351"/>
                </a:lnTo>
                <a:lnTo>
                  <a:pt x="415493" y="19481"/>
                </a:lnTo>
                <a:lnTo>
                  <a:pt x="411149" y="25704"/>
                </a:lnTo>
                <a:lnTo>
                  <a:pt x="406793" y="31813"/>
                </a:lnTo>
                <a:lnTo>
                  <a:pt x="393471" y="85775"/>
                </a:lnTo>
                <a:lnTo>
                  <a:pt x="387210" y="130454"/>
                </a:lnTo>
                <a:lnTo>
                  <a:pt x="383374" y="178523"/>
                </a:lnTo>
                <a:lnTo>
                  <a:pt x="382181" y="220865"/>
                </a:lnTo>
                <a:lnTo>
                  <a:pt x="382257" y="246849"/>
                </a:lnTo>
                <a:lnTo>
                  <a:pt x="382358" y="250240"/>
                </a:lnTo>
                <a:lnTo>
                  <a:pt x="382778" y="265099"/>
                </a:lnTo>
                <a:lnTo>
                  <a:pt x="386499" y="319366"/>
                </a:lnTo>
                <a:lnTo>
                  <a:pt x="394042" y="371043"/>
                </a:lnTo>
                <a:lnTo>
                  <a:pt x="404622" y="415353"/>
                </a:lnTo>
                <a:lnTo>
                  <a:pt x="421246" y="454571"/>
                </a:lnTo>
                <a:lnTo>
                  <a:pt x="442391" y="473176"/>
                </a:lnTo>
                <a:lnTo>
                  <a:pt x="457314" y="473176"/>
                </a:lnTo>
                <a:lnTo>
                  <a:pt x="480314" y="434314"/>
                </a:lnTo>
                <a:lnTo>
                  <a:pt x="481545" y="424230"/>
                </a:lnTo>
                <a:lnTo>
                  <a:pt x="482282" y="409346"/>
                </a:lnTo>
                <a:lnTo>
                  <a:pt x="482384" y="405599"/>
                </a:lnTo>
                <a:lnTo>
                  <a:pt x="482485" y="401574"/>
                </a:lnTo>
                <a:lnTo>
                  <a:pt x="482587" y="383451"/>
                </a:lnTo>
                <a:lnTo>
                  <a:pt x="483184" y="371043"/>
                </a:lnTo>
                <a:lnTo>
                  <a:pt x="486219" y="325983"/>
                </a:lnTo>
                <a:lnTo>
                  <a:pt x="490296" y="280263"/>
                </a:lnTo>
                <a:lnTo>
                  <a:pt x="494957" y="235445"/>
                </a:lnTo>
                <a:lnTo>
                  <a:pt x="499808" y="192290"/>
                </a:lnTo>
                <a:lnTo>
                  <a:pt x="505663" y="143002"/>
                </a:lnTo>
                <a:lnTo>
                  <a:pt x="505701" y="142684"/>
                </a:lnTo>
                <a:lnTo>
                  <a:pt x="511098" y="94881"/>
                </a:lnTo>
                <a:lnTo>
                  <a:pt x="513588" y="66662"/>
                </a:lnTo>
                <a:lnTo>
                  <a:pt x="513715" y="54470"/>
                </a:lnTo>
                <a:close/>
              </a:path>
              <a:path w="869950" h="473709">
                <a:moveTo>
                  <a:pt x="838492" y="105410"/>
                </a:moveTo>
                <a:lnTo>
                  <a:pt x="825944" y="62230"/>
                </a:lnTo>
                <a:lnTo>
                  <a:pt x="817219" y="49530"/>
                </a:lnTo>
                <a:lnTo>
                  <a:pt x="813981" y="45720"/>
                </a:lnTo>
                <a:lnTo>
                  <a:pt x="777925" y="19050"/>
                </a:lnTo>
                <a:lnTo>
                  <a:pt x="740117" y="5080"/>
                </a:lnTo>
                <a:lnTo>
                  <a:pt x="725347" y="2540"/>
                </a:lnTo>
                <a:lnTo>
                  <a:pt x="692048" y="2540"/>
                </a:lnTo>
                <a:lnTo>
                  <a:pt x="673900" y="5080"/>
                </a:lnTo>
                <a:lnTo>
                  <a:pt x="664743" y="7620"/>
                </a:lnTo>
                <a:lnTo>
                  <a:pt x="655599" y="8890"/>
                </a:lnTo>
                <a:lnTo>
                  <a:pt x="646480" y="11430"/>
                </a:lnTo>
                <a:lnTo>
                  <a:pt x="637374" y="15240"/>
                </a:lnTo>
                <a:lnTo>
                  <a:pt x="628370" y="17780"/>
                </a:lnTo>
                <a:lnTo>
                  <a:pt x="594296" y="35560"/>
                </a:lnTo>
                <a:lnTo>
                  <a:pt x="560666" y="67310"/>
                </a:lnTo>
                <a:lnTo>
                  <a:pt x="543991" y="109220"/>
                </a:lnTo>
                <a:lnTo>
                  <a:pt x="543560" y="118110"/>
                </a:lnTo>
                <a:lnTo>
                  <a:pt x="543636" y="123190"/>
                </a:lnTo>
                <a:lnTo>
                  <a:pt x="543737" y="125730"/>
                </a:lnTo>
                <a:lnTo>
                  <a:pt x="543826" y="128270"/>
                </a:lnTo>
                <a:lnTo>
                  <a:pt x="543877" y="129540"/>
                </a:lnTo>
                <a:lnTo>
                  <a:pt x="544004" y="130810"/>
                </a:lnTo>
                <a:lnTo>
                  <a:pt x="544131" y="132080"/>
                </a:lnTo>
                <a:lnTo>
                  <a:pt x="544258" y="133350"/>
                </a:lnTo>
                <a:lnTo>
                  <a:pt x="544385" y="134620"/>
                </a:lnTo>
                <a:lnTo>
                  <a:pt x="545007" y="140970"/>
                </a:lnTo>
                <a:lnTo>
                  <a:pt x="557022" y="177800"/>
                </a:lnTo>
                <a:lnTo>
                  <a:pt x="580174" y="207010"/>
                </a:lnTo>
                <a:lnTo>
                  <a:pt x="587565" y="214630"/>
                </a:lnTo>
                <a:lnTo>
                  <a:pt x="595566" y="219710"/>
                </a:lnTo>
                <a:lnTo>
                  <a:pt x="603275" y="224790"/>
                </a:lnTo>
                <a:lnTo>
                  <a:pt x="609790" y="228600"/>
                </a:lnTo>
                <a:lnTo>
                  <a:pt x="615086" y="231140"/>
                </a:lnTo>
                <a:lnTo>
                  <a:pt x="618261" y="231140"/>
                </a:lnTo>
                <a:lnTo>
                  <a:pt x="747877" y="231140"/>
                </a:lnTo>
                <a:lnTo>
                  <a:pt x="747623" y="229870"/>
                </a:lnTo>
                <a:lnTo>
                  <a:pt x="743483" y="222250"/>
                </a:lnTo>
                <a:lnTo>
                  <a:pt x="740943" y="219710"/>
                </a:lnTo>
                <a:lnTo>
                  <a:pt x="734936" y="213360"/>
                </a:lnTo>
                <a:lnTo>
                  <a:pt x="731621" y="210820"/>
                </a:lnTo>
                <a:lnTo>
                  <a:pt x="724357" y="205740"/>
                </a:lnTo>
                <a:lnTo>
                  <a:pt x="720686" y="204470"/>
                </a:lnTo>
                <a:lnTo>
                  <a:pt x="712089" y="198120"/>
                </a:lnTo>
                <a:lnTo>
                  <a:pt x="707161" y="195580"/>
                </a:lnTo>
                <a:lnTo>
                  <a:pt x="702183" y="191770"/>
                </a:lnTo>
                <a:lnTo>
                  <a:pt x="697318" y="187960"/>
                </a:lnTo>
                <a:lnTo>
                  <a:pt x="692962" y="185420"/>
                </a:lnTo>
                <a:lnTo>
                  <a:pt x="689127" y="180340"/>
                </a:lnTo>
                <a:lnTo>
                  <a:pt x="685406" y="176530"/>
                </a:lnTo>
                <a:lnTo>
                  <a:pt x="682396" y="171450"/>
                </a:lnTo>
                <a:lnTo>
                  <a:pt x="680123" y="166370"/>
                </a:lnTo>
                <a:lnTo>
                  <a:pt x="677938" y="161290"/>
                </a:lnTo>
                <a:lnTo>
                  <a:pt x="676859" y="156210"/>
                </a:lnTo>
                <a:lnTo>
                  <a:pt x="676859" y="143510"/>
                </a:lnTo>
                <a:lnTo>
                  <a:pt x="716534" y="121920"/>
                </a:lnTo>
                <a:lnTo>
                  <a:pt x="735088" y="121920"/>
                </a:lnTo>
                <a:lnTo>
                  <a:pt x="767003" y="128270"/>
                </a:lnTo>
                <a:lnTo>
                  <a:pt x="772693" y="130810"/>
                </a:lnTo>
                <a:lnTo>
                  <a:pt x="789533" y="134620"/>
                </a:lnTo>
                <a:lnTo>
                  <a:pt x="810933" y="134620"/>
                </a:lnTo>
                <a:lnTo>
                  <a:pt x="815492" y="132080"/>
                </a:lnTo>
                <a:lnTo>
                  <a:pt x="820051" y="130810"/>
                </a:lnTo>
                <a:lnTo>
                  <a:pt x="824509" y="128270"/>
                </a:lnTo>
                <a:lnTo>
                  <a:pt x="828865" y="124460"/>
                </a:lnTo>
                <a:lnTo>
                  <a:pt x="832586" y="121920"/>
                </a:lnTo>
                <a:lnTo>
                  <a:pt x="835126" y="118110"/>
                </a:lnTo>
                <a:lnTo>
                  <a:pt x="836282" y="114300"/>
                </a:lnTo>
                <a:lnTo>
                  <a:pt x="837819" y="109220"/>
                </a:lnTo>
                <a:lnTo>
                  <a:pt x="838492" y="105410"/>
                </a:lnTo>
                <a:close/>
              </a:path>
              <a:path w="869950" h="473709">
                <a:moveTo>
                  <a:pt x="869899" y="326390"/>
                </a:moveTo>
                <a:lnTo>
                  <a:pt x="849693" y="297180"/>
                </a:lnTo>
                <a:lnTo>
                  <a:pt x="842378" y="298450"/>
                </a:lnTo>
                <a:lnTo>
                  <a:pt x="834301" y="302260"/>
                </a:lnTo>
                <a:lnTo>
                  <a:pt x="828243" y="306070"/>
                </a:lnTo>
                <a:lnTo>
                  <a:pt x="816114" y="316230"/>
                </a:lnTo>
                <a:lnTo>
                  <a:pt x="810056" y="323850"/>
                </a:lnTo>
                <a:lnTo>
                  <a:pt x="798525" y="337820"/>
                </a:lnTo>
                <a:lnTo>
                  <a:pt x="763587" y="367030"/>
                </a:lnTo>
                <a:lnTo>
                  <a:pt x="720064" y="382270"/>
                </a:lnTo>
                <a:lnTo>
                  <a:pt x="713016" y="381000"/>
                </a:lnTo>
                <a:lnTo>
                  <a:pt x="705916" y="381000"/>
                </a:lnTo>
                <a:lnTo>
                  <a:pt x="691616" y="375920"/>
                </a:lnTo>
                <a:lnTo>
                  <a:pt x="688428" y="374650"/>
                </a:lnTo>
                <a:lnTo>
                  <a:pt x="685241" y="373380"/>
                </a:lnTo>
                <a:lnTo>
                  <a:pt x="661619" y="346710"/>
                </a:lnTo>
                <a:lnTo>
                  <a:pt x="661619" y="341630"/>
                </a:lnTo>
                <a:lnTo>
                  <a:pt x="661974" y="332740"/>
                </a:lnTo>
                <a:lnTo>
                  <a:pt x="663016" y="326390"/>
                </a:lnTo>
                <a:lnTo>
                  <a:pt x="664768" y="318770"/>
                </a:lnTo>
                <a:lnTo>
                  <a:pt x="667219" y="313690"/>
                </a:lnTo>
                <a:lnTo>
                  <a:pt x="670941" y="304800"/>
                </a:lnTo>
                <a:lnTo>
                  <a:pt x="707682" y="273050"/>
                </a:lnTo>
                <a:lnTo>
                  <a:pt x="720686" y="266700"/>
                </a:lnTo>
                <a:lnTo>
                  <a:pt x="727621" y="262890"/>
                </a:lnTo>
                <a:lnTo>
                  <a:pt x="733996" y="259080"/>
                </a:lnTo>
                <a:lnTo>
                  <a:pt x="739800" y="255270"/>
                </a:lnTo>
                <a:lnTo>
                  <a:pt x="745705" y="251460"/>
                </a:lnTo>
                <a:lnTo>
                  <a:pt x="748665" y="246380"/>
                </a:lnTo>
                <a:lnTo>
                  <a:pt x="748665" y="234950"/>
                </a:lnTo>
                <a:lnTo>
                  <a:pt x="748144" y="232410"/>
                </a:lnTo>
                <a:lnTo>
                  <a:pt x="748004" y="231711"/>
                </a:lnTo>
                <a:lnTo>
                  <a:pt x="618667" y="231711"/>
                </a:lnTo>
                <a:lnTo>
                  <a:pt x="616940" y="231711"/>
                </a:lnTo>
                <a:lnTo>
                  <a:pt x="612457" y="233680"/>
                </a:lnTo>
                <a:lnTo>
                  <a:pt x="579424" y="257810"/>
                </a:lnTo>
                <a:lnTo>
                  <a:pt x="555929" y="289560"/>
                </a:lnTo>
                <a:lnTo>
                  <a:pt x="544004" y="334010"/>
                </a:lnTo>
                <a:lnTo>
                  <a:pt x="543547" y="345440"/>
                </a:lnTo>
                <a:lnTo>
                  <a:pt x="543661" y="350520"/>
                </a:lnTo>
                <a:lnTo>
                  <a:pt x="543725" y="351790"/>
                </a:lnTo>
                <a:lnTo>
                  <a:pt x="543826" y="354330"/>
                </a:lnTo>
                <a:lnTo>
                  <a:pt x="554596" y="392430"/>
                </a:lnTo>
                <a:lnTo>
                  <a:pt x="582853" y="427990"/>
                </a:lnTo>
                <a:lnTo>
                  <a:pt x="629297" y="455930"/>
                </a:lnTo>
                <a:lnTo>
                  <a:pt x="637565" y="458470"/>
                </a:lnTo>
                <a:lnTo>
                  <a:pt x="645883" y="462280"/>
                </a:lnTo>
                <a:lnTo>
                  <a:pt x="654265" y="464820"/>
                </a:lnTo>
                <a:lnTo>
                  <a:pt x="687133" y="469900"/>
                </a:lnTo>
                <a:lnTo>
                  <a:pt x="706589" y="469900"/>
                </a:lnTo>
                <a:lnTo>
                  <a:pt x="750316" y="461010"/>
                </a:lnTo>
                <a:lnTo>
                  <a:pt x="787463" y="441960"/>
                </a:lnTo>
                <a:lnTo>
                  <a:pt x="817753" y="417830"/>
                </a:lnTo>
                <a:lnTo>
                  <a:pt x="830275" y="403860"/>
                </a:lnTo>
                <a:lnTo>
                  <a:pt x="835850" y="397510"/>
                </a:lnTo>
                <a:lnTo>
                  <a:pt x="841057" y="391160"/>
                </a:lnTo>
                <a:lnTo>
                  <a:pt x="845807" y="384810"/>
                </a:lnTo>
                <a:lnTo>
                  <a:pt x="847509" y="382270"/>
                </a:lnTo>
                <a:lnTo>
                  <a:pt x="850074" y="378460"/>
                </a:lnTo>
                <a:lnTo>
                  <a:pt x="853884" y="372110"/>
                </a:lnTo>
                <a:lnTo>
                  <a:pt x="858748" y="363220"/>
                </a:lnTo>
                <a:lnTo>
                  <a:pt x="862330" y="356870"/>
                </a:lnTo>
                <a:lnTo>
                  <a:pt x="864603" y="350520"/>
                </a:lnTo>
                <a:lnTo>
                  <a:pt x="868133" y="341630"/>
                </a:lnTo>
                <a:lnTo>
                  <a:pt x="869899" y="332740"/>
                </a:lnTo>
                <a:lnTo>
                  <a:pt x="869899" y="32639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364838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3974" y="532493"/>
            <a:ext cx="333857" cy="459740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11233912" y="524731"/>
            <a:ext cx="650240" cy="468630"/>
          </a:xfrm>
          <a:custGeom>
            <a:avLst/>
            <a:gdLst/>
            <a:ahLst/>
            <a:cxnLst/>
            <a:rect l="l" t="t" r="r" b="b"/>
            <a:pathLst>
              <a:path w="650240" h="468630">
                <a:moveTo>
                  <a:pt x="287553" y="359410"/>
                </a:moveTo>
                <a:lnTo>
                  <a:pt x="278765" y="320040"/>
                </a:lnTo>
                <a:lnTo>
                  <a:pt x="256997" y="284480"/>
                </a:lnTo>
                <a:lnTo>
                  <a:pt x="229806" y="254000"/>
                </a:lnTo>
                <a:lnTo>
                  <a:pt x="222758" y="247650"/>
                </a:lnTo>
                <a:lnTo>
                  <a:pt x="216090" y="241300"/>
                </a:lnTo>
                <a:lnTo>
                  <a:pt x="209778" y="236220"/>
                </a:lnTo>
                <a:lnTo>
                  <a:pt x="203847" y="229870"/>
                </a:lnTo>
                <a:lnTo>
                  <a:pt x="200634" y="227330"/>
                </a:lnTo>
                <a:lnTo>
                  <a:pt x="194983" y="222250"/>
                </a:lnTo>
                <a:lnTo>
                  <a:pt x="192392" y="219710"/>
                </a:lnTo>
                <a:lnTo>
                  <a:pt x="190119" y="218440"/>
                </a:lnTo>
                <a:lnTo>
                  <a:pt x="188150" y="215900"/>
                </a:lnTo>
                <a:lnTo>
                  <a:pt x="175094" y="203200"/>
                </a:lnTo>
                <a:lnTo>
                  <a:pt x="169710" y="198120"/>
                </a:lnTo>
                <a:lnTo>
                  <a:pt x="164528" y="193040"/>
                </a:lnTo>
                <a:lnTo>
                  <a:pt x="154571" y="182880"/>
                </a:lnTo>
                <a:lnTo>
                  <a:pt x="150177" y="177800"/>
                </a:lnTo>
                <a:lnTo>
                  <a:pt x="142506" y="166370"/>
                </a:lnTo>
                <a:lnTo>
                  <a:pt x="141008" y="163830"/>
                </a:lnTo>
                <a:lnTo>
                  <a:pt x="139496" y="161290"/>
                </a:lnTo>
                <a:lnTo>
                  <a:pt x="135153" y="152400"/>
                </a:lnTo>
                <a:lnTo>
                  <a:pt x="134061" y="147320"/>
                </a:lnTo>
                <a:lnTo>
                  <a:pt x="134061" y="142240"/>
                </a:lnTo>
                <a:lnTo>
                  <a:pt x="161836" y="115570"/>
                </a:lnTo>
                <a:lnTo>
                  <a:pt x="175615" y="115570"/>
                </a:lnTo>
                <a:lnTo>
                  <a:pt x="180797" y="116840"/>
                </a:lnTo>
                <a:lnTo>
                  <a:pt x="185661" y="118110"/>
                </a:lnTo>
                <a:lnTo>
                  <a:pt x="190538" y="118110"/>
                </a:lnTo>
                <a:lnTo>
                  <a:pt x="195148" y="120650"/>
                </a:lnTo>
                <a:lnTo>
                  <a:pt x="199491" y="121920"/>
                </a:lnTo>
                <a:lnTo>
                  <a:pt x="203847" y="124460"/>
                </a:lnTo>
                <a:lnTo>
                  <a:pt x="208038" y="125730"/>
                </a:lnTo>
                <a:lnTo>
                  <a:pt x="216128" y="130810"/>
                </a:lnTo>
                <a:lnTo>
                  <a:pt x="219849" y="133350"/>
                </a:lnTo>
                <a:lnTo>
                  <a:pt x="223278" y="134620"/>
                </a:lnTo>
                <a:lnTo>
                  <a:pt x="228765" y="138430"/>
                </a:lnTo>
                <a:lnTo>
                  <a:pt x="239445" y="143510"/>
                </a:lnTo>
                <a:lnTo>
                  <a:pt x="244729" y="147320"/>
                </a:lnTo>
                <a:lnTo>
                  <a:pt x="250215" y="147320"/>
                </a:lnTo>
                <a:lnTo>
                  <a:pt x="255917" y="144780"/>
                </a:lnTo>
                <a:lnTo>
                  <a:pt x="262331" y="142240"/>
                </a:lnTo>
                <a:lnTo>
                  <a:pt x="281203" y="115570"/>
                </a:lnTo>
                <a:lnTo>
                  <a:pt x="281559" y="114300"/>
                </a:lnTo>
                <a:lnTo>
                  <a:pt x="282841" y="106680"/>
                </a:lnTo>
                <a:lnTo>
                  <a:pt x="282917" y="105410"/>
                </a:lnTo>
                <a:lnTo>
                  <a:pt x="283273" y="99060"/>
                </a:lnTo>
                <a:lnTo>
                  <a:pt x="283197" y="95250"/>
                </a:lnTo>
                <a:lnTo>
                  <a:pt x="272605" y="55880"/>
                </a:lnTo>
                <a:lnTo>
                  <a:pt x="242544" y="21590"/>
                </a:lnTo>
                <a:lnTo>
                  <a:pt x="198793" y="2540"/>
                </a:lnTo>
                <a:lnTo>
                  <a:pt x="178739" y="0"/>
                </a:lnTo>
                <a:lnTo>
                  <a:pt x="155651" y="0"/>
                </a:lnTo>
                <a:lnTo>
                  <a:pt x="108026" y="10160"/>
                </a:lnTo>
                <a:lnTo>
                  <a:pt x="66509" y="30480"/>
                </a:lnTo>
                <a:lnTo>
                  <a:pt x="32308" y="59690"/>
                </a:lnTo>
                <a:lnTo>
                  <a:pt x="10756" y="92710"/>
                </a:lnTo>
                <a:lnTo>
                  <a:pt x="0" y="130810"/>
                </a:lnTo>
                <a:lnTo>
                  <a:pt x="127" y="144780"/>
                </a:lnTo>
                <a:lnTo>
                  <a:pt x="10960" y="186690"/>
                </a:lnTo>
                <a:lnTo>
                  <a:pt x="30949" y="220980"/>
                </a:lnTo>
                <a:lnTo>
                  <a:pt x="56426" y="251460"/>
                </a:lnTo>
                <a:lnTo>
                  <a:pt x="85039" y="278130"/>
                </a:lnTo>
                <a:lnTo>
                  <a:pt x="94500" y="287020"/>
                </a:lnTo>
                <a:lnTo>
                  <a:pt x="103695" y="294640"/>
                </a:lnTo>
                <a:lnTo>
                  <a:pt x="112610" y="302260"/>
                </a:lnTo>
                <a:lnTo>
                  <a:pt x="141630" y="326390"/>
                </a:lnTo>
                <a:lnTo>
                  <a:pt x="147586" y="332740"/>
                </a:lnTo>
                <a:lnTo>
                  <a:pt x="152552" y="337820"/>
                </a:lnTo>
                <a:lnTo>
                  <a:pt x="157632" y="342900"/>
                </a:lnTo>
                <a:lnTo>
                  <a:pt x="161467" y="347980"/>
                </a:lnTo>
                <a:lnTo>
                  <a:pt x="166649" y="355600"/>
                </a:lnTo>
                <a:lnTo>
                  <a:pt x="167944" y="359410"/>
                </a:lnTo>
                <a:lnTo>
                  <a:pt x="167944" y="365760"/>
                </a:lnTo>
                <a:lnTo>
                  <a:pt x="166903" y="369570"/>
                </a:lnTo>
                <a:lnTo>
                  <a:pt x="162763" y="377190"/>
                </a:lnTo>
                <a:lnTo>
                  <a:pt x="159753" y="381000"/>
                </a:lnTo>
                <a:lnTo>
                  <a:pt x="155816" y="383540"/>
                </a:lnTo>
                <a:lnTo>
                  <a:pt x="151879" y="387350"/>
                </a:lnTo>
                <a:lnTo>
                  <a:pt x="147269" y="389890"/>
                </a:lnTo>
                <a:lnTo>
                  <a:pt x="136702" y="393700"/>
                </a:lnTo>
                <a:lnTo>
                  <a:pt x="131368" y="397510"/>
                </a:lnTo>
                <a:lnTo>
                  <a:pt x="126098" y="404952"/>
                </a:lnTo>
                <a:lnTo>
                  <a:pt x="123393" y="402590"/>
                </a:lnTo>
                <a:lnTo>
                  <a:pt x="120484" y="400050"/>
                </a:lnTo>
                <a:lnTo>
                  <a:pt x="119037" y="398780"/>
                </a:lnTo>
                <a:lnTo>
                  <a:pt x="111633" y="394970"/>
                </a:lnTo>
                <a:lnTo>
                  <a:pt x="96494" y="391160"/>
                </a:lnTo>
                <a:lnTo>
                  <a:pt x="89966" y="389890"/>
                </a:lnTo>
                <a:lnTo>
                  <a:pt x="84480" y="387350"/>
                </a:lnTo>
                <a:lnTo>
                  <a:pt x="78778" y="384810"/>
                </a:lnTo>
                <a:lnTo>
                  <a:pt x="61937" y="381000"/>
                </a:lnTo>
                <a:lnTo>
                  <a:pt x="56654" y="382270"/>
                </a:lnTo>
                <a:lnTo>
                  <a:pt x="51689" y="386080"/>
                </a:lnTo>
                <a:lnTo>
                  <a:pt x="46291" y="389890"/>
                </a:lnTo>
                <a:lnTo>
                  <a:pt x="43599" y="396240"/>
                </a:lnTo>
                <a:lnTo>
                  <a:pt x="43599" y="410210"/>
                </a:lnTo>
                <a:lnTo>
                  <a:pt x="46761" y="417830"/>
                </a:lnTo>
                <a:lnTo>
                  <a:pt x="53086" y="425450"/>
                </a:lnTo>
                <a:lnTo>
                  <a:pt x="58166" y="430530"/>
                </a:lnTo>
                <a:lnTo>
                  <a:pt x="63919" y="435610"/>
                </a:lnTo>
                <a:lnTo>
                  <a:pt x="70358" y="441960"/>
                </a:lnTo>
                <a:lnTo>
                  <a:pt x="77482" y="445770"/>
                </a:lnTo>
                <a:lnTo>
                  <a:pt x="85318" y="450850"/>
                </a:lnTo>
                <a:lnTo>
                  <a:pt x="93764" y="454660"/>
                </a:lnTo>
                <a:lnTo>
                  <a:pt x="102806" y="458470"/>
                </a:lnTo>
                <a:lnTo>
                  <a:pt x="112458" y="462280"/>
                </a:lnTo>
                <a:lnTo>
                  <a:pt x="122605" y="464820"/>
                </a:lnTo>
                <a:lnTo>
                  <a:pt x="155511" y="468630"/>
                </a:lnTo>
                <a:lnTo>
                  <a:pt x="180530" y="466090"/>
                </a:lnTo>
                <a:lnTo>
                  <a:pt x="192697" y="463550"/>
                </a:lnTo>
                <a:lnTo>
                  <a:pt x="204622" y="459740"/>
                </a:lnTo>
                <a:lnTo>
                  <a:pt x="216166" y="455930"/>
                </a:lnTo>
                <a:lnTo>
                  <a:pt x="226999" y="449580"/>
                </a:lnTo>
                <a:lnTo>
                  <a:pt x="237147" y="444500"/>
                </a:lnTo>
                <a:lnTo>
                  <a:pt x="268173" y="415290"/>
                </a:lnTo>
                <a:lnTo>
                  <a:pt x="275513" y="404952"/>
                </a:lnTo>
                <a:lnTo>
                  <a:pt x="276275" y="403860"/>
                </a:lnTo>
                <a:lnTo>
                  <a:pt x="281241" y="393700"/>
                </a:lnTo>
                <a:lnTo>
                  <a:pt x="284784" y="382270"/>
                </a:lnTo>
                <a:lnTo>
                  <a:pt x="286918" y="372110"/>
                </a:lnTo>
                <a:lnTo>
                  <a:pt x="287540" y="361950"/>
                </a:lnTo>
                <a:lnTo>
                  <a:pt x="287553" y="359410"/>
                </a:lnTo>
                <a:close/>
              </a:path>
              <a:path w="650240" h="468630">
                <a:moveTo>
                  <a:pt x="618744" y="103174"/>
                </a:moveTo>
                <a:lnTo>
                  <a:pt x="606196" y="59994"/>
                </a:lnTo>
                <a:lnTo>
                  <a:pt x="597471" y="47294"/>
                </a:lnTo>
                <a:lnTo>
                  <a:pt x="594233" y="43484"/>
                </a:lnTo>
                <a:lnTo>
                  <a:pt x="558165" y="16814"/>
                </a:lnTo>
                <a:lnTo>
                  <a:pt x="520357" y="2844"/>
                </a:lnTo>
                <a:lnTo>
                  <a:pt x="505599" y="304"/>
                </a:lnTo>
                <a:lnTo>
                  <a:pt x="472300" y="304"/>
                </a:lnTo>
                <a:lnTo>
                  <a:pt x="454152" y="2844"/>
                </a:lnTo>
                <a:lnTo>
                  <a:pt x="444995" y="5384"/>
                </a:lnTo>
                <a:lnTo>
                  <a:pt x="435851" y="6654"/>
                </a:lnTo>
                <a:lnTo>
                  <a:pt x="426732" y="9194"/>
                </a:lnTo>
                <a:lnTo>
                  <a:pt x="417626" y="13004"/>
                </a:lnTo>
                <a:lnTo>
                  <a:pt x="408622" y="15544"/>
                </a:lnTo>
                <a:lnTo>
                  <a:pt x="374548" y="33324"/>
                </a:lnTo>
                <a:lnTo>
                  <a:pt x="340918" y="65074"/>
                </a:lnTo>
                <a:lnTo>
                  <a:pt x="324243" y="106984"/>
                </a:lnTo>
                <a:lnTo>
                  <a:pt x="323811" y="115874"/>
                </a:lnTo>
                <a:lnTo>
                  <a:pt x="323888" y="120954"/>
                </a:lnTo>
                <a:lnTo>
                  <a:pt x="323989" y="123494"/>
                </a:lnTo>
                <a:lnTo>
                  <a:pt x="324078" y="126034"/>
                </a:lnTo>
                <a:lnTo>
                  <a:pt x="324129" y="127304"/>
                </a:lnTo>
                <a:lnTo>
                  <a:pt x="324256" y="128574"/>
                </a:lnTo>
                <a:lnTo>
                  <a:pt x="324383" y="129844"/>
                </a:lnTo>
                <a:lnTo>
                  <a:pt x="324510" y="131114"/>
                </a:lnTo>
                <a:lnTo>
                  <a:pt x="324637" y="132384"/>
                </a:lnTo>
                <a:lnTo>
                  <a:pt x="325259" y="138734"/>
                </a:lnTo>
                <a:lnTo>
                  <a:pt x="337273" y="175564"/>
                </a:lnTo>
                <a:lnTo>
                  <a:pt x="360426" y="204774"/>
                </a:lnTo>
                <a:lnTo>
                  <a:pt x="367804" y="212394"/>
                </a:lnTo>
                <a:lnTo>
                  <a:pt x="375818" y="217474"/>
                </a:lnTo>
                <a:lnTo>
                  <a:pt x="383527" y="222554"/>
                </a:lnTo>
                <a:lnTo>
                  <a:pt x="390042" y="226364"/>
                </a:lnTo>
                <a:lnTo>
                  <a:pt x="395338" y="228904"/>
                </a:lnTo>
                <a:lnTo>
                  <a:pt x="398513" y="228904"/>
                </a:lnTo>
                <a:lnTo>
                  <a:pt x="528129" y="228904"/>
                </a:lnTo>
                <a:lnTo>
                  <a:pt x="527875" y="227634"/>
                </a:lnTo>
                <a:lnTo>
                  <a:pt x="523735" y="220014"/>
                </a:lnTo>
                <a:lnTo>
                  <a:pt x="521195" y="217474"/>
                </a:lnTo>
                <a:lnTo>
                  <a:pt x="515175" y="211124"/>
                </a:lnTo>
                <a:lnTo>
                  <a:pt x="511860" y="208584"/>
                </a:lnTo>
                <a:lnTo>
                  <a:pt x="504609" y="203504"/>
                </a:lnTo>
                <a:lnTo>
                  <a:pt x="500938" y="202234"/>
                </a:lnTo>
                <a:lnTo>
                  <a:pt x="492328" y="195884"/>
                </a:lnTo>
                <a:lnTo>
                  <a:pt x="487413" y="193344"/>
                </a:lnTo>
                <a:lnTo>
                  <a:pt x="482434" y="189534"/>
                </a:lnTo>
                <a:lnTo>
                  <a:pt x="477570" y="185724"/>
                </a:lnTo>
                <a:lnTo>
                  <a:pt x="473214" y="183184"/>
                </a:lnTo>
                <a:lnTo>
                  <a:pt x="469379" y="178104"/>
                </a:lnTo>
                <a:lnTo>
                  <a:pt x="465658" y="174294"/>
                </a:lnTo>
                <a:lnTo>
                  <a:pt x="462648" y="169214"/>
                </a:lnTo>
                <a:lnTo>
                  <a:pt x="460362" y="164134"/>
                </a:lnTo>
                <a:lnTo>
                  <a:pt x="458190" y="159054"/>
                </a:lnTo>
                <a:lnTo>
                  <a:pt x="457098" y="153974"/>
                </a:lnTo>
                <a:lnTo>
                  <a:pt x="457098" y="141274"/>
                </a:lnTo>
                <a:lnTo>
                  <a:pt x="496785" y="119684"/>
                </a:lnTo>
                <a:lnTo>
                  <a:pt x="515340" y="119684"/>
                </a:lnTo>
                <a:lnTo>
                  <a:pt x="547255" y="126034"/>
                </a:lnTo>
                <a:lnTo>
                  <a:pt x="552945" y="128574"/>
                </a:lnTo>
                <a:lnTo>
                  <a:pt x="569785" y="132384"/>
                </a:lnTo>
                <a:lnTo>
                  <a:pt x="591185" y="132384"/>
                </a:lnTo>
                <a:lnTo>
                  <a:pt x="595744" y="129844"/>
                </a:lnTo>
                <a:lnTo>
                  <a:pt x="600303" y="128574"/>
                </a:lnTo>
                <a:lnTo>
                  <a:pt x="604761" y="126034"/>
                </a:lnTo>
                <a:lnTo>
                  <a:pt x="609117" y="122224"/>
                </a:lnTo>
                <a:lnTo>
                  <a:pt x="612838" y="119684"/>
                </a:lnTo>
                <a:lnTo>
                  <a:pt x="615378" y="115874"/>
                </a:lnTo>
                <a:lnTo>
                  <a:pt x="616534" y="112064"/>
                </a:lnTo>
                <a:lnTo>
                  <a:pt x="618070" y="106984"/>
                </a:lnTo>
                <a:lnTo>
                  <a:pt x="618744" y="103174"/>
                </a:lnTo>
                <a:close/>
              </a:path>
              <a:path w="650240" h="468630">
                <a:moveTo>
                  <a:pt x="650138" y="324154"/>
                </a:moveTo>
                <a:lnTo>
                  <a:pt x="629932" y="294944"/>
                </a:lnTo>
                <a:lnTo>
                  <a:pt x="622630" y="296214"/>
                </a:lnTo>
                <a:lnTo>
                  <a:pt x="614553" y="300024"/>
                </a:lnTo>
                <a:lnTo>
                  <a:pt x="608495" y="303834"/>
                </a:lnTo>
                <a:lnTo>
                  <a:pt x="596366" y="313994"/>
                </a:lnTo>
                <a:lnTo>
                  <a:pt x="590308" y="321614"/>
                </a:lnTo>
                <a:lnTo>
                  <a:pt x="578777" y="335584"/>
                </a:lnTo>
                <a:lnTo>
                  <a:pt x="543826" y="364794"/>
                </a:lnTo>
                <a:lnTo>
                  <a:pt x="500316" y="380034"/>
                </a:lnTo>
                <a:lnTo>
                  <a:pt x="493268" y="378764"/>
                </a:lnTo>
                <a:lnTo>
                  <a:pt x="486168" y="378764"/>
                </a:lnTo>
                <a:lnTo>
                  <a:pt x="471868" y="373684"/>
                </a:lnTo>
                <a:lnTo>
                  <a:pt x="468680" y="372414"/>
                </a:lnTo>
                <a:lnTo>
                  <a:pt x="465493" y="371144"/>
                </a:lnTo>
                <a:lnTo>
                  <a:pt x="441871" y="344474"/>
                </a:lnTo>
                <a:lnTo>
                  <a:pt x="441871" y="339394"/>
                </a:lnTo>
                <a:lnTo>
                  <a:pt x="442226" y="330504"/>
                </a:lnTo>
                <a:lnTo>
                  <a:pt x="443268" y="324154"/>
                </a:lnTo>
                <a:lnTo>
                  <a:pt x="445020" y="316534"/>
                </a:lnTo>
                <a:lnTo>
                  <a:pt x="447471" y="311454"/>
                </a:lnTo>
                <a:lnTo>
                  <a:pt x="451192" y="302564"/>
                </a:lnTo>
                <a:lnTo>
                  <a:pt x="487934" y="270814"/>
                </a:lnTo>
                <a:lnTo>
                  <a:pt x="500938" y="264464"/>
                </a:lnTo>
                <a:lnTo>
                  <a:pt x="507873" y="260654"/>
                </a:lnTo>
                <a:lnTo>
                  <a:pt x="514248" y="256844"/>
                </a:lnTo>
                <a:lnTo>
                  <a:pt x="520052" y="253034"/>
                </a:lnTo>
                <a:lnTo>
                  <a:pt x="525957" y="249224"/>
                </a:lnTo>
                <a:lnTo>
                  <a:pt x="528916" y="244144"/>
                </a:lnTo>
                <a:lnTo>
                  <a:pt x="528916" y="232714"/>
                </a:lnTo>
                <a:lnTo>
                  <a:pt x="528396" y="230174"/>
                </a:lnTo>
                <a:lnTo>
                  <a:pt x="528256" y="229476"/>
                </a:lnTo>
                <a:lnTo>
                  <a:pt x="398919" y="229476"/>
                </a:lnTo>
                <a:lnTo>
                  <a:pt x="397192" y="229476"/>
                </a:lnTo>
                <a:lnTo>
                  <a:pt x="392709" y="231444"/>
                </a:lnTo>
                <a:lnTo>
                  <a:pt x="359676" y="255574"/>
                </a:lnTo>
                <a:lnTo>
                  <a:pt x="336181" y="287324"/>
                </a:lnTo>
                <a:lnTo>
                  <a:pt x="324256" y="331774"/>
                </a:lnTo>
                <a:lnTo>
                  <a:pt x="323799" y="343204"/>
                </a:lnTo>
                <a:lnTo>
                  <a:pt x="323913" y="348284"/>
                </a:lnTo>
                <a:lnTo>
                  <a:pt x="323977" y="349554"/>
                </a:lnTo>
                <a:lnTo>
                  <a:pt x="324078" y="352094"/>
                </a:lnTo>
                <a:lnTo>
                  <a:pt x="334835" y="390194"/>
                </a:lnTo>
                <a:lnTo>
                  <a:pt x="363105" y="425754"/>
                </a:lnTo>
                <a:lnTo>
                  <a:pt x="409536" y="453694"/>
                </a:lnTo>
                <a:lnTo>
                  <a:pt x="417804" y="456234"/>
                </a:lnTo>
                <a:lnTo>
                  <a:pt x="426135" y="460044"/>
                </a:lnTo>
                <a:lnTo>
                  <a:pt x="434517" y="462584"/>
                </a:lnTo>
                <a:lnTo>
                  <a:pt x="467385" y="467664"/>
                </a:lnTo>
                <a:lnTo>
                  <a:pt x="486841" y="467664"/>
                </a:lnTo>
                <a:lnTo>
                  <a:pt x="530567" y="458774"/>
                </a:lnTo>
                <a:lnTo>
                  <a:pt x="567715" y="439724"/>
                </a:lnTo>
                <a:lnTo>
                  <a:pt x="598004" y="415594"/>
                </a:lnTo>
                <a:lnTo>
                  <a:pt x="610514" y="401624"/>
                </a:lnTo>
                <a:lnTo>
                  <a:pt x="616102" y="395274"/>
                </a:lnTo>
                <a:lnTo>
                  <a:pt x="621309" y="388924"/>
                </a:lnTo>
                <a:lnTo>
                  <a:pt x="626059" y="382574"/>
                </a:lnTo>
                <a:lnTo>
                  <a:pt x="627761" y="380034"/>
                </a:lnTo>
                <a:lnTo>
                  <a:pt x="630326" y="376224"/>
                </a:lnTo>
                <a:lnTo>
                  <a:pt x="634136" y="369874"/>
                </a:lnTo>
                <a:lnTo>
                  <a:pt x="639000" y="360984"/>
                </a:lnTo>
                <a:lnTo>
                  <a:pt x="642581" y="354634"/>
                </a:lnTo>
                <a:lnTo>
                  <a:pt x="644855" y="348284"/>
                </a:lnTo>
                <a:lnTo>
                  <a:pt x="648385" y="339394"/>
                </a:lnTo>
                <a:lnTo>
                  <a:pt x="650138" y="330504"/>
                </a:lnTo>
                <a:lnTo>
                  <a:pt x="650138" y="32415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935093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4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6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0593" y="88904"/>
                </a:lnTo>
                <a:lnTo>
                  <a:pt x="10676" y="88360"/>
                </a:lnTo>
                <a:lnTo>
                  <a:pt x="18796" y="48959"/>
                </a:lnTo>
                <a:lnTo>
                  <a:pt x="39158" y="16319"/>
                </a:lnTo>
                <a:lnTo>
                  <a:pt x="61904" y="4196"/>
                </a:lnTo>
                <a:lnTo>
                  <a:pt x="62196" y="4196"/>
                </a:lnTo>
                <a:lnTo>
                  <a:pt x="68015" y="3108"/>
                </a:lnTo>
                <a:lnTo>
                  <a:pt x="78480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8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48172" y="42846"/>
                </a:lnTo>
                <a:lnTo>
                  <a:pt x="45238" y="48959"/>
                </a:lnTo>
                <a:lnTo>
                  <a:pt x="42370" y="55487"/>
                </a:lnTo>
                <a:lnTo>
                  <a:pt x="40455" y="62015"/>
                </a:lnTo>
                <a:lnTo>
                  <a:pt x="40349" y="62378"/>
                </a:lnTo>
                <a:lnTo>
                  <a:pt x="39313" y="69320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32585" y="123214"/>
                </a:lnTo>
                <a:lnTo>
                  <a:pt x="32459" y="124393"/>
                </a:lnTo>
                <a:lnTo>
                  <a:pt x="32349" y="125429"/>
                </a:lnTo>
                <a:lnTo>
                  <a:pt x="31153" y="132346"/>
                </a:lnTo>
                <a:lnTo>
                  <a:pt x="29540" y="138893"/>
                </a:lnTo>
                <a:lnTo>
                  <a:pt x="27501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1" y="147655"/>
                </a:lnTo>
                <a:lnTo>
                  <a:pt x="33174" y="147811"/>
                </a:lnTo>
                <a:lnTo>
                  <a:pt x="129306" y="147811"/>
                </a:lnTo>
                <a:lnTo>
                  <a:pt x="125472" y="153613"/>
                </a:lnTo>
                <a:lnTo>
                  <a:pt x="122467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70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1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1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1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1019" y="132890"/>
                </a:lnTo>
                <a:lnTo>
                  <a:pt x="31096" y="132579"/>
                </a:lnTo>
                <a:lnTo>
                  <a:pt x="31153" y="132346"/>
                </a:lnTo>
                <a:lnTo>
                  <a:pt x="32349" y="125429"/>
                </a:lnTo>
                <a:lnTo>
                  <a:pt x="32834" y="120883"/>
                </a:lnTo>
                <a:lnTo>
                  <a:pt x="33696" y="112114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0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3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41074" y="108177"/>
                </a:lnTo>
                <a:lnTo>
                  <a:pt x="40908" y="109984"/>
                </a:lnTo>
                <a:lnTo>
                  <a:pt x="40799" y="111169"/>
                </a:lnTo>
                <a:lnTo>
                  <a:pt x="40712" y="112114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6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3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9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3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4" y="119368"/>
                </a:lnTo>
                <a:lnTo>
                  <a:pt x="171218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6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41368" y="200501"/>
                </a:lnTo>
                <a:lnTo>
                  <a:pt x="231732" y="159118"/>
                </a:lnTo>
                <a:lnTo>
                  <a:pt x="203911" y="125429"/>
                </a:lnTo>
                <a:lnTo>
                  <a:pt x="177954" y="119368"/>
                </a:lnTo>
                <a:lnTo>
                  <a:pt x="332194" y="119368"/>
                </a:lnTo>
                <a:lnTo>
                  <a:pt x="333459" y="123214"/>
                </a:lnTo>
                <a:lnTo>
                  <a:pt x="339928" y="160430"/>
                </a:lnTo>
                <a:lnTo>
                  <a:pt x="342004" y="200501"/>
                </a:lnTo>
                <a:lnTo>
                  <a:pt x="341981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2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2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2170" y="1626970"/>
            <a:ext cx="1140470" cy="28386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573547" y="1517201"/>
            <a:ext cx="11747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-50" dirty="0">
                <a:latin typeface="Times New Roman"/>
                <a:cs typeface="Times New Roman"/>
              </a:rPr>
              <a:t>: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29618" y="1517201"/>
            <a:ext cx="1983105" cy="18903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85" dirty="0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sz="2950" spc="-285" dirty="0">
                <a:latin typeface="Times New Roman"/>
                <a:cs typeface="Times New Roman"/>
              </a:rPr>
              <a:t>HTML5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sz="2950" spc="-20" dirty="0">
                <a:latin typeface="Times New Roman"/>
                <a:cs typeface="Times New Roman"/>
              </a:rPr>
              <a:t>CSS3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sz="2950" spc="-70" dirty="0">
                <a:latin typeface="Times New Roman"/>
                <a:cs typeface="Times New Roman"/>
              </a:rPr>
              <a:t>Java</a:t>
            </a:r>
            <a:r>
              <a:rPr sz="2950" spc="-215" dirty="0">
                <a:latin typeface="Times New Roman"/>
                <a:cs typeface="Times New Roman"/>
              </a:rPr>
              <a:t> </a:t>
            </a:r>
            <a:r>
              <a:rPr sz="2950" spc="-100" dirty="0">
                <a:latin typeface="Times New Roman"/>
                <a:cs typeface="Times New Roman"/>
              </a:rPr>
              <a:t>script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64658" y="3970980"/>
            <a:ext cx="1113043" cy="285336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2929618" y="3862679"/>
            <a:ext cx="3322954" cy="141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85" dirty="0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sz="2950" spc="-240" dirty="0">
                <a:solidFill>
                  <a:srgbClr val="202020"/>
                </a:solidFill>
                <a:latin typeface="Times New Roman"/>
                <a:cs typeface="Times New Roman"/>
              </a:rPr>
              <a:t>Node.js</a:t>
            </a:r>
            <a:r>
              <a:rPr sz="2950" spc="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02020"/>
                </a:solidFill>
                <a:latin typeface="Times New Roman"/>
                <a:cs typeface="Times New Roman"/>
              </a:rPr>
              <a:t>(v18e),</a:t>
            </a:r>
            <a:endParaRPr sz="2950">
              <a:latin typeface="Times New Roman"/>
              <a:cs typeface="Times New Roman"/>
            </a:endParaRPr>
          </a:p>
          <a:p>
            <a:pPr marL="608965" indent="-596265">
              <a:lnSpc>
                <a:spcPct val="100000"/>
              </a:lnSpc>
              <a:spcBef>
                <a:spcPts val="170"/>
              </a:spcBef>
              <a:buChar char="-"/>
              <a:tabLst>
                <a:tab pos="608965" algn="l"/>
              </a:tabLst>
            </a:pPr>
            <a:r>
              <a:rPr sz="2950" spc="-200" dirty="0">
                <a:solidFill>
                  <a:srgbClr val="202020"/>
                </a:solidFill>
                <a:latin typeface="Times New Roman"/>
                <a:cs typeface="Times New Roman"/>
              </a:rPr>
              <a:t>Express.js</a:t>
            </a:r>
            <a:r>
              <a:rPr sz="2950" spc="-3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310" dirty="0">
                <a:solidFill>
                  <a:srgbClr val="202020"/>
                </a:solidFill>
                <a:latin typeface="Times New Roman"/>
                <a:cs typeface="Times New Roman"/>
              </a:rPr>
              <a:t>framework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62678" y="5846003"/>
            <a:ext cx="1251145" cy="28276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929618" y="5736968"/>
            <a:ext cx="2143760" cy="141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85" dirty="0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sz="2950" spc="-260" dirty="0">
                <a:solidFill>
                  <a:srgbClr val="202020"/>
                </a:solidFill>
                <a:latin typeface="Times New Roman"/>
                <a:cs typeface="Times New Roman"/>
              </a:rPr>
              <a:t>MySQL</a:t>
            </a:r>
            <a:r>
              <a:rPr sz="2950" spc="-17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5" dirty="0">
                <a:solidFill>
                  <a:srgbClr val="202020"/>
                </a:solidFill>
                <a:latin typeface="Times New Roman"/>
                <a:cs typeface="Times New Roman"/>
              </a:rPr>
              <a:t>8.0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sz="2950" spc="-95" dirty="0">
                <a:solidFill>
                  <a:srgbClr val="202020"/>
                </a:solidFill>
                <a:latin typeface="Times New Roman"/>
                <a:cs typeface="Times New Roman"/>
              </a:rPr>
              <a:t>Node.js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52995" y="7725612"/>
            <a:ext cx="789639" cy="274877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2929618" y="7611256"/>
            <a:ext cx="1586230" cy="18903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85" dirty="0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sz="2950" spc="-270" dirty="0">
                <a:latin typeface="Times New Roman"/>
                <a:cs typeface="Times New Roman"/>
              </a:rPr>
              <a:t>vs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380" dirty="0">
                <a:latin typeface="Times New Roman"/>
                <a:cs typeface="Times New Roman"/>
              </a:rPr>
              <a:t>code</a:t>
            </a:r>
            <a:endParaRPr sz="2950">
              <a:latin typeface="Times New Roman"/>
              <a:cs typeface="Times New Roman"/>
            </a:endParaRPr>
          </a:p>
          <a:p>
            <a:pPr marL="514984" marR="5080" indent="-502920">
              <a:lnSpc>
                <a:spcPct val="104800"/>
              </a:lnSpc>
              <a:buChar char="-"/>
              <a:tabLst>
                <a:tab pos="514984" algn="l"/>
              </a:tabLst>
            </a:pPr>
            <a:r>
              <a:rPr sz="2950" spc="55" dirty="0">
                <a:latin typeface="Times New Roman"/>
                <a:cs typeface="Times New Roman"/>
              </a:rPr>
              <a:t>intellij </a:t>
            </a:r>
            <a:r>
              <a:rPr sz="2950" spc="-345" dirty="0">
                <a:latin typeface="Times New Roman"/>
                <a:cs typeface="Times New Roman"/>
              </a:rPr>
              <a:t>IDEA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62633" y="9607069"/>
            <a:ext cx="1155243" cy="27989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97470" y="9605418"/>
            <a:ext cx="1701018" cy="361303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6385011" y="9496015"/>
            <a:ext cx="11747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-50" dirty="0">
                <a:latin typeface="Times New Roman"/>
                <a:cs typeface="Times New Roman"/>
              </a:rPr>
              <a:t>: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29618" y="9496015"/>
            <a:ext cx="2279650" cy="141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85" dirty="0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sz="2950" spc="-305" dirty="0">
                <a:latin typeface="Times New Roman"/>
                <a:cs typeface="Times New Roman"/>
              </a:rPr>
              <a:t>windowsIMac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sz="2950" spc="-415" dirty="0">
                <a:latin typeface="Times New Roman"/>
                <a:cs typeface="Times New Roman"/>
              </a:rPr>
              <a:t>web</a:t>
            </a:r>
            <a:r>
              <a:rPr sz="2950" spc="-150" dirty="0">
                <a:latin typeface="Times New Roman"/>
                <a:cs typeface="Times New Roman"/>
              </a:rPr>
              <a:t> </a:t>
            </a:r>
            <a:r>
              <a:rPr sz="2950" spc="-305" dirty="0">
                <a:latin typeface="Times New Roman"/>
                <a:cs typeface="Times New Roman"/>
              </a:rPr>
              <a:t>Browser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7527" y="7314651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8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2"/>
                </a:lnTo>
                <a:lnTo>
                  <a:pt x="2499" y="598778"/>
                </a:lnTo>
                <a:lnTo>
                  <a:pt x="0" y="546168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3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3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8"/>
                </a:lnTo>
                <a:lnTo>
                  <a:pt x="1089839" y="598778"/>
                </a:lnTo>
                <a:lnTo>
                  <a:pt x="1082492" y="649972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2864" y="7494924"/>
            <a:ext cx="22796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65" dirty="0">
                <a:solidFill>
                  <a:srgbClr val="FFFDFD"/>
                </a:solidFill>
                <a:latin typeface="Times New Roman"/>
                <a:cs typeface="Times New Roman"/>
              </a:rPr>
              <a:t>8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4747" y="3725405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64747" y="4458368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64747" y="2259482"/>
            <a:ext cx="154940" cy="1047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64747" y="592429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64747" y="5191330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64747" y="665725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64747" y="8604838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4012" y="524722"/>
            <a:ext cx="449628" cy="468630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6626500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6295" y="234073"/>
                </a:lnTo>
                <a:lnTo>
                  <a:pt x="255254" y="221678"/>
                </a:lnTo>
                <a:lnTo>
                  <a:pt x="255172" y="220706"/>
                </a:lnTo>
                <a:lnTo>
                  <a:pt x="246956" y="182792"/>
                </a:lnTo>
                <a:lnTo>
                  <a:pt x="228477" y="145538"/>
                </a:lnTo>
                <a:lnTo>
                  <a:pt x="197936" y="121816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55660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3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7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4474" y="68018"/>
                </a:lnTo>
                <a:lnTo>
                  <a:pt x="20349" y="42846"/>
                </a:lnTo>
                <a:lnTo>
                  <a:pt x="20454" y="42431"/>
                </a:lnTo>
                <a:lnTo>
                  <a:pt x="44131" y="12278"/>
                </a:lnTo>
                <a:lnTo>
                  <a:pt x="61904" y="4196"/>
                </a:lnTo>
                <a:lnTo>
                  <a:pt x="62197" y="4196"/>
                </a:lnTo>
                <a:lnTo>
                  <a:pt x="68015" y="3108"/>
                </a:lnTo>
                <a:lnTo>
                  <a:pt x="78480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9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32585" y="123214"/>
                </a:lnTo>
                <a:lnTo>
                  <a:pt x="32459" y="124393"/>
                </a:lnTo>
                <a:lnTo>
                  <a:pt x="32349" y="125429"/>
                </a:lnTo>
                <a:lnTo>
                  <a:pt x="31153" y="132346"/>
                </a:lnTo>
                <a:lnTo>
                  <a:pt x="29540" y="138893"/>
                </a:lnTo>
                <a:lnTo>
                  <a:pt x="27500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0" y="147655"/>
                </a:lnTo>
                <a:lnTo>
                  <a:pt x="33174" y="147811"/>
                </a:lnTo>
                <a:lnTo>
                  <a:pt x="129305" y="147811"/>
                </a:lnTo>
                <a:lnTo>
                  <a:pt x="125471" y="153613"/>
                </a:lnTo>
                <a:lnTo>
                  <a:pt x="122466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69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0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0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0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1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2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5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2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8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2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5" y="119368"/>
                </a:lnTo>
                <a:lnTo>
                  <a:pt x="171219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5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31732" y="159118"/>
                </a:lnTo>
                <a:lnTo>
                  <a:pt x="203910" y="125429"/>
                </a:lnTo>
                <a:lnTo>
                  <a:pt x="177954" y="119368"/>
                </a:lnTo>
                <a:lnTo>
                  <a:pt x="332195" y="119368"/>
                </a:lnTo>
                <a:lnTo>
                  <a:pt x="333459" y="123214"/>
                </a:lnTo>
                <a:lnTo>
                  <a:pt x="339929" y="160430"/>
                </a:lnTo>
                <a:lnTo>
                  <a:pt x="342005" y="200501"/>
                </a:lnTo>
                <a:lnTo>
                  <a:pt x="341982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1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1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1407" y="532493"/>
            <a:ext cx="333856" cy="45974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7840005" y="519075"/>
            <a:ext cx="299085" cy="479425"/>
          </a:xfrm>
          <a:custGeom>
            <a:avLst/>
            <a:gdLst/>
            <a:ahLst/>
            <a:cxnLst/>
            <a:rect l="l" t="t" r="r" b="b"/>
            <a:pathLst>
              <a:path w="299084" h="479425">
                <a:moveTo>
                  <a:pt x="88363" y="479389"/>
                </a:moveTo>
                <a:lnTo>
                  <a:pt x="76136" y="479389"/>
                </a:lnTo>
                <a:lnTo>
                  <a:pt x="68313" y="478145"/>
                </a:lnTo>
                <a:lnTo>
                  <a:pt x="34825" y="456337"/>
                </a:lnTo>
                <a:lnTo>
                  <a:pt x="15649" y="415275"/>
                </a:lnTo>
                <a:lnTo>
                  <a:pt x="7450" y="377273"/>
                </a:lnTo>
                <a:lnTo>
                  <a:pt x="5382" y="363285"/>
                </a:lnTo>
                <a:lnTo>
                  <a:pt x="5313" y="362818"/>
                </a:lnTo>
                <a:lnTo>
                  <a:pt x="1185" y="317647"/>
                </a:lnTo>
                <a:lnTo>
                  <a:pt x="0" y="255098"/>
                </a:lnTo>
                <a:lnTo>
                  <a:pt x="378" y="239681"/>
                </a:lnTo>
                <a:lnTo>
                  <a:pt x="2991" y="193451"/>
                </a:lnTo>
                <a:lnTo>
                  <a:pt x="7334" y="148951"/>
                </a:lnTo>
                <a:lnTo>
                  <a:pt x="13308" y="107102"/>
                </a:lnTo>
                <a:lnTo>
                  <a:pt x="20506" y="69216"/>
                </a:lnTo>
                <a:lnTo>
                  <a:pt x="31528" y="32225"/>
                </a:lnTo>
                <a:lnTo>
                  <a:pt x="66344" y="3574"/>
                </a:lnTo>
                <a:lnTo>
                  <a:pt x="74012" y="1916"/>
                </a:lnTo>
                <a:lnTo>
                  <a:pt x="81680" y="155"/>
                </a:lnTo>
                <a:lnTo>
                  <a:pt x="123894" y="12670"/>
                </a:lnTo>
                <a:lnTo>
                  <a:pt x="142519" y="39219"/>
                </a:lnTo>
                <a:lnTo>
                  <a:pt x="142599" y="39530"/>
                </a:lnTo>
                <a:lnTo>
                  <a:pt x="58625" y="39530"/>
                </a:lnTo>
                <a:lnTo>
                  <a:pt x="57080" y="45757"/>
                </a:lnTo>
                <a:lnTo>
                  <a:pt x="55710" y="52003"/>
                </a:lnTo>
                <a:lnTo>
                  <a:pt x="54621" y="57715"/>
                </a:lnTo>
                <a:lnTo>
                  <a:pt x="54516" y="58269"/>
                </a:lnTo>
                <a:lnTo>
                  <a:pt x="53496" y="64554"/>
                </a:lnTo>
                <a:lnTo>
                  <a:pt x="52252" y="72843"/>
                </a:lnTo>
                <a:lnTo>
                  <a:pt x="50957" y="81029"/>
                </a:lnTo>
                <a:lnTo>
                  <a:pt x="48263" y="97090"/>
                </a:lnTo>
                <a:lnTo>
                  <a:pt x="46657" y="104965"/>
                </a:lnTo>
                <a:lnTo>
                  <a:pt x="44792" y="112736"/>
                </a:lnTo>
                <a:lnTo>
                  <a:pt x="43030" y="120507"/>
                </a:lnTo>
                <a:lnTo>
                  <a:pt x="40854" y="127864"/>
                </a:lnTo>
                <a:lnTo>
                  <a:pt x="38336" y="134612"/>
                </a:lnTo>
                <a:lnTo>
                  <a:pt x="38263" y="134807"/>
                </a:lnTo>
                <a:lnTo>
                  <a:pt x="41579" y="136257"/>
                </a:lnTo>
                <a:lnTo>
                  <a:pt x="43341" y="137138"/>
                </a:lnTo>
                <a:lnTo>
                  <a:pt x="43548" y="137449"/>
                </a:lnTo>
                <a:lnTo>
                  <a:pt x="43859" y="137656"/>
                </a:lnTo>
                <a:lnTo>
                  <a:pt x="45983" y="138071"/>
                </a:lnTo>
                <a:lnTo>
                  <a:pt x="49921" y="138692"/>
                </a:lnTo>
                <a:lnTo>
                  <a:pt x="130738" y="138692"/>
                </a:lnTo>
                <a:lnTo>
                  <a:pt x="128421" y="151981"/>
                </a:lnTo>
                <a:lnTo>
                  <a:pt x="121961" y="191538"/>
                </a:lnTo>
                <a:lnTo>
                  <a:pt x="115948" y="232949"/>
                </a:lnTo>
                <a:lnTo>
                  <a:pt x="110848" y="274536"/>
                </a:lnTo>
                <a:lnTo>
                  <a:pt x="106885" y="315452"/>
                </a:lnTo>
                <a:lnTo>
                  <a:pt x="104476" y="354969"/>
                </a:lnTo>
                <a:lnTo>
                  <a:pt x="104331" y="360124"/>
                </a:lnTo>
                <a:lnTo>
                  <a:pt x="104220" y="364114"/>
                </a:lnTo>
                <a:lnTo>
                  <a:pt x="104102" y="369968"/>
                </a:lnTo>
                <a:lnTo>
                  <a:pt x="104063" y="374020"/>
                </a:lnTo>
                <a:lnTo>
                  <a:pt x="102164" y="375049"/>
                </a:lnTo>
                <a:lnTo>
                  <a:pt x="96238" y="379605"/>
                </a:lnTo>
                <a:lnTo>
                  <a:pt x="296150" y="379605"/>
                </a:lnTo>
                <a:lnTo>
                  <a:pt x="297413" y="381573"/>
                </a:lnTo>
                <a:lnTo>
                  <a:pt x="298760" y="387687"/>
                </a:lnTo>
                <a:lnTo>
                  <a:pt x="299070" y="394632"/>
                </a:lnTo>
                <a:lnTo>
                  <a:pt x="297516" y="401325"/>
                </a:lnTo>
                <a:lnTo>
                  <a:pt x="262467" y="430594"/>
                </a:lnTo>
                <a:lnTo>
                  <a:pt x="219492" y="446594"/>
                </a:lnTo>
                <a:lnTo>
                  <a:pt x="181412" y="458406"/>
                </a:lnTo>
                <a:lnTo>
                  <a:pt x="140224" y="469441"/>
                </a:lnTo>
                <a:lnTo>
                  <a:pt x="100745" y="477990"/>
                </a:lnTo>
                <a:lnTo>
                  <a:pt x="93440" y="478923"/>
                </a:lnTo>
                <a:lnTo>
                  <a:pt x="90850" y="479233"/>
                </a:lnTo>
                <a:lnTo>
                  <a:pt x="88363" y="479389"/>
                </a:lnTo>
                <a:close/>
              </a:path>
              <a:path w="299084" h="479425">
                <a:moveTo>
                  <a:pt x="49921" y="138692"/>
                </a:moveTo>
                <a:lnTo>
                  <a:pt x="45983" y="138071"/>
                </a:lnTo>
                <a:lnTo>
                  <a:pt x="43859" y="137656"/>
                </a:lnTo>
                <a:lnTo>
                  <a:pt x="43548" y="137449"/>
                </a:lnTo>
                <a:lnTo>
                  <a:pt x="43341" y="137138"/>
                </a:lnTo>
                <a:lnTo>
                  <a:pt x="41579" y="136257"/>
                </a:lnTo>
                <a:lnTo>
                  <a:pt x="38263" y="134807"/>
                </a:lnTo>
                <a:lnTo>
                  <a:pt x="40854" y="127864"/>
                </a:lnTo>
                <a:lnTo>
                  <a:pt x="42984" y="120663"/>
                </a:lnTo>
                <a:lnTo>
                  <a:pt x="44792" y="112736"/>
                </a:lnTo>
                <a:lnTo>
                  <a:pt x="46532" y="105483"/>
                </a:lnTo>
                <a:lnTo>
                  <a:pt x="46657" y="104965"/>
                </a:lnTo>
                <a:lnTo>
                  <a:pt x="48231" y="97245"/>
                </a:lnTo>
                <a:lnTo>
                  <a:pt x="50931" y="81184"/>
                </a:lnTo>
                <a:lnTo>
                  <a:pt x="52187" y="73258"/>
                </a:lnTo>
                <a:lnTo>
                  <a:pt x="53496" y="64554"/>
                </a:lnTo>
                <a:lnTo>
                  <a:pt x="54516" y="58269"/>
                </a:lnTo>
                <a:lnTo>
                  <a:pt x="55710" y="52003"/>
                </a:lnTo>
                <a:lnTo>
                  <a:pt x="57080" y="45757"/>
                </a:lnTo>
                <a:lnTo>
                  <a:pt x="58625" y="39530"/>
                </a:lnTo>
                <a:lnTo>
                  <a:pt x="62355" y="40462"/>
                </a:lnTo>
                <a:lnTo>
                  <a:pt x="64323" y="40980"/>
                </a:lnTo>
                <a:lnTo>
                  <a:pt x="69971" y="43882"/>
                </a:lnTo>
                <a:lnTo>
                  <a:pt x="67070" y="50513"/>
                </a:lnTo>
                <a:lnTo>
                  <a:pt x="64634" y="57715"/>
                </a:lnTo>
                <a:lnTo>
                  <a:pt x="56371" y="97090"/>
                </a:lnTo>
                <a:lnTo>
                  <a:pt x="52822" y="122373"/>
                </a:lnTo>
                <a:lnTo>
                  <a:pt x="51475" y="130610"/>
                </a:lnTo>
                <a:lnTo>
                  <a:pt x="50219" y="137138"/>
                </a:lnTo>
                <a:lnTo>
                  <a:pt x="50120" y="137656"/>
                </a:lnTo>
                <a:lnTo>
                  <a:pt x="50040" y="138071"/>
                </a:lnTo>
                <a:lnTo>
                  <a:pt x="49921" y="138692"/>
                </a:lnTo>
                <a:close/>
              </a:path>
              <a:path w="299084" h="479425">
                <a:moveTo>
                  <a:pt x="130738" y="138692"/>
                </a:moveTo>
                <a:lnTo>
                  <a:pt x="49921" y="138692"/>
                </a:lnTo>
                <a:lnTo>
                  <a:pt x="51475" y="130610"/>
                </a:lnTo>
                <a:lnTo>
                  <a:pt x="52822" y="122373"/>
                </a:lnTo>
                <a:lnTo>
                  <a:pt x="59039" y="81184"/>
                </a:lnTo>
                <a:lnTo>
                  <a:pt x="69971" y="43882"/>
                </a:lnTo>
                <a:lnTo>
                  <a:pt x="64323" y="40980"/>
                </a:lnTo>
                <a:lnTo>
                  <a:pt x="62355" y="40462"/>
                </a:lnTo>
                <a:lnTo>
                  <a:pt x="58625" y="39530"/>
                </a:lnTo>
                <a:lnTo>
                  <a:pt x="142599" y="39530"/>
                </a:lnTo>
                <a:lnTo>
                  <a:pt x="143876" y="44465"/>
                </a:lnTo>
                <a:lnTo>
                  <a:pt x="144731" y="55694"/>
                </a:lnTo>
                <a:lnTo>
                  <a:pt x="144628" y="60616"/>
                </a:lnTo>
                <a:lnTo>
                  <a:pt x="144319" y="64554"/>
                </a:lnTo>
                <a:lnTo>
                  <a:pt x="144213" y="65901"/>
                </a:lnTo>
                <a:lnTo>
                  <a:pt x="143850" y="68491"/>
                </a:lnTo>
                <a:lnTo>
                  <a:pt x="143001" y="72843"/>
                </a:lnTo>
                <a:lnTo>
                  <a:pt x="132851" y="126958"/>
                </a:lnTo>
                <a:lnTo>
                  <a:pt x="131018" y="137138"/>
                </a:lnTo>
                <a:lnTo>
                  <a:pt x="130925" y="137656"/>
                </a:lnTo>
                <a:lnTo>
                  <a:pt x="130850" y="138071"/>
                </a:lnTo>
                <a:lnTo>
                  <a:pt x="130738" y="138692"/>
                </a:lnTo>
                <a:close/>
              </a:path>
              <a:path w="299084" h="479425">
                <a:moveTo>
                  <a:pt x="296150" y="379605"/>
                </a:moveTo>
                <a:lnTo>
                  <a:pt x="104009" y="379605"/>
                </a:lnTo>
                <a:lnTo>
                  <a:pt x="104063" y="374020"/>
                </a:lnTo>
                <a:lnTo>
                  <a:pt x="157010" y="363285"/>
                </a:lnTo>
                <a:lnTo>
                  <a:pt x="189773" y="360746"/>
                </a:lnTo>
                <a:lnTo>
                  <a:pt x="187919" y="360746"/>
                </a:lnTo>
                <a:lnTo>
                  <a:pt x="206322" y="360124"/>
                </a:lnTo>
                <a:lnTo>
                  <a:pt x="226641" y="360124"/>
                </a:lnTo>
                <a:lnTo>
                  <a:pt x="238765" y="360746"/>
                </a:lnTo>
                <a:lnTo>
                  <a:pt x="244915" y="361245"/>
                </a:lnTo>
                <a:lnTo>
                  <a:pt x="245356" y="361245"/>
                </a:lnTo>
                <a:lnTo>
                  <a:pt x="253686" y="362197"/>
                </a:lnTo>
                <a:lnTo>
                  <a:pt x="259903" y="362818"/>
                </a:lnTo>
                <a:lnTo>
                  <a:pt x="260367" y="362818"/>
                </a:lnTo>
                <a:lnTo>
                  <a:pt x="267519" y="364114"/>
                </a:lnTo>
                <a:lnTo>
                  <a:pt x="279059" y="367326"/>
                </a:lnTo>
                <a:lnTo>
                  <a:pt x="279215" y="367326"/>
                </a:lnTo>
                <a:lnTo>
                  <a:pt x="284823" y="369968"/>
                </a:lnTo>
                <a:lnTo>
                  <a:pt x="294356" y="376807"/>
                </a:lnTo>
                <a:lnTo>
                  <a:pt x="296150" y="379605"/>
                </a:lnTo>
                <a:close/>
              </a:path>
              <a:path w="299084" h="479425">
                <a:moveTo>
                  <a:pt x="104009" y="379605"/>
                </a:moveTo>
                <a:lnTo>
                  <a:pt x="96238" y="379605"/>
                </a:lnTo>
                <a:lnTo>
                  <a:pt x="102164" y="375049"/>
                </a:lnTo>
                <a:lnTo>
                  <a:pt x="104063" y="374020"/>
                </a:lnTo>
                <a:lnTo>
                  <a:pt x="104009" y="37960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96561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444" y="106680"/>
                </a:lnTo>
                <a:lnTo>
                  <a:pt x="17124" y="64770"/>
                </a:lnTo>
                <a:lnTo>
                  <a:pt x="50754" y="3302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2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6" y="195580"/>
                </a:lnTo>
                <a:lnTo>
                  <a:pt x="177136" y="201930"/>
                </a:lnTo>
                <a:lnTo>
                  <a:pt x="180815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49893" y="7112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2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284" y="351790"/>
                </a:lnTo>
                <a:lnTo>
                  <a:pt x="172" y="349250"/>
                </a:lnTo>
                <a:lnTo>
                  <a:pt x="117" y="347980"/>
                </a:lnTo>
                <a:lnTo>
                  <a:pt x="0" y="342900"/>
                </a:lnTo>
                <a:lnTo>
                  <a:pt x="454" y="331470"/>
                </a:lnTo>
                <a:lnTo>
                  <a:pt x="12383" y="287020"/>
                </a:lnTo>
                <a:lnTo>
                  <a:pt x="35882" y="255270"/>
                </a:lnTo>
                <a:lnTo>
                  <a:pt x="68907" y="23114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5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30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6" y="295910"/>
                </a:lnTo>
                <a:lnTo>
                  <a:pt x="306141" y="294640"/>
                </a:lnTo>
                <a:lnTo>
                  <a:pt x="312669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33708" y="34798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6423" y="359410"/>
                </a:lnTo>
                <a:lnTo>
                  <a:pt x="35076" y="354330"/>
                </a:lnTo>
                <a:lnTo>
                  <a:pt x="33832" y="349250"/>
                </a:lnTo>
                <a:lnTo>
                  <a:pt x="33708" y="34798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710060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3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7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4474" y="68018"/>
                </a:lnTo>
                <a:lnTo>
                  <a:pt x="20349" y="42846"/>
                </a:lnTo>
                <a:lnTo>
                  <a:pt x="20454" y="42431"/>
                </a:lnTo>
                <a:lnTo>
                  <a:pt x="44131" y="12278"/>
                </a:lnTo>
                <a:lnTo>
                  <a:pt x="61904" y="4196"/>
                </a:lnTo>
                <a:lnTo>
                  <a:pt x="62197" y="4196"/>
                </a:lnTo>
                <a:lnTo>
                  <a:pt x="68015" y="3108"/>
                </a:lnTo>
                <a:lnTo>
                  <a:pt x="78480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9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27500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0" y="147655"/>
                </a:lnTo>
                <a:lnTo>
                  <a:pt x="33174" y="147811"/>
                </a:lnTo>
                <a:lnTo>
                  <a:pt x="129305" y="147811"/>
                </a:lnTo>
                <a:lnTo>
                  <a:pt x="125471" y="153613"/>
                </a:lnTo>
                <a:lnTo>
                  <a:pt x="122466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69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0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0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0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1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2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41074" y="108177"/>
                </a:lnTo>
                <a:lnTo>
                  <a:pt x="40908" y="109984"/>
                </a:lnTo>
                <a:lnTo>
                  <a:pt x="40799" y="111169"/>
                </a:lnTo>
                <a:lnTo>
                  <a:pt x="40712" y="112114"/>
                </a:lnTo>
                <a:lnTo>
                  <a:pt x="40232" y="118435"/>
                </a:lnTo>
                <a:lnTo>
                  <a:pt x="40132" y="119746"/>
                </a:lnTo>
                <a:lnTo>
                  <a:pt x="40060" y="120883"/>
                </a:lnTo>
                <a:lnTo>
                  <a:pt x="39942" y="123214"/>
                </a:lnTo>
                <a:lnTo>
                  <a:pt x="39857" y="125429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5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2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8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2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5" y="119368"/>
                </a:lnTo>
                <a:lnTo>
                  <a:pt x="171219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5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1283" y="255930"/>
                </a:lnTo>
                <a:lnTo>
                  <a:pt x="241330" y="255522"/>
                </a:lnTo>
                <a:lnTo>
                  <a:pt x="242291" y="241417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41368" y="200501"/>
                </a:lnTo>
                <a:lnTo>
                  <a:pt x="231732" y="159118"/>
                </a:lnTo>
                <a:lnTo>
                  <a:pt x="203910" y="125429"/>
                </a:lnTo>
                <a:lnTo>
                  <a:pt x="177954" y="119368"/>
                </a:lnTo>
                <a:lnTo>
                  <a:pt x="332195" y="119368"/>
                </a:lnTo>
                <a:lnTo>
                  <a:pt x="333459" y="123214"/>
                </a:lnTo>
                <a:lnTo>
                  <a:pt x="339929" y="160430"/>
                </a:lnTo>
                <a:lnTo>
                  <a:pt x="342005" y="200501"/>
                </a:lnTo>
                <a:lnTo>
                  <a:pt x="341982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1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1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117990" y="524731"/>
            <a:ext cx="655320" cy="468630"/>
          </a:xfrm>
          <a:custGeom>
            <a:avLst/>
            <a:gdLst/>
            <a:ahLst/>
            <a:cxnLst/>
            <a:rect l="l" t="t" r="r" b="b"/>
            <a:pathLst>
              <a:path w="655320" h="468630">
                <a:moveTo>
                  <a:pt x="294957" y="103174"/>
                </a:moveTo>
                <a:lnTo>
                  <a:pt x="282397" y="59994"/>
                </a:lnTo>
                <a:lnTo>
                  <a:pt x="254419" y="29514"/>
                </a:lnTo>
                <a:lnTo>
                  <a:pt x="210248" y="6654"/>
                </a:lnTo>
                <a:lnTo>
                  <a:pt x="181800" y="304"/>
                </a:lnTo>
                <a:lnTo>
                  <a:pt x="148501" y="304"/>
                </a:lnTo>
                <a:lnTo>
                  <a:pt x="130352" y="2844"/>
                </a:lnTo>
                <a:lnTo>
                  <a:pt x="121196" y="5384"/>
                </a:lnTo>
                <a:lnTo>
                  <a:pt x="112052" y="6654"/>
                </a:lnTo>
                <a:lnTo>
                  <a:pt x="102933" y="9194"/>
                </a:lnTo>
                <a:lnTo>
                  <a:pt x="93827" y="13004"/>
                </a:lnTo>
                <a:lnTo>
                  <a:pt x="84823" y="15544"/>
                </a:lnTo>
                <a:lnTo>
                  <a:pt x="50761" y="33324"/>
                </a:lnTo>
                <a:lnTo>
                  <a:pt x="17132" y="65074"/>
                </a:lnTo>
                <a:lnTo>
                  <a:pt x="444" y="106984"/>
                </a:lnTo>
                <a:lnTo>
                  <a:pt x="12" y="115874"/>
                </a:lnTo>
                <a:lnTo>
                  <a:pt x="88" y="120954"/>
                </a:lnTo>
                <a:lnTo>
                  <a:pt x="190" y="123494"/>
                </a:lnTo>
                <a:lnTo>
                  <a:pt x="279" y="126034"/>
                </a:lnTo>
                <a:lnTo>
                  <a:pt x="330" y="127304"/>
                </a:lnTo>
                <a:lnTo>
                  <a:pt x="457" y="128574"/>
                </a:lnTo>
                <a:lnTo>
                  <a:pt x="584" y="129844"/>
                </a:lnTo>
                <a:lnTo>
                  <a:pt x="711" y="131114"/>
                </a:lnTo>
                <a:lnTo>
                  <a:pt x="838" y="132384"/>
                </a:lnTo>
                <a:lnTo>
                  <a:pt x="1473" y="138734"/>
                </a:lnTo>
                <a:lnTo>
                  <a:pt x="3365" y="148894"/>
                </a:lnTo>
                <a:lnTo>
                  <a:pt x="23736" y="190804"/>
                </a:lnTo>
                <a:lnTo>
                  <a:pt x="36626" y="204774"/>
                </a:lnTo>
                <a:lnTo>
                  <a:pt x="44018" y="212394"/>
                </a:lnTo>
                <a:lnTo>
                  <a:pt x="52019" y="217474"/>
                </a:lnTo>
                <a:lnTo>
                  <a:pt x="59728" y="222554"/>
                </a:lnTo>
                <a:lnTo>
                  <a:pt x="66243" y="226364"/>
                </a:lnTo>
                <a:lnTo>
                  <a:pt x="71551" y="228904"/>
                </a:lnTo>
                <a:lnTo>
                  <a:pt x="74714" y="228904"/>
                </a:lnTo>
                <a:lnTo>
                  <a:pt x="204343" y="228904"/>
                </a:lnTo>
                <a:lnTo>
                  <a:pt x="204076" y="227634"/>
                </a:lnTo>
                <a:lnTo>
                  <a:pt x="199936" y="220014"/>
                </a:lnTo>
                <a:lnTo>
                  <a:pt x="197396" y="217474"/>
                </a:lnTo>
                <a:lnTo>
                  <a:pt x="191389" y="211124"/>
                </a:lnTo>
                <a:lnTo>
                  <a:pt x="188074" y="208584"/>
                </a:lnTo>
                <a:lnTo>
                  <a:pt x="180822" y="203504"/>
                </a:lnTo>
                <a:lnTo>
                  <a:pt x="177139" y="202234"/>
                </a:lnTo>
                <a:lnTo>
                  <a:pt x="168541" y="195884"/>
                </a:lnTo>
                <a:lnTo>
                  <a:pt x="163614" y="193344"/>
                </a:lnTo>
                <a:lnTo>
                  <a:pt x="158648" y="189534"/>
                </a:lnTo>
                <a:lnTo>
                  <a:pt x="153771" y="185724"/>
                </a:lnTo>
                <a:lnTo>
                  <a:pt x="149415" y="183184"/>
                </a:lnTo>
                <a:lnTo>
                  <a:pt x="145592" y="178104"/>
                </a:lnTo>
                <a:lnTo>
                  <a:pt x="141859" y="174294"/>
                </a:lnTo>
                <a:lnTo>
                  <a:pt x="138849" y="169214"/>
                </a:lnTo>
                <a:lnTo>
                  <a:pt x="136575" y="164134"/>
                </a:lnTo>
                <a:lnTo>
                  <a:pt x="134391" y="159054"/>
                </a:lnTo>
                <a:lnTo>
                  <a:pt x="133311" y="153974"/>
                </a:lnTo>
                <a:lnTo>
                  <a:pt x="133311" y="141274"/>
                </a:lnTo>
                <a:lnTo>
                  <a:pt x="172999" y="119684"/>
                </a:lnTo>
                <a:lnTo>
                  <a:pt x="191541" y="119684"/>
                </a:lnTo>
                <a:lnTo>
                  <a:pt x="223456" y="126034"/>
                </a:lnTo>
                <a:lnTo>
                  <a:pt x="229158" y="128574"/>
                </a:lnTo>
                <a:lnTo>
                  <a:pt x="245999" y="132384"/>
                </a:lnTo>
                <a:lnTo>
                  <a:pt x="267385" y="132384"/>
                </a:lnTo>
                <a:lnTo>
                  <a:pt x="271945" y="129844"/>
                </a:lnTo>
                <a:lnTo>
                  <a:pt x="276504" y="128574"/>
                </a:lnTo>
                <a:lnTo>
                  <a:pt x="280962" y="126034"/>
                </a:lnTo>
                <a:lnTo>
                  <a:pt x="285318" y="122224"/>
                </a:lnTo>
                <a:lnTo>
                  <a:pt x="289052" y="119684"/>
                </a:lnTo>
                <a:lnTo>
                  <a:pt x="291579" y="115874"/>
                </a:lnTo>
                <a:lnTo>
                  <a:pt x="292735" y="112064"/>
                </a:lnTo>
                <a:lnTo>
                  <a:pt x="294284" y="106984"/>
                </a:lnTo>
                <a:lnTo>
                  <a:pt x="294957" y="103174"/>
                </a:lnTo>
                <a:close/>
              </a:path>
              <a:path w="655320" h="468630">
                <a:moveTo>
                  <a:pt x="326351" y="324154"/>
                </a:moveTo>
                <a:lnTo>
                  <a:pt x="306146" y="294944"/>
                </a:lnTo>
                <a:lnTo>
                  <a:pt x="298843" y="296214"/>
                </a:lnTo>
                <a:lnTo>
                  <a:pt x="290753" y="300024"/>
                </a:lnTo>
                <a:lnTo>
                  <a:pt x="284695" y="303834"/>
                </a:lnTo>
                <a:lnTo>
                  <a:pt x="272567" y="313994"/>
                </a:lnTo>
                <a:lnTo>
                  <a:pt x="266509" y="321614"/>
                </a:lnTo>
                <a:lnTo>
                  <a:pt x="254977" y="335584"/>
                </a:lnTo>
                <a:lnTo>
                  <a:pt x="220040" y="364794"/>
                </a:lnTo>
                <a:lnTo>
                  <a:pt x="176517" y="380034"/>
                </a:lnTo>
                <a:lnTo>
                  <a:pt x="169468" y="378764"/>
                </a:lnTo>
                <a:lnTo>
                  <a:pt x="162369" y="378764"/>
                </a:lnTo>
                <a:lnTo>
                  <a:pt x="148069" y="373684"/>
                </a:lnTo>
                <a:lnTo>
                  <a:pt x="144894" y="372414"/>
                </a:lnTo>
                <a:lnTo>
                  <a:pt x="141706" y="371144"/>
                </a:lnTo>
                <a:lnTo>
                  <a:pt x="118071" y="344474"/>
                </a:lnTo>
                <a:lnTo>
                  <a:pt x="118071" y="339394"/>
                </a:lnTo>
                <a:lnTo>
                  <a:pt x="118427" y="330504"/>
                </a:lnTo>
                <a:lnTo>
                  <a:pt x="119481" y="324154"/>
                </a:lnTo>
                <a:lnTo>
                  <a:pt x="121221" y="316534"/>
                </a:lnTo>
                <a:lnTo>
                  <a:pt x="123672" y="311454"/>
                </a:lnTo>
                <a:lnTo>
                  <a:pt x="127406" y="302564"/>
                </a:lnTo>
                <a:lnTo>
                  <a:pt x="131178" y="297484"/>
                </a:lnTo>
                <a:lnTo>
                  <a:pt x="132118" y="296214"/>
                </a:lnTo>
                <a:lnTo>
                  <a:pt x="143624" y="284784"/>
                </a:lnTo>
                <a:lnTo>
                  <a:pt x="150037" y="279704"/>
                </a:lnTo>
                <a:lnTo>
                  <a:pt x="164134" y="270814"/>
                </a:lnTo>
                <a:lnTo>
                  <a:pt x="170815" y="267004"/>
                </a:lnTo>
                <a:lnTo>
                  <a:pt x="177139" y="264464"/>
                </a:lnTo>
                <a:lnTo>
                  <a:pt x="184086" y="260654"/>
                </a:lnTo>
                <a:lnTo>
                  <a:pt x="190449" y="256844"/>
                </a:lnTo>
                <a:lnTo>
                  <a:pt x="196253" y="253034"/>
                </a:lnTo>
                <a:lnTo>
                  <a:pt x="202158" y="249224"/>
                </a:lnTo>
                <a:lnTo>
                  <a:pt x="205117" y="244144"/>
                </a:lnTo>
                <a:lnTo>
                  <a:pt x="205117" y="232714"/>
                </a:lnTo>
                <a:lnTo>
                  <a:pt x="204597" y="230174"/>
                </a:lnTo>
                <a:lnTo>
                  <a:pt x="204457" y="229476"/>
                </a:lnTo>
                <a:lnTo>
                  <a:pt x="75120" y="229476"/>
                </a:lnTo>
                <a:lnTo>
                  <a:pt x="73406" y="229476"/>
                </a:lnTo>
                <a:lnTo>
                  <a:pt x="68910" y="231444"/>
                </a:lnTo>
                <a:lnTo>
                  <a:pt x="35890" y="255574"/>
                </a:lnTo>
                <a:lnTo>
                  <a:pt x="12382" y="287324"/>
                </a:lnTo>
                <a:lnTo>
                  <a:pt x="457" y="331774"/>
                </a:lnTo>
                <a:lnTo>
                  <a:pt x="0" y="343204"/>
                </a:lnTo>
                <a:lnTo>
                  <a:pt x="114" y="348284"/>
                </a:lnTo>
                <a:lnTo>
                  <a:pt x="177" y="349554"/>
                </a:lnTo>
                <a:lnTo>
                  <a:pt x="292" y="352094"/>
                </a:lnTo>
                <a:lnTo>
                  <a:pt x="11049" y="390194"/>
                </a:lnTo>
                <a:lnTo>
                  <a:pt x="39319" y="425754"/>
                </a:lnTo>
                <a:lnTo>
                  <a:pt x="85750" y="453694"/>
                </a:lnTo>
                <a:lnTo>
                  <a:pt x="94018" y="456234"/>
                </a:lnTo>
                <a:lnTo>
                  <a:pt x="102336" y="460044"/>
                </a:lnTo>
                <a:lnTo>
                  <a:pt x="110718" y="462584"/>
                </a:lnTo>
                <a:lnTo>
                  <a:pt x="143586" y="467664"/>
                </a:lnTo>
                <a:lnTo>
                  <a:pt x="163042" y="467664"/>
                </a:lnTo>
                <a:lnTo>
                  <a:pt x="206768" y="458774"/>
                </a:lnTo>
                <a:lnTo>
                  <a:pt x="243916" y="439724"/>
                </a:lnTo>
                <a:lnTo>
                  <a:pt x="274218" y="415594"/>
                </a:lnTo>
                <a:lnTo>
                  <a:pt x="286727" y="401624"/>
                </a:lnTo>
                <a:lnTo>
                  <a:pt x="292315" y="395274"/>
                </a:lnTo>
                <a:lnTo>
                  <a:pt x="297522" y="388924"/>
                </a:lnTo>
                <a:lnTo>
                  <a:pt x="302260" y="382574"/>
                </a:lnTo>
                <a:lnTo>
                  <a:pt x="303961" y="380034"/>
                </a:lnTo>
                <a:lnTo>
                  <a:pt x="306527" y="376224"/>
                </a:lnTo>
                <a:lnTo>
                  <a:pt x="310337" y="369874"/>
                </a:lnTo>
                <a:lnTo>
                  <a:pt x="315214" y="360984"/>
                </a:lnTo>
                <a:lnTo>
                  <a:pt x="318782" y="354634"/>
                </a:lnTo>
                <a:lnTo>
                  <a:pt x="321068" y="348284"/>
                </a:lnTo>
                <a:lnTo>
                  <a:pt x="324586" y="339394"/>
                </a:lnTo>
                <a:lnTo>
                  <a:pt x="326351" y="330504"/>
                </a:lnTo>
                <a:lnTo>
                  <a:pt x="326351" y="324154"/>
                </a:lnTo>
                <a:close/>
              </a:path>
              <a:path w="655320" h="468630">
                <a:moveTo>
                  <a:pt x="654837" y="359410"/>
                </a:moveTo>
                <a:lnTo>
                  <a:pt x="646049" y="320040"/>
                </a:lnTo>
                <a:lnTo>
                  <a:pt x="624281" y="284480"/>
                </a:lnTo>
                <a:lnTo>
                  <a:pt x="597090" y="254000"/>
                </a:lnTo>
                <a:lnTo>
                  <a:pt x="590042" y="247650"/>
                </a:lnTo>
                <a:lnTo>
                  <a:pt x="583374" y="241300"/>
                </a:lnTo>
                <a:lnTo>
                  <a:pt x="577062" y="236220"/>
                </a:lnTo>
                <a:lnTo>
                  <a:pt x="571131" y="229870"/>
                </a:lnTo>
                <a:lnTo>
                  <a:pt x="567918" y="227330"/>
                </a:lnTo>
                <a:lnTo>
                  <a:pt x="562267" y="222250"/>
                </a:lnTo>
                <a:lnTo>
                  <a:pt x="559676" y="219710"/>
                </a:lnTo>
                <a:lnTo>
                  <a:pt x="557403" y="218440"/>
                </a:lnTo>
                <a:lnTo>
                  <a:pt x="555434" y="215900"/>
                </a:lnTo>
                <a:lnTo>
                  <a:pt x="542378" y="203200"/>
                </a:lnTo>
                <a:lnTo>
                  <a:pt x="536994" y="198120"/>
                </a:lnTo>
                <a:lnTo>
                  <a:pt x="531812" y="193040"/>
                </a:lnTo>
                <a:lnTo>
                  <a:pt x="521855" y="182880"/>
                </a:lnTo>
                <a:lnTo>
                  <a:pt x="517461" y="177800"/>
                </a:lnTo>
                <a:lnTo>
                  <a:pt x="509790" y="166370"/>
                </a:lnTo>
                <a:lnTo>
                  <a:pt x="508292" y="163830"/>
                </a:lnTo>
                <a:lnTo>
                  <a:pt x="506780" y="161290"/>
                </a:lnTo>
                <a:lnTo>
                  <a:pt x="502437" y="152400"/>
                </a:lnTo>
                <a:lnTo>
                  <a:pt x="501345" y="147320"/>
                </a:lnTo>
                <a:lnTo>
                  <a:pt x="501345" y="142240"/>
                </a:lnTo>
                <a:lnTo>
                  <a:pt x="529120" y="115570"/>
                </a:lnTo>
                <a:lnTo>
                  <a:pt x="542899" y="115570"/>
                </a:lnTo>
                <a:lnTo>
                  <a:pt x="548081" y="116840"/>
                </a:lnTo>
                <a:lnTo>
                  <a:pt x="552945" y="118110"/>
                </a:lnTo>
                <a:lnTo>
                  <a:pt x="557822" y="118110"/>
                </a:lnTo>
                <a:lnTo>
                  <a:pt x="562432" y="120650"/>
                </a:lnTo>
                <a:lnTo>
                  <a:pt x="566775" y="121920"/>
                </a:lnTo>
                <a:lnTo>
                  <a:pt x="571131" y="124460"/>
                </a:lnTo>
                <a:lnTo>
                  <a:pt x="575322" y="125730"/>
                </a:lnTo>
                <a:lnTo>
                  <a:pt x="583412" y="130810"/>
                </a:lnTo>
                <a:lnTo>
                  <a:pt x="587133" y="133350"/>
                </a:lnTo>
                <a:lnTo>
                  <a:pt x="590562" y="134620"/>
                </a:lnTo>
                <a:lnTo>
                  <a:pt x="596049" y="138430"/>
                </a:lnTo>
                <a:lnTo>
                  <a:pt x="606729" y="143510"/>
                </a:lnTo>
                <a:lnTo>
                  <a:pt x="612013" y="147320"/>
                </a:lnTo>
                <a:lnTo>
                  <a:pt x="617499" y="147320"/>
                </a:lnTo>
                <a:lnTo>
                  <a:pt x="623201" y="144780"/>
                </a:lnTo>
                <a:lnTo>
                  <a:pt x="629615" y="142240"/>
                </a:lnTo>
                <a:lnTo>
                  <a:pt x="648487" y="115570"/>
                </a:lnTo>
                <a:lnTo>
                  <a:pt x="648843" y="114300"/>
                </a:lnTo>
                <a:lnTo>
                  <a:pt x="650125" y="106680"/>
                </a:lnTo>
                <a:lnTo>
                  <a:pt x="650201" y="105410"/>
                </a:lnTo>
                <a:lnTo>
                  <a:pt x="650557" y="99060"/>
                </a:lnTo>
                <a:lnTo>
                  <a:pt x="650481" y="95250"/>
                </a:lnTo>
                <a:lnTo>
                  <a:pt x="639889" y="55880"/>
                </a:lnTo>
                <a:lnTo>
                  <a:pt x="609828" y="21590"/>
                </a:lnTo>
                <a:lnTo>
                  <a:pt x="566077" y="2540"/>
                </a:lnTo>
                <a:lnTo>
                  <a:pt x="546023" y="0"/>
                </a:lnTo>
                <a:lnTo>
                  <a:pt x="522922" y="0"/>
                </a:lnTo>
                <a:lnTo>
                  <a:pt x="475310" y="10160"/>
                </a:lnTo>
                <a:lnTo>
                  <a:pt x="433793" y="30480"/>
                </a:lnTo>
                <a:lnTo>
                  <a:pt x="399592" y="59690"/>
                </a:lnTo>
                <a:lnTo>
                  <a:pt x="378040" y="92710"/>
                </a:lnTo>
                <a:lnTo>
                  <a:pt x="367284" y="130810"/>
                </a:lnTo>
                <a:lnTo>
                  <a:pt x="367398" y="144780"/>
                </a:lnTo>
                <a:lnTo>
                  <a:pt x="378244" y="186690"/>
                </a:lnTo>
                <a:lnTo>
                  <a:pt x="398233" y="220980"/>
                </a:lnTo>
                <a:lnTo>
                  <a:pt x="423710" y="251460"/>
                </a:lnTo>
                <a:lnTo>
                  <a:pt x="452323" y="278130"/>
                </a:lnTo>
                <a:lnTo>
                  <a:pt x="461784" y="287020"/>
                </a:lnTo>
                <a:lnTo>
                  <a:pt x="470979" y="294640"/>
                </a:lnTo>
                <a:lnTo>
                  <a:pt x="479894" y="302260"/>
                </a:lnTo>
                <a:lnTo>
                  <a:pt x="508914" y="326390"/>
                </a:lnTo>
                <a:lnTo>
                  <a:pt x="514870" y="332740"/>
                </a:lnTo>
                <a:lnTo>
                  <a:pt x="519836" y="337820"/>
                </a:lnTo>
                <a:lnTo>
                  <a:pt x="524916" y="342900"/>
                </a:lnTo>
                <a:lnTo>
                  <a:pt x="528751" y="347980"/>
                </a:lnTo>
                <a:lnTo>
                  <a:pt x="533933" y="355600"/>
                </a:lnTo>
                <a:lnTo>
                  <a:pt x="535228" y="359410"/>
                </a:lnTo>
                <a:lnTo>
                  <a:pt x="535228" y="365760"/>
                </a:lnTo>
                <a:lnTo>
                  <a:pt x="534187" y="369570"/>
                </a:lnTo>
                <a:lnTo>
                  <a:pt x="530047" y="377190"/>
                </a:lnTo>
                <a:lnTo>
                  <a:pt x="527037" y="381000"/>
                </a:lnTo>
                <a:lnTo>
                  <a:pt x="523100" y="383540"/>
                </a:lnTo>
                <a:lnTo>
                  <a:pt x="519163" y="387350"/>
                </a:lnTo>
                <a:lnTo>
                  <a:pt x="514553" y="389890"/>
                </a:lnTo>
                <a:lnTo>
                  <a:pt x="503986" y="393700"/>
                </a:lnTo>
                <a:lnTo>
                  <a:pt x="498652" y="397510"/>
                </a:lnTo>
                <a:lnTo>
                  <a:pt x="493382" y="404952"/>
                </a:lnTo>
                <a:lnTo>
                  <a:pt x="490677" y="402590"/>
                </a:lnTo>
                <a:lnTo>
                  <a:pt x="487768" y="400050"/>
                </a:lnTo>
                <a:lnTo>
                  <a:pt x="486321" y="398780"/>
                </a:lnTo>
                <a:lnTo>
                  <a:pt x="478904" y="394970"/>
                </a:lnTo>
                <a:lnTo>
                  <a:pt x="463778" y="391160"/>
                </a:lnTo>
                <a:lnTo>
                  <a:pt x="457250" y="389890"/>
                </a:lnTo>
                <a:lnTo>
                  <a:pt x="451764" y="387350"/>
                </a:lnTo>
                <a:lnTo>
                  <a:pt x="446062" y="384810"/>
                </a:lnTo>
                <a:lnTo>
                  <a:pt x="429221" y="381000"/>
                </a:lnTo>
                <a:lnTo>
                  <a:pt x="423938" y="382270"/>
                </a:lnTo>
                <a:lnTo>
                  <a:pt x="418973" y="386080"/>
                </a:lnTo>
                <a:lnTo>
                  <a:pt x="413575" y="389890"/>
                </a:lnTo>
                <a:lnTo>
                  <a:pt x="410883" y="396240"/>
                </a:lnTo>
                <a:lnTo>
                  <a:pt x="410883" y="410210"/>
                </a:lnTo>
                <a:lnTo>
                  <a:pt x="414045" y="417830"/>
                </a:lnTo>
                <a:lnTo>
                  <a:pt x="420370" y="425450"/>
                </a:lnTo>
                <a:lnTo>
                  <a:pt x="425450" y="430530"/>
                </a:lnTo>
                <a:lnTo>
                  <a:pt x="431203" y="435610"/>
                </a:lnTo>
                <a:lnTo>
                  <a:pt x="437642" y="441960"/>
                </a:lnTo>
                <a:lnTo>
                  <a:pt x="444766" y="445770"/>
                </a:lnTo>
                <a:lnTo>
                  <a:pt x="452602" y="450850"/>
                </a:lnTo>
                <a:lnTo>
                  <a:pt x="461048" y="454660"/>
                </a:lnTo>
                <a:lnTo>
                  <a:pt x="470090" y="458470"/>
                </a:lnTo>
                <a:lnTo>
                  <a:pt x="479742" y="462280"/>
                </a:lnTo>
                <a:lnTo>
                  <a:pt x="489889" y="464820"/>
                </a:lnTo>
                <a:lnTo>
                  <a:pt x="522795" y="468630"/>
                </a:lnTo>
                <a:lnTo>
                  <a:pt x="547814" y="466090"/>
                </a:lnTo>
                <a:lnTo>
                  <a:pt x="559981" y="463550"/>
                </a:lnTo>
                <a:lnTo>
                  <a:pt x="571906" y="459740"/>
                </a:lnTo>
                <a:lnTo>
                  <a:pt x="583450" y="455930"/>
                </a:lnTo>
                <a:lnTo>
                  <a:pt x="594283" y="449580"/>
                </a:lnTo>
                <a:lnTo>
                  <a:pt x="604431" y="444500"/>
                </a:lnTo>
                <a:lnTo>
                  <a:pt x="635457" y="415290"/>
                </a:lnTo>
                <a:lnTo>
                  <a:pt x="642797" y="404952"/>
                </a:lnTo>
                <a:lnTo>
                  <a:pt x="643559" y="403860"/>
                </a:lnTo>
                <a:lnTo>
                  <a:pt x="648525" y="393700"/>
                </a:lnTo>
                <a:lnTo>
                  <a:pt x="652068" y="382270"/>
                </a:lnTo>
                <a:lnTo>
                  <a:pt x="654202" y="372110"/>
                </a:lnTo>
                <a:lnTo>
                  <a:pt x="654824" y="361950"/>
                </a:lnTo>
                <a:lnTo>
                  <a:pt x="654837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611028" y="522496"/>
            <a:ext cx="1410970" cy="473709"/>
          </a:xfrm>
          <a:custGeom>
            <a:avLst/>
            <a:gdLst/>
            <a:ahLst/>
            <a:cxnLst/>
            <a:rect l="l" t="t" r="r" b="b"/>
            <a:pathLst>
              <a:path w="1410970" h="473709">
                <a:moveTo>
                  <a:pt x="131533" y="54470"/>
                </a:moveTo>
                <a:lnTo>
                  <a:pt x="129959" y="42062"/>
                </a:lnTo>
                <a:lnTo>
                  <a:pt x="128879" y="38595"/>
                </a:lnTo>
                <a:lnTo>
                  <a:pt x="126644" y="31381"/>
                </a:lnTo>
                <a:lnTo>
                  <a:pt x="97497" y="4572"/>
                </a:lnTo>
                <a:lnTo>
                  <a:pt x="78854" y="0"/>
                </a:lnTo>
                <a:lnTo>
                  <a:pt x="71793" y="0"/>
                </a:lnTo>
                <a:lnTo>
                  <a:pt x="64096" y="1765"/>
                </a:lnTo>
                <a:lnTo>
                  <a:pt x="56946" y="3314"/>
                </a:lnTo>
                <a:lnTo>
                  <a:pt x="50355" y="6172"/>
                </a:lnTo>
                <a:lnTo>
                  <a:pt x="41973" y="11938"/>
                </a:lnTo>
                <a:lnTo>
                  <a:pt x="41973" y="103835"/>
                </a:lnTo>
                <a:lnTo>
                  <a:pt x="41871" y="105283"/>
                </a:lnTo>
                <a:lnTo>
                  <a:pt x="41249" y="113703"/>
                </a:lnTo>
                <a:lnTo>
                  <a:pt x="41973" y="103835"/>
                </a:lnTo>
                <a:lnTo>
                  <a:pt x="41973" y="11938"/>
                </a:lnTo>
                <a:lnTo>
                  <a:pt x="38442" y="14351"/>
                </a:lnTo>
                <a:lnTo>
                  <a:pt x="33312" y="19481"/>
                </a:lnTo>
                <a:lnTo>
                  <a:pt x="31597" y="21945"/>
                </a:lnTo>
                <a:lnTo>
                  <a:pt x="31597" y="120307"/>
                </a:lnTo>
                <a:lnTo>
                  <a:pt x="30289" y="130454"/>
                </a:lnTo>
                <a:lnTo>
                  <a:pt x="28968" y="141655"/>
                </a:lnTo>
                <a:lnTo>
                  <a:pt x="30454" y="129006"/>
                </a:lnTo>
                <a:lnTo>
                  <a:pt x="31597" y="120307"/>
                </a:lnTo>
                <a:lnTo>
                  <a:pt x="31597" y="21945"/>
                </a:lnTo>
                <a:lnTo>
                  <a:pt x="28968" y="25704"/>
                </a:lnTo>
                <a:lnTo>
                  <a:pt x="24612" y="31813"/>
                </a:lnTo>
                <a:lnTo>
                  <a:pt x="21475" y="38595"/>
                </a:lnTo>
                <a:lnTo>
                  <a:pt x="11290" y="85775"/>
                </a:lnTo>
                <a:lnTo>
                  <a:pt x="5029" y="130454"/>
                </a:lnTo>
                <a:lnTo>
                  <a:pt x="1181" y="178523"/>
                </a:lnTo>
                <a:lnTo>
                  <a:pt x="0" y="220865"/>
                </a:lnTo>
                <a:lnTo>
                  <a:pt x="76" y="246849"/>
                </a:lnTo>
                <a:lnTo>
                  <a:pt x="177" y="250240"/>
                </a:lnTo>
                <a:lnTo>
                  <a:pt x="596" y="265099"/>
                </a:lnTo>
                <a:lnTo>
                  <a:pt x="4318" y="319366"/>
                </a:lnTo>
                <a:lnTo>
                  <a:pt x="11861" y="371043"/>
                </a:lnTo>
                <a:lnTo>
                  <a:pt x="22440" y="415353"/>
                </a:lnTo>
                <a:lnTo>
                  <a:pt x="39065" y="454571"/>
                </a:lnTo>
                <a:lnTo>
                  <a:pt x="60210" y="473176"/>
                </a:lnTo>
                <a:lnTo>
                  <a:pt x="75120" y="473176"/>
                </a:lnTo>
                <a:lnTo>
                  <a:pt x="98132" y="434314"/>
                </a:lnTo>
                <a:lnTo>
                  <a:pt x="100406" y="383451"/>
                </a:lnTo>
                <a:lnTo>
                  <a:pt x="101003" y="371043"/>
                </a:lnTo>
                <a:lnTo>
                  <a:pt x="104038" y="325983"/>
                </a:lnTo>
                <a:lnTo>
                  <a:pt x="108115" y="280263"/>
                </a:lnTo>
                <a:lnTo>
                  <a:pt x="112776" y="235445"/>
                </a:lnTo>
                <a:lnTo>
                  <a:pt x="117627" y="192290"/>
                </a:lnTo>
                <a:lnTo>
                  <a:pt x="123482" y="143002"/>
                </a:lnTo>
                <a:lnTo>
                  <a:pt x="123520" y="142684"/>
                </a:lnTo>
                <a:lnTo>
                  <a:pt x="128917" y="94881"/>
                </a:lnTo>
                <a:lnTo>
                  <a:pt x="131406" y="66662"/>
                </a:lnTo>
                <a:lnTo>
                  <a:pt x="131533" y="54470"/>
                </a:lnTo>
                <a:close/>
              </a:path>
              <a:path w="1410970" h="473709">
                <a:moveTo>
                  <a:pt x="498475" y="156578"/>
                </a:moveTo>
                <a:lnTo>
                  <a:pt x="498424" y="132448"/>
                </a:lnTo>
                <a:lnTo>
                  <a:pt x="498335" y="129908"/>
                </a:lnTo>
                <a:lnTo>
                  <a:pt x="497700" y="124828"/>
                </a:lnTo>
                <a:lnTo>
                  <a:pt x="496608" y="115938"/>
                </a:lnTo>
                <a:lnTo>
                  <a:pt x="484644" y="76568"/>
                </a:lnTo>
                <a:lnTo>
                  <a:pt x="470268" y="52438"/>
                </a:lnTo>
                <a:lnTo>
                  <a:pt x="465632" y="47358"/>
                </a:lnTo>
                <a:lnTo>
                  <a:pt x="438238" y="25768"/>
                </a:lnTo>
                <a:lnTo>
                  <a:pt x="434606" y="23228"/>
                </a:lnTo>
                <a:lnTo>
                  <a:pt x="430987" y="20688"/>
                </a:lnTo>
                <a:lnTo>
                  <a:pt x="423214" y="18148"/>
                </a:lnTo>
                <a:lnTo>
                  <a:pt x="420306" y="16878"/>
                </a:lnTo>
                <a:lnTo>
                  <a:pt x="411441" y="13068"/>
                </a:lnTo>
                <a:lnTo>
                  <a:pt x="399122" y="7988"/>
                </a:lnTo>
                <a:lnTo>
                  <a:pt x="386994" y="5537"/>
                </a:lnTo>
                <a:lnTo>
                  <a:pt x="386994" y="164198"/>
                </a:lnTo>
                <a:lnTo>
                  <a:pt x="386994" y="180708"/>
                </a:lnTo>
                <a:lnTo>
                  <a:pt x="370205" y="225158"/>
                </a:lnTo>
                <a:lnTo>
                  <a:pt x="331876" y="244208"/>
                </a:lnTo>
                <a:lnTo>
                  <a:pt x="315785" y="244208"/>
                </a:lnTo>
                <a:lnTo>
                  <a:pt x="309054" y="242938"/>
                </a:lnTo>
                <a:lnTo>
                  <a:pt x="302107" y="242938"/>
                </a:lnTo>
                <a:lnTo>
                  <a:pt x="294982" y="241668"/>
                </a:lnTo>
                <a:lnTo>
                  <a:pt x="285343" y="240398"/>
                </a:lnTo>
                <a:lnTo>
                  <a:pt x="278295" y="237858"/>
                </a:lnTo>
                <a:lnTo>
                  <a:pt x="273850" y="236588"/>
                </a:lnTo>
                <a:lnTo>
                  <a:pt x="274840" y="226428"/>
                </a:lnTo>
                <a:lnTo>
                  <a:pt x="275945" y="216268"/>
                </a:lnTo>
                <a:lnTo>
                  <a:pt x="277164" y="206108"/>
                </a:lnTo>
                <a:lnTo>
                  <a:pt x="281533" y="169278"/>
                </a:lnTo>
                <a:lnTo>
                  <a:pt x="283794" y="150228"/>
                </a:lnTo>
                <a:lnTo>
                  <a:pt x="278041" y="148958"/>
                </a:lnTo>
                <a:lnTo>
                  <a:pt x="282905" y="148958"/>
                </a:lnTo>
                <a:lnTo>
                  <a:pt x="287159" y="147688"/>
                </a:lnTo>
                <a:lnTo>
                  <a:pt x="294513" y="141338"/>
                </a:lnTo>
                <a:lnTo>
                  <a:pt x="298716" y="137528"/>
                </a:lnTo>
                <a:lnTo>
                  <a:pt x="303377" y="134988"/>
                </a:lnTo>
                <a:lnTo>
                  <a:pt x="308140" y="131178"/>
                </a:lnTo>
                <a:lnTo>
                  <a:pt x="313321" y="128638"/>
                </a:lnTo>
                <a:lnTo>
                  <a:pt x="318922" y="127368"/>
                </a:lnTo>
                <a:lnTo>
                  <a:pt x="324510" y="124828"/>
                </a:lnTo>
                <a:lnTo>
                  <a:pt x="352018" y="124828"/>
                </a:lnTo>
                <a:lnTo>
                  <a:pt x="358241" y="127368"/>
                </a:lnTo>
                <a:lnTo>
                  <a:pt x="364566" y="128638"/>
                </a:lnTo>
                <a:lnTo>
                  <a:pt x="369747" y="132448"/>
                </a:lnTo>
                <a:lnTo>
                  <a:pt x="373786" y="134988"/>
                </a:lnTo>
                <a:lnTo>
                  <a:pt x="377926" y="138798"/>
                </a:lnTo>
                <a:lnTo>
                  <a:pt x="381139" y="143878"/>
                </a:lnTo>
                <a:lnTo>
                  <a:pt x="383425" y="150228"/>
                </a:lnTo>
                <a:lnTo>
                  <a:pt x="385800" y="156578"/>
                </a:lnTo>
                <a:lnTo>
                  <a:pt x="386994" y="164198"/>
                </a:lnTo>
                <a:lnTo>
                  <a:pt x="386994" y="5537"/>
                </a:lnTo>
                <a:lnTo>
                  <a:pt x="374091" y="2908"/>
                </a:lnTo>
                <a:lnTo>
                  <a:pt x="335076" y="2908"/>
                </a:lnTo>
                <a:lnTo>
                  <a:pt x="324751" y="4178"/>
                </a:lnTo>
                <a:lnTo>
                  <a:pt x="304177" y="9258"/>
                </a:lnTo>
                <a:lnTo>
                  <a:pt x="295148" y="10490"/>
                </a:lnTo>
                <a:lnTo>
                  <a:pt x="295021" y="10490"/>
                </a:lnTo>
                <a:lnTo>
                  <a:pt x="286448" y="13068"/>
                </a:lnTo>
                <a:lnTo>
                  <a:pt x="278815" y="16878"/>
                </a:lnTo>
                <a:lnTo>
                  <a:pt x="274040" y="11798"/>
                </a:lnTo>
                <a:lnTo>
                  <a:pt x="270433" y="10490"/>
                </a:lnTo>
                <a:lnTo>
                  <a:pt x="267004" y="9258"/>
                </a:lnTo>
                <a:lnTo>
                  <a:pt x="257721" y="9258"/>
                </a:lnTo>
                <a:lnTo>
                  <a:pt x="246481" y="10490"/>
                </a:lnTo>
                <a:lnTo>
                  <a:pt x="246380" y="9258"/>
                </a:lnTo>
                <a:lnTo>
                  <a:pt x="246278" y="7988"/>
                </a:lnTo>
                <a:lnTo>
                  <a:pt x="246176" y="6718"/>
                </a:lnTo>
                <a:lnTo>
                  <a:pt x="246075" y="5448"/>
                </a:lnTo>
                <a:lnTo>
                  <a:pt x="245973" y="4178"/>
                </a:lnTo>
                <a:lnTo>
                  <a:pt x="244627" y="368"/>
                </a:lnTo>
                <a:lnTo>
                  <a:pt x="223380" y="368"/>
                </a:lnTo>
                <a:lnTo>
                  <a:pt x="211264" y="5448"/>
                </a:lnTo>
                <a:lnTo>
                  <a:pt x="208254" y="7581"/>
                </a:lnTo>
                <a:lnTo>
                  <a:pt x="208254" y="108318"/>
                </a:lnTo>
                <a:lnTo>
                  <a:pt x="205701" y="111315"/>
                </a:lnTo>
                <a:lnTo>
                  <a:pt x="205765" y="110858"/>
                </a:lnTo>
                <a:lnTo>
                  <a:pt x="206971" y="105130"/>
                </a:lnTo>
                <a:lnTo>
                  <a:pt x="208254" y="108318"/>
                </a:lnTo>
                <a:lnTo>
                  <a:pt x="208254" y="7581"/>
                </a:lnTo>
                <a:lnTo>
                  <a:pt x="205867" y="9258"/>
                </a:lnTo>
                <a:lnTo>
                  <a:pt x="203822" y="10896"/>
                </a:lnTo>
                <a:lnTo>
                  <a:pt x="203822" y="126098"/>
                </a:lnTo>
                <a:lnTo>
                  <a:pt x="203720" y="127368"/>
                </a:lnTo>
                <a:lnTo>
                  <a:pt x="203657" y="128003"/>
                </a:lnTo>
                <a:lnTo>
                  <a:pt x="203822" y="126098"/>
                </a:lnTo>
                <a:lnTo>
                  <a:pt x="203822" y="10896"/>
                </a:lnTo>
                <a:lnTo>
                  <a:pt x="203504" y="11150"/>
                </a:lnTo>
                <a:lnTo>
                  <a:pt x="203504" y="129908"/>
                </a:lnTo>
                <a:lnTo>
                  <a:pt x="203403" y="131178"/>
                </a:lnTo>
                <a:lnTo>
                  <a:pt x="203339" y="131813"/>
                </a:lnTo>
                <a:lnTo>
                  <a:pt x="203504" y="129908"/>
                </a:lnTo>
                <a:lnTo>
                  <a:pt x="203504" y="11150"/>
                </a:lnTo>
                <a:lnTo>
                  <a:pt x="203352" y="11277"/>
                </a:lnTo>
                <a:lnTo>
                  <a:pt x="203352" y="94348"/>
                </a:lnTo>
                <a:lnTo>
                  <a:pt x="202717" y="86728"/>
                </a:lnTo>
                <a:lnTo>
                  <a:pt x="202831" y="85458"/>
                </a:lnTo>
                <a:lnTo>
                  <a:pt x="202946" y="84188"/>
                </a:lnTo>
                <a:lnTo>
                  <a:pt x="202933" y="89268"/>
                </a:lnTo>
                <a:lnTo>
                  <a:pt x="203352" y="94348"/>
                </a:lnTo>
                <a:lnTo>
                  <a:pt x="203352" y="11277"/>
                </a:lnTo>
                <a:lnTo>
                  <a:pt x="196342" y="16878"/>
                </a:lnTo>
                <a:lnTo>
                  <a:pt x="192189" y="21958"/>
                </a:lnTo>
                <a:lnTo>
                  <a:pt x="188671" y="28308"/>
                </a:lnTo>
                <a:lnTo>
                  <a:pt x="185140" y="33388"/>
                </a:lnTo>
                <a:lnTo>
                  <a:pt x="174752" y="75298"/>
                </a:lnTo>
                <a:lnTo>
                  <a:pt x="168198" y="119748"/>
                </a:lnTo>
                <a:lnTo>
                  <a:pt x="165404" y="143878"/>
                </a:lnTo>
                <a:lnTo>
                  <a:pt x="165290" y="145148"/>
                </a:lnTo>
                <a:lnTo>
                  <a:pt x="164325" y="156578"/>
                </a:lnTo>
                <a:lnTo>
                  <a:pt x="163487" y="166738"/>
                </a:lnTo>
                <a:lnTo>
                  <a:pt x="163410" y="168008"/>
                </a:lnTo>
                <a:lnTo>
                  <a:pt x="163334" y="169278"/>
                </a:lnTo>
                <a:lnTo>
                  <a:pt x="162648" y="180708"/>
                </a:lnTo>
                <a:lnTo>
                  <a:pt x="162102" y="190868"/>
                </a:lnTo>
                <a:lnTo>
                  <a:pt x="161658" y="203568"/>
                </a:lnTo>
                <a:lnTo>
                  <a:pt x="161607" y="206108"/>
                </a:lnTo>
                <a:lnTo>
                  <a:pt x="161455" y="213728"/>
                </a:lnTo>
                <a:lnTo>
                  <a:pt x="161531" y="248018"/>
                </a:lnTo>
                <a:lnTo>
                  <a:pt x="162013" y="264528"/>
                </a:lnTo>
                <a:lnTo>
                  <a:pt x="162890" y="283578"/>
                </a:lnTo>
                <a:lnTo>
                  <a:pt x="162979" y="284848"/>
                </a:lnTo>
                <a:lnTo>
                  <a:pt x="164109" y="301358"/>
                </a:lnTo>
                <a:lnTo>
                  <a:pt x="170319" y="353428"/>
                </a:lnTo>
                <a:lnTo>
                  <a:pt x="178333" y="394068"/>
                </a:lnTo>
                <a:lnTo>
                  <a:pt x="189801" y="432168"/>
                </a:lnTo>
                <a:lnTo>
                  <a:pt x="192913" y="438518"/>
                </a:lnTo>
                <a:lnTo>
                  <a:pt x="196126" y="446138"/>
                </a:lnTo>
                <a:lnTo>
                  <a:pt x="221005" y="472808"/>
                </a:lnTo>
                <a:lnTo>
                  <a:pt x="235712" y="472808"/>
                </a:lnTo>
                <a:lnTo>
                  <a:pt x="256908" y="443598"/>
                </a:lnTo>
                <a:lnTo>
                  <a:pt x="258876" y="435978"/>
                </a:lnTo>
                <a:lnTo>
                  <a:pt x="261404" y="397878"/>
                </a:lnTo>
                <a:lnTo>
                  <a:pt x="261518" y="387718"/>
                </a:lnTo>
                <a:lnTo>
                  <a:pt x="261721" y="386448"/>
                </a:lnTo>
                <a:lnTo>
                  <a:pt x="262775" y="364858"/>
                </a:lnTo>
                <a:lnTo>
                  <a:pt x="263461" y="353428"/>
                </a:lnTo>
                <a:lnTo>
                  <a:pt x="264718" y="334378"/>
                </a:lnTo>
                <a:lnTo>
                  <a:pt x="265290" y="326758"/>
                </a:lnTo>
                <a:lnTo>
                  <a:pt x="265798" y="319138"/>
                </a:lnTo>
                <a:lnTo>
                  <a:pt x="265912" y="317868"/>
                </a:lnTo>
                <a:lnTo>
                  <a:pt x="266014" y="316598"/>
                </a:lnTo>
                <a:lnTo>
                  <a:pt x="266115" y="315328"/>
                </a:lnTo>
                <a:lnTo>
                  <a:pt x="266230" y="314058"/>
                </a:lnTo>
                <a:lnTo>
                  <a:pt x="269748" y="315328"/>
                </a:lnTo>
                <a:lnTo>
                  <a:pt x="277571" y="317868"/>
                </a:lnTo>
                <a:lnTo>
                  <a:pt x="289699" y="320408"/>
                </a:lnTo>
                <a:lnTo>
                  <a:pt x="317322" y="324218"/>
                </a:lnTo>
                <a:lnTo>
                  <a:pt x="343077" y="324218"/>
                </a:lnTo>
                <a:lnTo>
                  <a:pt x="383260" y="314058"/>
                </a:lnTo>
                <a:lnTo>
                  <a:pt x="420954" y="295008"/>
                </a:lnTo>
                <a:lnTo>
                  <a:pt x="457923" y="260718"/>
                </a:lnTo>
                <a:lnTo>
                  <a:pt x="470065" y="244208"/>
                </a:lnTo>
                <a:lnTo>
                  <a:pt x="476262" y="234048"/>
                </a:lnTo>
                <a:lnTo>
                  <a:pt x="483514" y="218808"/>
                </a:lnTo>
                <a:lnTo>
                  <a:pt x="489470" y="203568"/>
                </a:lnTo>
                <a:lnTo>
                  <a:pt x="493966" y="188328"/>
                </a:lnTo>
                <a:lnTo>
                  <a:pt x="497014" y="171818"/>
                </a:lnTo>
                <a:lnTo>
                  <a:pt x="498475" y="156578"/>
                </a:lnTo>
                <a:close/>
              </a:path>
              <a:path w="1410970" h="473709">
                <a:moveTo>
                  <a:pt x="847153" y="55283"/>
                </a:moveTo>
                <a:lnTo>
                  <a:pt x="844829" y="49796"/>
                </a:lnTo>
                <a:lnTo>
                  <a:pt x="840168" y="45440"/>
                </a:lnTo>
                <a:lnTo>
                  <a:pt x="835494" y="40982"/>
                </a:lnTo>
                <a:lnTo>
                  <a:pt x="789965" y="24028"/>
                </a:lnTo>
                <a:lnTo>
                  <a:pt x="736574" y="15011"/>
                </a:lnTo>
                <a:lnTo>
                  <a:pt x="695934" y="10985"/>
                </a:lnTo>
                <a:lnTo>
                  <a:pt x="652640" y="8432"/>
                </a:lnTo>
                <a:lnTo>
                  <a:pt x="650468" y="8369"/>
                </a:lnTo>
                <a:lnTo>
                  <a:pt x="650468" y="207810"/>
                </a:lnTo>
                <a:lnTo>
                  <a:pt x="650163" y="216408"/>
                </a:lnTo>
                <a:lnTo>
                  <a:pt x="649947" y="221665"/>
                </a:lnTo>
                <a:lnTo>
                  <a:pt x="650468" y="207810"/>
                </a:lnTo>
                <a:lnTo>
                  <a:pt x="650468" y="8369"/>
                </a:lnTo>
                <a:lnTo>
                  <a:pt x="642150" y="8102"/>
                </a:lnTo>
                <a:lnTo>
                  <a:pt x="631964" y="7899"/>
                </a:lnTo>
                <a:lnTo>
                  <a:pt x="606183" y="7899"/>
                </a:lnTo>
                <a:lnTo>
                  <a:pt x="595350" y="8661"/>
                </a:lnTo>
                <a:lnTo>
                  <a:pt x="589114" y="9512"/>
                </a:lnTo>
                <a:lnTo>
                  <a:pt x="588848" y="9512"/>
                </a:lnTo>
                <a:lnTo>
                  <a:pt x="547179" y="28498"/>
                </a:lnTo>
                <a:lnTo>
                  <a:pt x="533196" y="54038"/>
                </a:lnTo>
                <a:lnTo>
                  <a:pt x="533196" y="69481"/>
                </a:lnTo>
                <a:lnTo>
                  <a:pt x="559117" y="104813"/>
                </a:lnTo>
                <a:lnTo>
                  <a:pt x="595414" y="114808"/>
                </a:lnTo>
                <a:lnTo>
                  <a:pt x="627875" y="114808"/>
                </a:lnTo>
                <a:lnTo>
                  <a:pt x="633755" y="114604"/>
                </a:lnTo>
                <a:lnTo>
                  <a:pt x="633717" y="114808"/>
                </a:lnTo>
                <a:lnTo>
                  <a:pt x="627227" y="168541"/>
                </a:lnTo>
                <a:lnTo>
                  <a:pt x="624890" y="207810"/>
                </a:lnTo>
                <a:lnTo>
                  <a:pt x="624446" y="256870"/>
                </a:lnTo>
                <a:lnTo>
                  <a:pt x="624979" y="273646"/>
                </a:lnTo>
                <a:lnTo>
                  <a:pt x="625843" y="290360"/>
                </a:lnTo>
                <a:lnTo>
                  <a:pt x="625957" y="291795"/>
                </a:lnTo>
                <a:lnTo>
                  <a:pt x="626046" y="292989"/>
                </a:lnTo>
                <a:lnTo>
                  <a:pt x="630682" y="339547"/>
                </a:lnTo>
                <a:lnTo>
                  <a:pt x="638403" y="382460"/>
                </a:lnTo>
                <a:lnTo>
                  <a:pt x="649490" y="420293"/>
                </a:lnTo>
                <a:lnTo>
                  <a:pt x="668159" y="454418"/>
                </a:lnTo>
                <a:lnTo>
                  <a:pt x="684479" y="465404"/>
                </a:lnTo>
                <a:lnTo>
                  <a:pt x="698881" y="465404"/>
                </a:lnTo>
                <a:lnTo>
                  <a:pt x="722147" y="431317"/>
                </a:lnTo>
                <a:lnTo>
                  <a:pt x="724789" y="386600"/>
                </a:lnTo>
                <a:lnTo>
                  <a:pt x="724992" y="385051"/>
                </a:lnTo>
                <a:lnTo>
                  <a:pt x="725690" y="370903"/>
                </a:lnTo>
                <a:lnTo>
                  <a:pt x="726541" y="356717"/>
                </a:lnTo>
                <a:lnTo>
                  <a:pt x="726643" y="355371"/>
                </a:lnTo>
                <a:lnTo>
                  <a:pt x="727557" y="342417"/>
                </a:lnTo>
                <a:lnTo>
                  <a:pt x="728726" y="328002"/>
                </a:lnTo>
                <a:lnTo>
                  <a:pt x="729996" y="313588"/>
                </a:lnTo>
                <a:lnTo>
                  <a:pt x="731329" y="299250"/>
                </a:lnTo>
                <a:lnTo>
                  <a:pt x="731939" y="292989"/>
                </a:lnTo>
                <a:lnTo>
                  <a:pt x="732053" y="291795"/>
                </a:lnTo>
                <a:lnTo>
                  <a:pt x="737209" y="242519"/>
                </a:lnTo>
                <a:lnTo>
                  <a:pt x="741997" y="202006"/>
                </a:lnTo>
                <a:lnTo>
                  <a:pt x="746747" y="164503"/>
                </a:lnTo>
                <a:lnTo>
                  <a:pt x="747966" y="154800"/>
                </a:lnTo>
                <a:lnTo>
                  <a:pt x="750214" y="136461"/>
                </a:lnTo>
                <a:lnTo>
                  <a:pt x="752830" y="114604"/>
                </a:lnTo>
                <a:lnTo>
                  <a:pt x="752894" y="114096"/>
                </a:lnTo>
                <a:lnTo>
                  <a:pt x="753529" y="108597"/>
                </a:lnTo>
                <a:lnTo>
                  <a:pt x="753897" y="105130"/>
                </a:lnTo>
                <a:lnTo>
                  <a:pt x="755764" y="104813"/>
                </a:lnTo>
                <a:lnTo>
                  <a:pt x="797204" y="98018"/>
                </a:lnTo>
                <a:lnTo>
                  <a:pt x="837717" y="80886"/>
                </a:lnTo>
                <a:lnTo>
                  <a:pt x="846785" y="64401"/>
                </a:lnTo>
                <a:lnTo>
                  <a:pt x="846912" y="63576"/>
                </a:lnTo>
                <a:lnTo>
                  <a:pt x="847115" y="62230"/>
                </a:lnTo>
                <a:lnTo>
                  <a:pt x="847153" y="55283"/>
                </a:lnTo>
                <a:close/>
              </a:path>
              <a:path w="1410970" h="473709">
                <a:moveTo>
                  <a:pt x="1011085" y="54470"/>
                </a:moveTo>
                <a:lnTo>
                  <a:pt x="1009510" y="42062"/>
                </a:lnTo>
                <a:lnTo>
                  <a:pt x="1008430" y="38595"/>
                </a:lnTo>
                <a:lnTo>
                  <a:pt x="1006195" y="31381"/>
                </a:lnTo>
                <a:lnTo>
                  <a:pt x="977049" y="4572"/>
                </a:lnTo>
                <a:lnTo>
                  <a:pt x="958405" y="0"/>
                </a:lnTo>
                <a:lnTo>
                  <a:pt x="951357" y="0"/>
                </a:lnTo>
                <a:lnTo>
                  <a:pt x="943648" y="1765"/>
                </a:lnTo>
                <a:lnTo>
                  <a:pt x="936498" y="3314"/>
                </a:lnTo>
                <a:lnTo>
                  <a:pt x="929919" y="6172"/>
                </a:lnTo>
                <a:lnTo>
                  <a:pt x="921524" y="11938"/>
                </a:lnTo>
                <a:lnTo>
                  <a:pt x="921524" y="103835"/>
                </a:lnTo>
                <a:lnTo>
                  <a:pt x="921423" y="105283"/>
                </a:lnTo>
                <a:lnTo>
                  <a:pt x="920800" y="113703"/>
                </a:lnTo>
                <a:lnTo>
                  <a:pt x="921524" y="103835"/>
                </a:lnTo>
                <a:lnTo>
                  <a:pt x="921524" y="11938"/>
                </a:lnTo>
                <a:lnTo>
                  <a:pt x="917994" y="14351"/>
                </a:lnTo>
                <a:lnTo>
                  <a:pt x="912876" y="19481"/>
                </a:lnTo>
                <a:lnTo>
                  <a:pt x="911707" y="21158"/>
                </a:lnTo>
                <a:lnTo>
                  <a:pt x="911707" y="116078"/>
                </a:lnTo>
                <a:lnTo>
                  <a:pt x="911644" y="116586"/>
                </a:lnTo>
                <a:lnTo>
                  <a:pt x="910018" y="129006"/>
                </a:lnTo>
                <a:lnTo>
                  <a:pt x="911707" y="116078"/>
                </a:lnTo>
                <a:lnTo>
                  <a:pt x="911707" y="21158"/>
                </a:lnTo>
                <a:lnTo>
                  <a:pt x="908519" y="25704"/>
                </a:lnTo>
                <a:lnTo>
                  <a:pt x="904163" y="31813"/>
                </a:lnTo>
                <a:lnTo>
                  <a:pt x="901026" y="38595"/>
                </a:lnTo>
                <a:lnTo>
                  <a:pt x="890841" y="85775"/>
                </a:lnTo>
                <a:lnTo>
                  <a:pt x="884580" y="130454"/>
                </a:lnTo>
                <a:lnTo>
                  <a:pt x="880745" y="178523"/>
                </a:lnTo>
                <a:lnTo>
                  <a:pt x="879551" y="220865"/>
                </a:lnTo>
                <a:lnTo>
                  <a:pt x="879627" y="246849"/>
                </a:lnTo>
                <a:lnTo>
                  <a:pt x="879729" y="250240"/>
                </a:lnTo>
                <a:lnTo>
                  <a:pt x="880148" y="265099"/>
                </a:lnTo>
                <a:lnTo>
                  <a:pt x="883869" y="319366"/>
                </a:lnTo>
                <a:lnTo>
                  <a:pt x="891413" y="371043"/>
                </a:lnTo>
                <a:lnTo>
                  <a:pt x="901992" y="415353"/>
                </a:lnTo>
                <a:lnTo>
                  <a:pt x="918616" y="454571"/>
                </a:lnTo>
                <a:lnTo>
                  <a:pt x="939761" y="473176"/>
                </a:lnTo>
                <a:lnTo>
                  <a:pt x="954684" y="473176"/>
                </a:lnTo>
                <a:lnTo>
                  <a:pt x="977684" y="434314"/>
                </a:lnTo>
                <a:lnTo>
                  <a:pt x="979970" y="383451"/>
                </a:lnTo>
                <a:lnTo>
                  <a:pt x="980554" y="371043"/>
                </a:lnTo>
                <a:lnTo>
                  <a:pt x="983589" y="325983"/>
                </a:lnTo>
                <a:lnTo>
                  <a:pt x="987666" y="280263"/>
                </a:lnTo>
                <a:lnTo>
                  <a:pt x="992327" y="235445"/>
                </a:lnTo>
                <a:lnTo>
                  <a:pt x="997178" y="192290"/>
                </a:lnTo>
                <a:lnTo>
                  <a:pt x="1003046" y="143002"/>
                </a:lnTo>
                <a:lnTo>
                  <a:pt x="1003084" y="142684"/>
                </a:lnTo>
                <a:lnTo>
                  <a:pt x="1003198" y="141655"/>
                </a:lnTo>
                <a:lnTo>
                  <a:pt x="1004697" y="129006"/>
                </a:lnTo>
                <a:lnTo>
                  <a:pt x="1006170" y="116078"/>
                </a:lnTo>
                <a:lnTo>
                  <a:pt x="1010297" y="75996"/>
                </a:lnTo>
                <a:lnTo>
                  <a:pt x="1010970" y="66662"/>
                </a:lnTo>
                <a:lnTo>
                  <a:pt x="1011085" y="54470"/>
                </a:lnTo>
                <a:close/>
              </a:path>
              <a:path w="1410970" h="473709">
                <a:moveTo>
                  <a:pt x="1410792" y="236931"/>
                </a:moveTo>
                <a:lnTo>
                  <a:pt x="1410589" y="226669"/>
                </a:lnTo>
                <a:lnTo>
                  <a:pt x="1410474" y="224536"/>
                </a:lnTo>
                <a:lnTo>
                  <a:pt x="1410411" y="223558"/>
                </a:lnTo>
                <a:lnTo>
                  <a:pt x="1410004" y="216408"/>
                </a:lnTo>
                <a:lnTo>
                  <a:pt x="1403997" y="175260"/>
                </a:lnTo>
                <a:lnTo>
                  <a:pt x="1403896" y="174866"/>
                </a:lnTo>
                <a:lnTo>
                  <a:pt x="1401762" y="165671"/>
                </a:lnTo>
                <a:lnTo>
                  <a:pt x="1389354" y="127342"/>
                </a:lnTo>
                <a:lnTo>
                  <a:pt x="1387348" y="122529"/>
                </a:lnTo>
                <a:lnTo>
                  <a:pt x="1385608" y="118338"/>
                </a:lnTo>
                <a:lnTo>
                  <a:pt x="1367574" y="84455"/>
                </a:lnTo>
                <a:lnTo>
                  <a:pt x="1338973" y="50571"/>
                </a:lnTo>
                <a:lnTo>
                  <a:pt x="1305090" y="24930"/>
                </a:lnTo>
                <a:lnTo>
                  <a:pt x="1298257" y="21196"/>
                </a:lnTo>
                <a:lnTo>
                  <a:pt x="1298257" y="252780"/>
                </a:lnTo>
                <a:lnTo>
                  <a:pt x="1298130" y="257479"/>
                </a:lnTo>
                <a:lnTo>
                  <a:pt x="1294765" y="295592"/>
                </a:lnTo>
                <a:lnTo>
                  <a:pt x="1280439" y="340588"/>
                </a:lnTo>
                <a:lnTo>
                  <a:pt x="1252562" y="374637"/>
                </a:lnTo>
                <a:lnTo>
                  <a:pt x="1239951" y="380809"/>
                </a:lnTo>
                <a:lnTo>
                  <a:pt x="1240142" y="380809"/>
                </a:lnTo>
                <a:lnTo>
                  <a:pt x="1233220" y="382473"/>
                </a:lnTo>
                <a:lnTo>
                  <a:pt x="1233462" y="382473"/>
                </a:lnTo>
                <a:lnTo>
                  <a:pt x="1226451" y="383032"/>
                </a:lnTo>
                <a:lnTo>
                  <a:pt x="1188021" y="363283"/>
                </a:lnTo>
                <a:lnTo>
                  <a:pt x="1167777" y="329450"/>
                </a:lnTo>
                <a:lnTo>
                  <a:pt x="1155890" y="281063"/>
                </a:lnTo>
                <a:lnTo>
                  <a:pt x="1154455" y="257479"/>
                </a:lnTo>
                <a:lnTo>
                  <a:pt x="1154493" y="247053"/>
                </a:lnTo>
                <a:lnTo>
                  <a:pt x="1160703" y="198843"/>
                </a:lnTo>
                <a:lnTo>
                  <a:pt x="1177328" y="157353"/>
                </a:lnTo>
                <a:lnTo>
                  <a:pt x="1206919" y="127508"/>
                </a:lnTo>
                <a:lnTo>
                  <a:pt x="1219949" y="123063"/>
                </a:lnTo>
                <a:lnTo>
                  <a:pt x="1220101" y="123063"/>
                </a:lnTo>
                <a:lnTo>
                  <a:pt x="1226451" y="122529"/>
                </a:lnTo>
                <a:lnTo>
                  <a:pt x="1264373" y="141566"/>
                </a:lnTo>
                <a:lnTo>
                  <a:pt x="1284541" y="174866"/>
                </a:lnTo>
                <a:lnTo>
                  <a:pt x="1296657" y="223558"/>
                </a:lnTo>
                <a:lnTo>
                  <a:pt x="1298257" y="252780"/>
                </a:lnTo>
                <a:lnTo>
                  <a:pt x="1298257" y="21196"/>
                </a:lnTo>
                <a:lnTo>
                  <a:pt x="1257020" y="6083"/>
                </a:lnTo>
                <a:lnTo>
                  <a:pt x="1246378" y="4191"/>
                </a:lnTo>
                <a:lnTo>
                  <a:pt x="1246009" y="4191"/>
                </a:lnTo>
                <a:lnTo>
                  <a:pt x="1236738" y="3213"/>
                </a:lnTo>
                <a:lnTo>
                  <a:pt x="1185570" y="8216"/>
                </a:lnTo>
                <a:lnTo>
                  <a:pt x="1147495" y="24307"/>
                </a:lnTo>
                <a:lnTo>
                  <a:pt x="1113459" y="49987"/>
                </a:lnTo>
                <a:lnTo>
                  <a:pt x="1084694" y="84455"/>
                </a:lnTo>
                <a:lnTo>
                  <a:pt x="1066203" y="117983"/>
                </a:lnTo>
                <a:lnTo>
                  <a:pt x="1052525" y="155486"/>
                </a:lnTo>
                <a:lnTo>
                  <a:pt x="1052334" y="156260"/>
                </a:lnTo>
                <a:lnTo>
                  <a:pt x="1047699" y="175260"/>
                </a:lnTo>
                <a:lnTo>
                  <a:pt x="1047648" y="175577"/>
                </a:lnTo>
                <a:lnTo>
                  <a:pt x="1047521" y="176276"/>
                </a:lnTo>
                <a:lnTo>
                  <a:pt x="1044244" y="195427"/>
                </a:lnTo>
                <a:lnTo>
                  <a:pt x="1044206" y="195897"/>
                </a:lnTo>
                <a:lnTo>
                  <a:pt x="1042174" y="215988"/>
                </a:lnTo>
                <a:lnTo>
                  <a:pt x="1042162" y="216408"/>
                </a:lnTo>
                <a:lnTo>
                  <a:pt x="1041488" y="236931"/>
                </a:lnTo>
                <a:lnTo>
                  <a:pt x="1041514" y="238340"/>
                </a:lnTo>
                <a:lnTo>
                  <a:pt x="1041679" y="247192"/>
                </a:lnTo>
                <a:lnTo>
                  <a:pt x="1046149" y="288302"/>
                </a:lnTo>
                <a:lnTo>
                  <a:pt x="1055852" y="327596"/>
                </a:lnTo>
                <a:lnTo>
                  <a:pt x="1070635" y="364070"/>
                </a:lnTo>
                <a:lnTo>
                  <a:pt x="1098423" y="406996"/>
                </a:lnTo>
                <a:lnTo>
                  <a:pt x="1129779" y="436956"/>
                </a:lnTo>
                <a:lnTo>
                  <a:pt x="1166380" y="458317"/>
                </a:lnTo>
                <a:lnTo>
                  <a:pt x="1205496" y="468985"/>
                </a:lnTo>
                <a:lnTo>
                  <a:pt x="1204887" y="468985"/>
                </a:lnTo>
                <a:lnTo>
                  <a:pt x="1226451" y="470382"/>
                </a:lnTo>
                <a:lnTo>
                  <a:pt x="1236675" y="470027"/>
                </a:lnTo>
                <a:lnTo>
                  <a:pt x="1246847" y="468985"/>
                </a:lnTo>
                <a:lnTo>
                  <a:pt x="1286560" y="457949"/>
                </a:lnTo>
                <a:lnTo>
                  <a:pt x="1322578" y="436956"/>
                </a:lnTo>
                <a:lnTo>
                  <a:pt x="1354061" y="406996"/>
                </a:lnTo>
                <a:lnTo>
                  <a:pt x="1377035" y="372656"/>
                </a:lnTo>
                <a:lnTo>
                  <a:pt x="1392910" y="337096"/>
                </a:lnTo>
                <a:lnTo>
                  <a:pt x="1404061" y="298081"/>
                </a:lnTo>
                <a:lnTo>
                  <a:pt x="1410004" y="257251"/>
                </a:lnTo>
                <a:lnTo>
                  <a:pt x="1410589" y="247053"/>
                </a:lnTo>
                <a:lnTo>
                  <a:pt x="1410792" y="236931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081650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89667" y="427990"/>
                </a:lnTo>
                <a:lnTo>
                  <a:pt x="89603" y="429260"/>
                </a:lnTo>
                <a:lnTo>
                  <a:pt x="88567" y="436880"/>
                </a:lnTo>
                <a:lnTo>
                  <a:pt x="85251" y="450850"/>
                </a:lnTo>
                <a:lnTo>
                  <a:pt x="82298" y="45720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7809" y="16256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21231" y="2479682"/>
            <a:ext cx="659271" cy="4978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0016" y="2350929"/>
            <a:ext cx="1113733" cy="36460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80316" y="2366343"/>
            <a:ext cx="381155" cy="26331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45072" y="2366343"/>
            <a:ext cx="1144490" cy="26331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56025" y="2359737"/>
            <a:ext cx="590782" cy="351028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56178" y="2479682"/>
            <a:ext cx="512679" cy="4978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73475" y="2345057"/>
            <a:ext cx="1055803" cy="36497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510295" y="2360226"/>
            <a:ext cx="1559781" cy="34980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137498" y="2447631"/>
            <a:ext cx="560965" cy="26313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777846" y="2343406"/>
            <a:ext cx="1023648" cy="37213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05550" y="3282655"/>
            <a:ext cx="987232" cy="28258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503663" y="3282288"/>
            <a:ext cx="236368" cy="276161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48566" y="3287242"/>
            <a:ext cx="577837" cy="274326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20669" y="3282655"/>
            <a:ext cx="1590494" cy="359285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2374661" y="3642791"/>
            <a:ext cx="14819630" cy="94805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ts val="3710"/>
              </a:lnSpc>
              <a:spcBef>
                <a:spcPts val="40"/>
              </a:spcBef>
            </a:pPr>
            <a:r>
              <a:rPr sz="2950" spc="-204" dirty="0">
                <a:solidFill>
                  <a:srgbClr val="202020"/>
                </a:solidFill>
                <a:latin typeface="Times New Roman"/>
                <a:cs typeface="Times New Roman"/>
              </a:rPr>
              <a:t>Handles</a:t>
            </a:r>
            <a:r>
              <a:rPr sz="2950" spc="-8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90" dirty="0">
                <a:solidFill>
                  <a:srgbClr val="202020"/>
                </a:solidFill>
                <a:latin typeface="Times New Roman"/>
                <a:cs typeface="Times New Roman"/>
              </a:rPr>
              <a:t>full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65" dirty="0">
                <a:solidFill>
                  <a:srgbClr val="202020"/>
                </a:solidFill>
                <a:latin typeface="Times New Roman"/>
                <a:cs typeface="Times New Roman"/>
              </a:rPr>
              <a:t>student</a:t>
            </a:r>
            <a:r>
              <a:rPr sz="2950" spc="-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lifecycle:</a:t>
            </a:r>
            <a:r>
              <a:rPr sz="2950" spc="-19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registration</a:t>
            </a:r>
            <a:r>
              <a:rPr sz="2950" spc="-19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85" dirty="0">
                <a:solidFill>
                  <a:srgbClr val="202020"/>
                </a:solidFill>
                <a:latin typeface="Times New Roman"/>
                <a:cs typeface="Times New Roman"/>
              </a:rPr>
              <a:t>form</a:t>
            </a:r>
            <a:r>
              <a:rPr sz="2950" spc="-15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45" dirty="0">
                <a:solidFill>
                  <a:srgbClr val="202020"/>
                </a:solidFill>
                <a:latin typeface="Times New Roman"/>
                <a:cs typeface="Times New Roman"/>
              </a:rPr>
              <a:t>(name,</a:t>
            </a:r>
            <a:r>
              <a:rPr sz="2950" spc="-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05" dirty="0">
                <a:solidFill>
                  <a:srgbClr val="202020"/>
                </a:solidFill>
                <a:latin typeface="Times New Roman"/>
                <a:cs typeface="Times New Roman"/>
              </a:rPr>
              <a:t>email,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65" dirty="0">
                <a:solidFill>
                  <a:srgbClr val="202020"/>
                </a:solidFill>
                <a:latin typeface="Times New Roman"/>
                <a:cs typeface="Times New Roman"/>
              </a:rPr>
              <a:t>student</a:t>
            </a:r>
            <a:r>
              <a:rPr sz="2950" spc="-3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75" dirty="0">
                <a:solidFill>
                  <a:srgbClr val="202020"/>
                </a:solidFill>
                <a:latin typeface="Times New Roman"/>
                <a:cs typeface="Times New Roman"/>
              </a:rPr>
              <a:t>ID,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45" dirty="0">
                <a:solidFill>
                  <a:srgbClr val="202020"/>
                </a:solidFill>
                <a:latin typeface="Times New Roman"/>
                <a:cs typeface="Times New Roman"/>
              </a:rPr>
              <a:t>dept,</a:t>
            </a:r>
            <a:r>
              <a:rPr sz="2950" spc="-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50" dirty="0">
                <a:solidFill>
                  <a:srgbClr val="202020"/>
                </a:solidFill>
                <a:latin typeface="Times New Roman"/>
                <a:cs typeface="Times New Roman"/>
              </a:rPr>
              <a:t>phone),</a:t>
            </a:r>
            <a:r>
              <a:rPr sz="2950" spc="-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00" dirty="0">
                <a:solidFill>
                  <a:srgbClr val="202020"/>
                </a:solidFill>
                <a:latin typeface="Times New Roman"/>
                <a:cs typeface="Times New Roman"/>
              </a:rPr>
              <a:t>bcrypt</a:t>
            </a:r>
            <a:r>
              <a:rPr sz="2950" spc="-3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95" dirty="0">
                <a:solidFill>
                  <a:srgbClr val="202020"/>
                </a:solidFill>
                <a:latin typeface="Times New Roman"/>
                <a:cs typeface="Times New Roman"/>
              </a:rPr>
              <a:t>password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95" dirty="0">
                <a:solidFill>
                  <a:srgbClr val="202020"/>
                </a:solidFill>
                <a:latin typeface="Times New Roman"/>
                <a:cs typeface="Times New Roman"/>
              </a:rPr>
              <a:t>hashing, </a:t>
            </a:r>
            <a:r>
              <a:rPr sz="2950" spc="-220" dirty="0">
                <a:solidFill>
                  <a:srgbClr val="202020"/>
                </a:solidFill>
                <a:latin typeface="Times New Roman"/>
                <a:cs typeface="Times New Roman"/>
              </a:rPr>
              <a:t>session-</a:t>
            </a:r>
            <a:r>
              <a:rPr sz="2950" spc="-254" dirty="0">
                <a:solidFill>
                  <a:srgbClr val="202020"/>
                </a:solidFill>
                <a:latin typeface="Times New Roman"/>
                <a:cs typeface="Times New Roman"/>
              </a:rPr>
              <a:t>based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90" dirty="0">
                <a:solidFill>
                  <a:srgbClr val="202020"/>
                </a:solidFill>
                <a:latin typeface="Times New Roman"/>
                <a:cs typeface="Times New Roman"/>
              </a:rPr>
              <a:t>loginIlogout,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54" dirty="0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35" dirty="0">
                <a:solidFill>
                  <a:srgbClr val="202020"/>
                </a:solidFill>
                <a:latin typeface="Times New Roman"/>
                <a:cs typeface="Times New Roman"/>
              </a:rPr>
              <a:t>account</a:t>
            </a:r>
            <a:r>
              <a:rPr sz="2950" spc="-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validation</a:t>
            </a:r>
            <a:r>
              <a:rPr sz="2950" spc="-190" dirty="0">
                <a:solidFill>
                  <a:srgbClr val="202020"/>
                </a:solidFill>
                <a:latin typeface="Times New Roman"/>
                <a:cs typeface="Times New Roman"/>
              </a:rPr>
              <a:t> with</a:t>
            </a:r>
            <a:r>
              <a:rPr sz="2950" spc="-12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35" dirty="0">
                <a:solidFill>
                  <a:srgbClr val="202020"/>
                </a:solidFill>
                <a:latin typeface="Times New Roman"/>
                <a:cs typeface="Times New Roman"/>
              </a:rPr>
              <a:t>duplicate</a:t>
            </a:r>
            <a:r>
              <a:rPr sz="2950" spc="-8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40" dirty="0">
                <a:solidFill>
                  <a:srgbClr val="202020"/>
                </a:solidFill>
                <a:latin typeface="Times New Roman"/>
                <a:cs typeface="Times New Roman"/>
              </a:rPr>
              <a:t>email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300" dirty="0">
                <a:solidFill>
                  <a:srgbClr val="202020"/>
                </a:solidFill>
                <a:latin typeface="Times New Roman"/>
                <a:cs typeface="Times New Roman"/>
              </a:rPr>
              <a:t>checks.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48" name="object 4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05550" y="5167414"/>
            <a:ext cx="987232" cy="28258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76861" y="5168331"/>
            <a:ext cx="263170" cy="27102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839211" y="5167597"/>
            <a:ext cx="743203" cy="27854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667262" y="5167414"/>
            <a:ext cx="1600965" cy="359285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2374661" y="5527550"/>
            <a:ext cx="16010255" cy="94805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ts val="3710"/>
              </a:lnSpc>
              <a:spcBef>
                <a:spcPts val="40"/>
              </a:spcBef>
            </a:pPr>
            <a:r>
              <a:rPr sz="2950" spc="-310" dirty="0">
                <a:solidFill>
                  <a:srgbClr val="202020"/>
                </a:solidFill>
                <a:latin typeface="Times New Roman"/>
                <a:cs typeface="Times New Roman"/>
              </a:rPr>
              <a:t>Admins</a:t>
            </a:r>
            <a:r>
              <a:rPr sz="2950" spc="-10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55" dirty="0">
                <a:solidFill>
                  <a:srgbClr val="202020"/>
                </a:solidFill>
                <a:latin typeface="Times New Roman"/>
                <a:cs typeface="Times New Roman"/>
              </a:rPr>
              <a:t>create</a:t>
            </a:r>
            <a:r>
              <a:rPr sz="2950" spc="-10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40" dirty="0">
                <a:solidFill>
                  <a:srgbClr val="202020"/>
                </a:solidFill>
                <a:latin typeface="Times New Roman"/>
                <a:cs typeface="Times New Roman"/>
              </a:rPr>
              <a:t>events</a:t>
            </a:r>
            <a:r>
              <a:rPr sz="2950" spc="-1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90" dirty="0">
                <a:solidFill>
                  <a:srgbClr val="202020"/>
                </a:solidFill>
                <a:latin typeface="Times New Roman"/>
                <a:cs typeface="Times New Roman"/>
              </a:rPr>
              <a:t>with</a:t>
            </a:r>
            <a:r>
              <a:rPr sz="2950" spc="-14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100" dirty="0">
                <a:solidFill>
                  <a:srgbClr val="202020"/>
                </a:solidFill>
                <a:latin typeface="Times New Roman"/>
                <a:cs typeface="Times New Roman"/>
              </a:rPr>
              <a:t>title,</a:t>
            </a:r>
            <a:r>
              <a:rPr sz="2950" spc="-4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60" dirty="0">
                <a:solidFill>
                  <a:srgbClr val="202020"/>
                </a:solidFill>
                <a:latin typeface="Times New Roman"/>
                <a:cs typeface="Times New Roman"/>
              </a:rPr>
              <a:t>description,</a:t>
            </a:r>
            <a:r>
              <a:rPr sz="2950" spc="-13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85" dirty="0">
                <a:solidFill>
                  <a:srgbClr val="202020"/>
                </a:solidFill>
                <a:latin typeface="Times New Roman"/>
                <a:cs typeface="Times New Roman"/>
              </a:rPr>
              <a:t>date,</a:t>
            </a:r>
            <a:r>
              <a:rPr sz="2950" spc="-3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05" dirty="0">
                <a:solidFill>
                  <a:srgbClr val="202020"/>
                </a:solidFill>
                <a:latin typeface="Times New Roman"/>
                <a:cs typeface="Times New Roman"/>
              </a:rPr>
              <a:t>location,</a:t>
            </a:r>
            <a:r>
              <a:rPr sz="2950" spc="-21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95" dirty="0">
                <a:solidFill>
                  <a:srgbClr val="202020"/>
                </a:solidFill>
                <a:latin typeface="Times New Roman"/>
                <a:cs typeface="Times New Roman"/>
              </a:rPr>
              <a:t>category,</a:t>
            </a:r>
            <a:r>
              <a:rPr sz="2950" spc="-2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395" dirty="0">
                <a:solidFill>
                  <a:srgbClr val="202020"/>
                </a:solidFill>
                <a:latin typeface="Times New Roman"/>
                <a:cs typeface="Times New Roman"/>
              </a:rPr>
              <a:t>max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90" dirty="0">
                <a:solidFill>
                  <a:srgbClr val="202020"/>
                </a:solidFill>
                <a:latin typeface="Times New Roman"/>
                <a:cs typeface="Times New Roman"/>
              </a:rPr>
              <a:t>seats,</a:t>
            </a:r>
            <a:r>
              <a:rPr sz="2950" spc="-13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29" dirty="0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sz="2950" spc="-1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75" dirty="0">
                <a:solidFill>
                  <a:srgbClr val="202020"/>
                </a:solidFill>
                <a:latin typeface="Times New Roman"/>
                <a:cs typeface="Times New Roman"/>
              </a:rPr>
              <a:t>image</a:t>
            </a:r>
            <a:r>
              <a:rPr sz="2950" spc="-18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50" dirty="0">
                <a:solidFill>
                  <a:srgbClr val="202020"/>
                </a:solidFill>
                <a:latin typeface="Times New Roman"/>
                <a:cs typeface="Times New Roman"/>
              </a:rPr>
              <a:t>(URL</a:t>
            </a:r>
            <a:r>
              <a:rPr sz="2950" spc="-15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04" dirty="0">
                <a:solidFill>
                  <a:srgbClr val="202020"/>
                </a:solidFill>
                <a:latin typeface="Times New Roman"/>
                <a:cs typeface="Times New Roman"/>
              </a:rPr>
              <a:t>or</a:t>
            </a:r>
            <a:r>
              <a:rPr sz="2950" spc="-7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02020"/>
                </a:solidFill>
                <a:latin typeface="Times New Roman"/>
                <a:cs typeface="Times New Roman"/>
              </a:rPr>
              <a:t>file</a:t>
            </a:r>
            <a:r>
              <a:rPr sz="2950" spc="-9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70" dirty="0">
                <a:solidFill>
                  <a:srgbClr val="202020"/>
                </a:solidFill>
                <a:latin typeface="Times New Roman"/>
                <a:cs typeface="Times New Roman"/>
              </a:rPr>
              <a:t>upload).</a:t>
            </a:r>
            <a:r>
              <a:rPr sz="2950" spc="-1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55" dirty="0">
                <a:solidFill>
                  <a:srgbClr val="202020"/>
                </a:solidFill>
                <a:latin typeface="Times New Roman"/>
                <a:cs typeface="Times New Roman"/>
              </a:rPr>
              <a:t>Students </a:t>
            </a:r>
            <a:r>
              <a:rPr sz="2950" spc="-325" dirty="0">
                <a:solidFill>
                  <a:srgbClr val="202020"/>
                </a:solidFill>
                <a:latin typeface="Times New Roman"/>
                <a:cs typeface="Times New Roman"/>
              </a:rPr>
              <a:t>browse</a:t>
            </a:r>
            <a:r>
              <a:rPr sz="2950" spc="-9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40" dirty="0">
                <a:solidFill>
                  <a:srgbClr val="202020"/>
                </a:solidFill>
                <a:latin typeface="Times New Roman"/>
                <a:cs typeface="Times New Roman"/>
              </a:rPr>
              <a:t>events</a:t>
            </a:r>
            <a:r>
              <a:rPr sz="2950" spc="-9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90" dirty="0">
                <a:solidFill>
                  <a:srgbClr val="202020"/>
                </a:solidFill>
                <a:latin typeface="Times New Roman"/>
                <a:cs typeface="Times New Roman"/>
              </a:rPr>
              <a:t>with</a:t>
            </a:r>
            <a:r>
              <a:rPr sz="2950" spc="-14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65" dirty="0">
                <a:solidFill>
                  <a:srgbClr val="202020"/>
                </a:solidFill>
                <a:latin typeface="Times New Roman"/>
                <a:cs typeface="Times New Roman"/>
              </a:rPr>
              <a:t>live</a:t>
            </a:r>
            <a:r>
              <a:rPr sz="2950" spc="-18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00" dirty="0">
                <a:solidFill>
                  <a:srgbClr val="202020"/>
                </a:solidFill>
                <a:latin typeface="Times New Roman"/>
                <a:cs typeface="Times New Roman"/>
              </a:rPr>
              <a:t>category</a:t>
            </a:r>
            <a:r>
              <a:rPr sz="2950" spc="-1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02020"/>
                </a:solidFill>
                <a:latin typeface="Times New Roman"/>
                <a:cs typeface="Times New Roman"/>
              </a:rPr>
              <a:t>filters</a:t>
            </a:r>
            <a:r>
              <a:rPr sz="2950" spc="-18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54" dirty="0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sz="2950" spc="-1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02020"/>
                </a:solidFill>
                <a:latin typeface="Times New Roman"/>
                <a:cs typeface="Times New Roman"/>
              </a:rPr>
              <a:t>real-</a:t>
            </a:r>
            <a:r>
              <a:rPr sz="2950" spc="-185" dirty="0">
                <a:solidFill>
                  <a:srgbClr val="202020"/>
                </a:solidFill>
                <a:latin typeface="Times New Roman"/>
                <a:cs typeface="Times New Roman"/>
              </a:rPr>
              <a:t>time 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seat</a:t>
            </a:r>
            <a:r>
              <a:rPr sz="2950" spc="-1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02020"/>
                </a:solidFill>
                <a:latin typeface="Times New Roman"/>
                <a:cs typeface="Times New Roman"/>
              </a:rPr>
              <a:t>availability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05550" y="7041702"/>
            <a:ext cx="987232" cy="28258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460346" y="7039500"/>
            <a:ext cx="279685" cy="28067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838857" y="7040051"/>
            <a:ext cx="1639398" cy="360936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556436" y="7041886"/>
            <a:ext cx="883373" cy="359101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2374661" y="7401838"/>
            <a:ext cx="14265275" cy="94805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ts val="3710"/>
              </a:lnSpc>
              <a:spcBef>
                <a:spcPts val="40"/>
              </a:spcBef>
            </a:pPr>
            <a:r>
              <a:rPr sz="2950" spc="-204" dirty="0">
                <a:solidFill>
                  <a:srgbClr val="202020"/>
                </a:solidFill>
                <a:latin typeface="Times New Roman"/>
                <a:cs typeface="Times New Roman"/>
              </a:rPr>
              <a:t>Handles</a:t>
            </a:r>
            <a:r>
              <a:rPr sz="2950" spc="-7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25" dirty="0">
                <a:solidFill>
                  <a:srgbClr val="202020"/>
                </a:solidFill>
                <a:latin typeface="Times New Roman"/>
                <a:cs typeface="Times New Roman"/>
              </a:rPr>
              <a:t>event</a:t>
            </a:r>
            <a:r>
              <a:rPr sz="2950" spc="-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registration</a:t>
            </a:r>
            <a:r>
              <a:rPr sz="2950" spc="-19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40" dirty="0">
                <a:solidFill>
                  <a:srgbClr val="202020"/>
                </a:solidFill>
                <a:latin typeface="Times New Roman"/>
                <a:cs typeface="Times New Roman"/>
              </a:rPr>
              <a:t>logic:</a:t>
            </a:r>
            <a:r>
              <a:rPr sz="2950" spc="-18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35" dirty="0">
                <a:solidFill>
                  <a:srgbClr val="202020"/>
                </a:solidFill>
                <a:latin typeface="Times New Roman"/>
                <a:cs typeface="Times New Roman"/>
              </a:rPr>
              <a:t>duplicate</a:t>
            </a:r>
            <a:r>
              <a:rPr sz="2950" spc="-7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29" dirty="0">
                <a:solidFill>
                  <a:srgbClr val="202020"/>
                </a:solidFill>
                <a:latin typeface="Times New Roman"/>
                <a:cs typeface="Times New Roman"/>
              </a:rPr>
              <a:t>prevention</a:t>
            </a:r>
            <a:r>
              <a:rPr sz="2950" spc="-9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80" dirty="0">
                <a:solidFill>
                  <a:srgbClr val="202020"/>
                </a:solidFill>
                <a:latin typeface="Times New Roman"/>
                <a:cs typeface="Times New Roman"/>
              </a:rPr>
              <a:t>(UNIQUE</a:t>
            </a:r>
            <a:r>
              <a:rPr sz="2950" spc="-18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40" dirty="0">
                <a:solidFill>
                  <a:srgbClr val="202020"/>
                </a:solidFill>
                <a:latin typeface="Times New Roman"/>
                <a:cs typeface="Times New Roman"/>
              </a:rPr>
              <a:t>constraint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345" dirty="0">
                <a:solidFill>
                  <a:srgbClr val="202020"/>
                </a:solidFill>
                <a:latin typeface="Times New Roman"/>
                <a:cs typeface="Times New Roman"/>
              </a:rPr>
              <a:t>on</a:t>
            </a:r>
            <a:r>
              <a:rPr sz="2950" spc="-9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50" dirty="0">
                <a:solidFill>
                  <a:srgbClr val="202020"/>
                </a:solidFill>
                <a:latin typeface="Times New Roman"/>
                <a:cs typeface="Times New Roman"/>
              </a:rPr>
              <a:t>emaileevent_id),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60" dirty="0">
                <a:solidFill>
                  <a:srgbClr val="202020"/>
                </a:solidFill>
                <a:latin typeface="Times New Roman"/>
                <a:cs typeface="Times New Roman"/>
              </a:rPr>
              <a:t>seat</a:t>
            </a:r>
            <a:r>
              <a:rPr sz="2950" spc="-2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55" dirty="0">
                <a:solidFill>
                  <a:srgbClr val="202020"/>
                </a:solidFill>
                <a:latin typeface="Times New Roman"/>
                <a:cs typeface="Times New Roman"/>
              </a:rPr>
              <a:t>capacity </a:t>
            </a:r>
            <a:r>
              <a:rPr sz="2950" spc="-245" dirty="0">
                <a:solidFill>
                  <a:srgbClr val="202020"/>
                </a:solidFill>
                <a:latin typeface="Times New Roman"/>
                <a:cs typeface="Times New Roman"/>
              </a:rPr>
              <a:t>enforcement,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50" dirty="0">
                <a:solidFill>
                  <a:srgbClr val="202020"/>
                </a:solidFill>
                <a:latin typeface="Times New Roman"/>
                <a:cs typeface="Times New Roman"/>
              </a:rPr>
              <a:t>student</a:t>
            </a:r>
            <a:r>
              <a:rPr sz="2950" spc="-10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45" dirty="0">
                <a:solidFill>
                  <a:srgbClr val="202020"/>
                </a:solidFill>
                <a:latin typeface="Times New Roman"/>
                <a:cs typeface="Times New Roman"/>
              </a:rPr>
              <a:t>dashboard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90" dirty="0">
                <a:solidFill>
                  <a:srgbClr val="202020"/>
                </a:solidFill>
                <a:latin typeface="Times New Roman"/>
                <a:cs typeface="Times New Roman"/>
              </a:rPr>
              <a:t>with</a:t>
            </a:r>
            <a:r>
              <a:rPr sz="2950" spc="-12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70" dirty="0">
                <a:solidFill>
                  <a:srgbClr val="202020"/>
                </a:solidFill>
                <a:latin typeface="Times New Roman"/>
                <a:cs typeface="Times New Roman"/>
              </a:rPr>
              <a:t>registered</a:t>
            </a:r>
            <a:r>
              <a:rPr sz="2950" spc="-19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75" dirty="0">
                <a:solidFill>
                  <a:srgbClr val="202020"/>
                </a:solidFill>
                <a:latin typeface="Times New Roman"/>
                <a:cs typeface="Times New Roman"/>
              </a:rPr>
              <a:t>events,</a:t>
            </a:r>
            <a:r>
              <a:rPr sz="2950" spc="-10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54" dirty="0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40" dirty="0">
                <a:solidFill>
                  <a:srgbClr val="202020"/>
                </a:solidFill>
                <a:latin typeface="Times New Roman"/>
                <a:cs typeface="Times New Roman"/>
              </a:rPr>
              <a:t>one-</a:t>
            </a:r>
            <a:r>
              <a:rPr sz="2950" spc="-110" dirty="0">
                <a:solidFill>
                  <a:srgbClr val="202020"/>
                </a:solidFill>
                <a:latin typeface="Times New Roman"/>
                <a:cs typeface="Times New Roman"/>
              </a:rPr>
              <a:t>click</a:t>
            </a:r>
            <a:r>
              <a:rPr sz="2950" spc="-19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02020"/>
                </a:solidFill>
                <a:latin typeface="Times New Roman"/>
                <a:cs typeface="Times New Roman"/>
              </a:rPr>
              <a:t>cancellation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58" name="object 5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05550" y="8915991"/>
            <a:ext cx="987232" cy="28258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438889" y="8911954"/>
            <a:ext cx="301141" cy="28515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850218" y="8915624"/>
            <a:ext cx="821779" cy="282951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760743" y="8915991"/>
            <a:ext cx="1037847" cy="27891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881065" y="8914889"/>
            <a:ext cx="776137" cy="280993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2374661" y="9276127"/>
            <a:ext cx="15950565" cy="94805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ts val="3710"/>
              </a:lnSpc>
              <a:spcBef>
                <a:spcPts val="40"/>
              </a:spcBef>
            </a:pPr>
            <a:r>
              <a:rPr sz="2950" spc="-254" dirty="0">
                <a:solidFill>
                  <a:srgbClr val="202020"/>
                </a:solidFill>
                <a:latin typeface="Times New Roman"/>
                <a:cs typeface="Times New Roman"/>
              </a:rPr>
              <a:t>Secured</a:t>
            </a:r>
            <a:r>
              <a:rPr sz="2950" spc="-3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85" dirty="0">
                <a:solidFill>
                  <a:srgbClr val="202020"/>
                </a:solidFill>
                <a:latin typeface="Times New Roman"/>
                <a:cs typeface="Times New Roman"/>
              </a:rPr>
              <a:t>admin</a:t>
            </a:r>
            <a:r>
              <a:rPr sz="2950" spc="-2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65" dirty="0">
                <a:solidFill>
                  <a:srgbClr val="202020"/>
                </a:solidFill>
                <a:latin typeface="Times New Roman"/>
                <a:cs typeface="Times New Roman"/>
              </a:rPr>
              <a:t>portal</a:t>
            </a:r>
            <a:r>
              <a:rPr sz="2950" spc="-12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90" dirty="0">
                <a:solidFill>
                  <a:srgbClr val="202020"/>
                </a:solidFill>
                <a:latin typeface="Times New Roman"/>
                <a:cs typeface="Times New Roman"/>
              </a:rPr>
              <a:t>with</a:t>
            </a:r>
            <a:r>
              <a:rPr sz="2950" spc="-13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75" dirty="0">
                <a:solidFill>
                  <a:srgbClr val="202020"/>
                </a:solidFill>
                <a:latin typeface="Times New Roman"/>
                <a:cs typeface="Times New Roman"/>
              </a:rPr>
              <a:t>separate</a:t>
            </a:r>
            <a:r>
              <a:rPr sz="2950" spc="-90" dirty="0">
                <a:solidFill>
                  <a:srgbClr val="202020"/>
                </a:solidFill>
                <a:latin typeface="Times New Roman"/>
                <a:cs typeface="Times New Roman"/>
              </a:rPr>
              <a:t> login,</a:t>
            </a:r>
            <a:r>
              <a:rPr sz="2950" spc="-12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85" dirty="0">
                <a:solidFill>
                  <a:srgbClr val="202020"/>
                </a:solidFill>
                <a:latin typeface="Times New Roman"/>
                <a:cs typeface="Times New Roman"/>
              </a:rPr>
              <a:t>live</a:t>
            </a:r>
            <a:r>
              <a:rPr sz="2950" spc="-9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54" dirty="0">
                <a:solidFill>
                  <a:srgbClr val="202020"/>
                </a:solidFill>
                <a:latin typeface="Times New Roman"/>
                <a:cs typeface="Times New Roman"/>
              </a:rPr>
              <a:t>dashboard</a:t>
            </a:r>
            <a:r>
              <a:rPr sz="2950" spc="-3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5" dirty="0">
                <a:solidFill>
                  <a:srgbClr val="202020"/>
                </a:solidFill>
                <a:latin typeface="Times New Roman"/>
                <a:cs typeface="Times New Roman"/>
              </a:rPr>
              <a:t>stats</a:t>
            </a:r>
            <a:r>
              <a:rPr sz="2950" spc="-9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02020"/>
                </a:solidFill>
                <a:latin typeface="Times New Roman"/>
                <a:cs typeface="Times New Roman"/>
              </a:rPr>
              <a:t>(total</a:t>
            </a:r>
            <a:r>
              <a:rPr sz="2950" spc="-12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35" dirty="0">
                <a:solidFill>
                  <a:srgbClr val="202020"/>
                </a:solidFill>
                <a:latin typeface="Times New Roman"/>
                <a:cs typeface="Times New Roman"/>
              </a:rPr>
              <a:t>eventsIusersIregistrations),</a:t>
            </a:r>
            <a:r>
              <a:rPr sz="2950" spc="-20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45" dirty="0">
                <a:solidFill>
                  <a:srgbClr val="202020"/>
                </a:solidFill>
                <a:latin typeface="Times New Roman"/>
                <a:cs typeface="Times New Roman"/>
              </a:rPr>
              <a:t>event</a:t>
            </a:r>
            <a:r>
              <a:rPr sz="2950" spc="-3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335" dirty="0">
                <a:solidFill>
                  <a:srgbClr val="202020"/>
                </a:solidFill>
                <a:latin typeface="Times New Roman"/>
                <a:cs typeface="Times New Roman"/>
              </a:rPr>
              <a:t>CRUD</a:t>
            </a:r>
            <a:r>
              <a:rPr sz="2950" spc="-9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85" dirty="0">
                <a:solidFill>
                  <a:srgbClr val="202020"/>
                </a:solidFill>
                <a:latin typeface="Times New Roman"/>
                <a:cs typeface="Times New Roman"/>
              </a:rPr>
              <a:t>operations, </a:t>
            </a:r>
            <a:r>
              <a:rPr sz="2950" spc="90" dirty="0">
                <a:solidFill>
                  <a:srgbClr val="202020"/>
                </a:solidFill>
                <a:latin typeface="Times New Roman"/>
                <a:cs typeface="Times New Roman"/>
              </a:rPr>
              <a:t>full</a:t>
            </a:r>
            <a:r>
              <a:rPr sz="2950" spc="-20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25" dirty="0">
                <a:solidFill>
                  <a:srgbClr val="202020"/>
                </a:solidFill>
                <a:latin typeface="Times New Roman"/>
                <a:cs typeface="Times New Roman"/>
              </a:rPr>
              <a:t>registrations</a:t>
            </a:r>
            <a:r>
              <a:rPr sz="2950" spc="-175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0" dirty="0">
                <a:solidFill>
                  <a:srgbClr val="202020"/>
                </a:solidFill>
                <a:latin typeface="Times New Roman"/>
                <a:cs typeface="Times New Roman"/>
              </a:rPr>
              <a:t>table,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50" dirty="0">
                <a:solidFill>
                  <a:srgbClr val="202020"/>
                </a:solidFill>
                <a:latin typeface="Times New Roman"/>
                <a:cs typeface="Times New Roman"/>
              </a:rPr>
              <a:t>student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30" dirty="0">
                <a:solidFill>
                  <a:srgbClr val="202020"/>
                </a:solidFill>
                <a:latin typeface="Times New Roman"/>
                <a:cs typeface="Times New Roman"/>
              </a:rPr>
              <a:t>roster,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54" dirty="0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35" dirty="0">
                <a:solidFill>
                  <a:srgbClr val="202020"/>
                </a:solidFill>
                <a:latin typeface="Times New Roman"/>
                <a:cs typeface="Times New Roman"/>
              </a:rPr>
              <a:t>individual</a:t>
            </a:r>
            <a:r>
              <a:rPr sz="2950" spc="-114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225" dirty="0">
                <a:solidFill>
                  <a:srgbClr val="202020"/>
                </a:solidFill>
                <a:latin typeface="Times New Roman"/>
                <a:cs typeface="Times New Roman"/>
              </a:rPr>
              <a:t>record</a:t>
            </a:r>
            <a:r>
              <a:rPr sz="2950" spc="-120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02020"/>
                </a:solidFill>
                <a:latin typeface="Times New Roman"/>
                <a:cs typeface="Times New Roman"/>
              </a:rPr>
              <a:t>deletion.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7527" y="7314651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8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2"/>
                </a:lnTo>
                <a:lnTo>
                  <a:pt x="2499" y="598778"/>
                </a:lnTo>
                <a:lnTo>
                  <a:pt x="0" y="546168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3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3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8"/>
                </a:lnTo>
                <a:lnTo>
                  <a:pt x="1089839" y="598778"/>
                </a:lnTo>
                <a:lnTo>
                  <a:pt x="1082492" y="649972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4318029" y="522494"/>
            <a:ext cx="612775" cy="473709"/>
            <a:chOff x="4318029" y="522494"/>
            <a:chExt cx="612775" cy="473709"/>
          </a:xfrm>
        </p:grpSpPr>
        <p:sp>
          <p:nvSpPr>
            <p:cNvPr id="14" name="object 14"/>
            <p:cNvSpPr/>
            <p:nvPr/>
          </p:nvSpPr>
          <p:spPr>
            <a:xfrm>
              <a:off x="4318029" y="522494"/>
              <a:ext cx="132080" cy="473709"/>
            </a:xfrm>
            <a:custGeom>
              <a:avLst/>
              <a:gdLst/>
              <a:ahLst/>
              <a:cxnLst/>
              <a:rect l="l" t="t" r="r" b="b"/>
              <a:pathLst>
                <a:path w="132079" h="473709">
                  <a:moveTo>
                    <a:pt x="75129" y="473172"/>
                  </a:moveTo>
                  <a:lnTo>
                    <a:pt x="60208" y="473172"/>
                  </a:lnTo>
                  <a:lnTo>
                    <a:pt x="54560" y="470788"/>
                  </a:lnTo>
                  <a:lnTo>
                    <a:pt x="31502" y="439687"/>
                  </a:lnTo>
                  <a:lnTo>
                    <a:pt x="16921" y="394953"/>
                  </a:lnTo>
                  <a:lnTo>
                    <a:pt x="8907" y="354173"/>
                  </a:lnTo>
                  <a:lnTo>
                    <a:pt x="2700" y="301425"/>
                  </a:lnTo>
                  <a:lnTo>
                    <a:pt x="174" y="250231"/>
                  </a:lnTo>
                  <a:lnTo>
                    <a:pt x="0" y="220855"/>
                  </a:lnTo>
                  <a:lnTo>
                    <a:pt x="222" y="203340"/>
                  </a:lnTo>
                  <a:lnTo>
                    <a:pt x="2787" y="154303"/>
                  </a:lnTo>
                  <a:lnTo>
                    <a:pt x="7916" y="107471"/>
                  </a:lnTo>
                  <a:lnTo>
                    <a:pt x="15143" y="65350"/>
                  </a:lnTo>
                  <a:lnTo>
                    <a:pt x="28967" y="25697"/>
                  </a:lnTo>
                  <a:lnTo>
                    <a:pt x="33319" y="19480"/>
                  </a:lnTo>
                  <a:lnTo>
                    <a:pt x="38448" y="14351"/>
                  </a:lnTo>
                  <a:lnTo>
                    <a:pt x="50364" y="6165"/>
                  </a:lnTo>
                  <a:lnTo>
                    <a:pt x="56944" y="3315"/>
                  </a:lnTo>
                  <a:lnTo>
                    <a:pt x="64093" y="1761"/>
                  </a:lnTo>
                  <a:lnTo>
                    <a:pt x="71800" y="0"/>
                  </a:lnTo>
                  <a:lnTo>
                    <a:pt x="78859" y="0"/>
                  </a:lnTo>
                  <a:lnTo>
                    <a:pt x="86630" y="1450"/>
                  </a:lnTo>
                  <a:lnTo>
                    <a:pt x="121601" y="22433"/>
                  </a:lnTo>
                  <a:lnTo>
                    <a:pt x="128883" y="38597"/>
                  </a:lnTo>
                  <a:lnTo>
                    <a:pt x="50727" y="38597"/>
                  </a:lnTo>
                  <a:lnTo>
                    <a:pt x="46025" y="50575"/>
                  </a:lnTo>
                  <a:lnTo>
                    <a:pt x="36116" y="89422"/>
                  </a:lnTo>
                  <a:lnTo>
                    <a:pt x="30463" y="128998"/>
                  </a:lnTo>
                  <a:lnTo>
                    <a:pt x="28967" y="141645"/>
                  </a:lnTo>
                  <a:lnTo>
                    <a:pt x="32904" y="142267"/>
                  </a:lnTo>
                  <a:lnTo>
                    <a:pt x="34873" y="142682"/>
                  </a:lnTo>
                  <a:lnTo>
                    <a:pt x="34873" y="142993"/>
                  </a:lnTo>
                  <a:lnTo>
                    <a:pt x="123490" y="142993"/>
                  </a:lnTo>
                  <a:lnTo>
                    <a:pt x="120814" y="165164"/>
                  </a:lnTo>
                  <a:lnTo>
                    <a:pt x="114384" y="220855"/>
                  </a:lnTo>
                  <a:lnTo>
                    <a:pt x="109646" y="265094"/>
                  </a:lnTo>
                  <a:lnTo>
                    <a:pt x="105320" y="310643"/>
                  </a:lnTo>
                  <a:lnTo>
                    <a:pt x="101862" y="356213"/>
                  </a:lnTo>
                  <a:lnTo>
                    <a:pt x="100308" y="401572"/>
                  </a:lnTo>
                  <a:lnTo>
                    <a:pt x="100201" y="405590"/>
                  </a:lnTo>
                  <a:lnTo>
                    <a:pt x="100101" y="409343"/>
                  </a:lnTo>
                  <a:lnTo>
                    <a:pt x="99370" y="424222"/>
                  </a:lnTo>
                  <a:lnTo>
                    <a:pt x="99272" y="426233"/>
                  </a:lnTo>
                  <a:lnTo>
                    <a:pt x="98132" y="434315"/>
                  </a:lnTo>
                  <a:lnTo>
                    <a:pt x="94402" y="449858"/>
                  </a:lnTo>
                  <a:lnTo>
                    <a:pt x="91138" y="457007"/>
                  </a:lnTo>
                  <a:lnTo>
                    <a:pt x="81916" y="469960"/>
                  </a:lnTo>
                  <a:lnTo>
                    <a:pt x="75129" y="473172"/>
                  </a:lnTo>
                  <a:close/>
                </a:path>
                <a:path w="132079" h="473709">
                  <a:moveTo>
                    <a:pt x="34873" y="142993"/>
                  </a:moveTo>
                  <a:lnTo>
                    <a:pt x="34873" y="142682"/>
                  </a:lnTo>
                  <a:lnTo>
                    <a:pt x="32904" y="142267"/>
                  </a:lnTo>
                  <a:lnTo>
                    <a:pt x="28967" y="141645"/>
                  </a:lnTo>
                  <a:lnTo>
                    <a:pt x="30290" y="130455"/>
                  </a:lnTo>
                  <a:lnTo>
                    <a:pt x="36116" y="89422"/>
                  </a:lnTo>
                  <a:lnTo>
                    <a:pt x="46025" y="50575"/>
                  </a:lnTo>
                  <a:lnTo>
                    <a:pt x="50727" y="38597"/>
                  </a:lnTo>
                  <a:lnTo>
                    <a:pt x="56270" y="40670"/>
                  </a:lnTo>
                  <a:lnTo>
                    <a:pt x="58379" y="42055"/>
                  </a:lnTo>
                  <a:lnTo>
                    <a:pt x="61451" y="44193"/>
                  </a:lnTo>
                  <a:lnTo>
                    <a:pt x="55146" y="55170"/>
                  </a:lnTo>
                  <a:lnTo>
                    <a:pt x="50066" y="66652"/>
                  </a:lnTo>
                  <a:lnTo>
                    <a:pt x="41088" y="116078"/>
                  </a:lnTo>
                  <a:lnTo>
                    <a:pt x="40840" y="127735"/>
                  </a:lnTo>
                  <a:lnTo>
                    <a:pt x="40844" y="130455"/>
                  </a:lnTo>
                  <a:lnTo>
                    <a:pt x="41159" y="139722"/>
                  </a:lnTo>
                  <a:lnTo>
                    <a:pt x="41245" y="142267"/>
                  </a:lnTo>
                  <a:lnTo>
                    <a:pt x="37847" y="142682"/>
                  </a:lnTo>
                  <a:lnTo>
                    <a:pt x="38059" y="142682"/>
                  </a:lnTo>
                  <a:lnTo>
                    <a:pt x="34873" y="142993"/>
                  </a:lnTo>
                  <a:close/>
                </a:path>
                <a:path w="132079" h="473709">
                  <a:moveTo>
                    <a:pt x="123490" y="142993"/>
                  </a:moveTo>
                  <a:lnTo>
                    <a:pt x="34873" y="142993"/>
                  </a:lnTo>
                  <a:lnTo>
                    <a:pt x="38059" y="142682"/>
                  </a:lnTo>
                  <a:lnTo>
                    <a:pt x="37847" y="142682"/>
                  </a:lnTo>
                  <a:lnTo>
                    <a:pt x="41245" y="142267"/>
                  </a:lnTo>
                  <a:lnTo>
                    <a:pt x="40844" y="130455"/>
                  </a:lnTo>
                  <a:lnTo>
                    <a:pt x="40840" y="127735"/>
                  </a:lnTo>
                  <a:lnTo>
                    <a:pt x="46209" y="78639"/>
                  </a:lnTo>
                  <a:lnTo>
                    <a:pt x="61451" y="44193"/>
                  </a:lnTo>
                  <a:lnTo>
                    <a:pt x="58379" y="42055"/>
                  </a:lnTo>
                  <a:lnTo>
                    <a:pt x="56270" y="40670"/>
                  </a:lnTo>
                  <a:lnTo>
                    <a:pt x="50727" y="38597"/>
                  </a:lnTo>
                  <a:lnTo>
                    <a:pt x="128883" y="38597"/>
                  </a:lnTo>
                  <a:lnTo>
                    <a:pt x="129956" y="42055"/>
                  </a:lnTo>
                  <a:lnTo>
                    <a:pt x="131539" y="54461"/>
                  </a:lnTo>
                  <a:lnTo>
                    <a:pt x="131413" y="66652"/>
                  </a:lnTo>
                  <a:lnTo>
                    <a:pt x="127818" y="105276"/>
                  </a:lnTo>
                  <a:lnTo>
                    <a:pt x="123527" y="142682"/>
                  </a:lnTo>
                  <a:lnTo>
                    <a:pt x="123490" y="14299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0554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498208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7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7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09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8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68874" y="519080"/>
            <a:ext cx="662305" cy="479425"/>
          </a:xfrm>
          <a:custGeom>
            <a:avLst/>
            <a:gdLst/>
            <a:ahLst/>
            <a:cxnLst/>
            <a:rect l="l" t="t" r="r" b="b"/>
            <a:pathLst>
              <a:path w="662304" h="479425">
                <a:moveTo>
                  <a:pt x="299072" y="394639"/>
                </a:moveTo>
                <a:lnTo>
                  <a:pt x="279209" y="367322"/>
                </a:lnTo>
                <a:lnTo>
                  <a:pt x="279057" y="367322"/>
                </a:lnTo>
                <a:lnTo>
                  <a:pt x="267512" y="364109"/>
                </a:lnTo>
                <a:lnTo>
                  <a:pt x="260362" y="362813"/>
                </a:lnTo>
                <a:lnTo>
                  <a:pt x="259905" y="362813"/>
                </a:lnTo>
                <a:lnTo>
                  <a:pt x="253682" y="362204"/>
                </a:lnTo>
                <a:lnTo>
                  <a:pt x="245351" y="361251"/>
                </a:lnTo>
                <a:lnTo>
                  <a:pt x="244906" y="361251"/>
                </a:lnTo>
                <a:lnTo>
                  <a:pt x="238760" y="360743"/>
                </a:lnTo>
                <a:lnTo>
                  <a:pt x="226631" y="360121"/>
                </a:lnTo>
                <a:lnTo>
                  <a:pt x="206324" y="360121"/>
                </a:lnTo>
                <a:lnTo>
                  <a:pt x="187921" y="360743"/>
                </a:lnTo>
                <a:lnTo>
                  <a:pt x="189763" y="360743"/>
                </a:lnTo>
                <a:lnTo>
                  <a:pt x="181102" y="361251"/>
                </a:lnTo>
                <a:lnTo>
                  <a:pt x="140487" y="365150"/>
                </a:lnTo>
                <a:lnTo>
                  <a:pt x="104063" y="374027"/>
                </a:lnTo>
                <a:lnTo>
                  <a:pt x="104101" y="369963"/>
                </a:lnTo>
                <a:lnTo>
                  <a:pt x="104216" y="364109"/>
                </a:lnTo>
                <a:lnTo>
                  <a:pt x="104330" y="360121"/>
                </a:lnTo>
                <a:lnTo>
                  <a:pt x="104470" y="354965"/>
                </a:lnTo>
                <a:lnTo>
                  <a:pt x="106883" y="315455"/>
                </a:lnTo>
                <a:lnTo>
                  <a:pt x="110845" y="274535"/>
                </a:lnTo>
                <a:lnTo>
                  <a:pt x="115938" y="232956"/>
                </a:lnTo>
                <a:lnTo>
                  <a:pt x="121958" y="191541"/>
                </a:lnTo>
                <a:lnTo>
                  <a:pt x="128422" y="151980"/>
                </a:lnTo>
                <a:lnTo>
                  <a:pt x="130848" y="138074"/>
                </a:lnTo>
                <a:lnTo>
                  <a:pt x="130924" y="137655"/>
                </a:lnTo>
                <a:lnTo>
                  <a:pt x="131013" y="137134"/>
                </a:lnTo>
                <a:lnTo>
                  <a:pt x="132842" y="126961"/>
                </a:lnTo>
                <a:lnTo>
                  <a:pt x="143002" y="72847"/>
                </a:lnTo>
                <a:lnTo>
                  <a:pt x="143852" y="68491"/>
                </a:lnTo>
                <a:lnTo>
                  <a:pt x="144208" y="65900"/>
                </a:lnTo>
                <a:lnTo>
                  <a:pt x="144310" y="64554"/>
                </a:lnTo>
                <a:lnTo>
                  <a:pt x="144627" y="60617"/>
                </a:lnTo>
                <a:lnTo>
                  <a:pt x="144729" y="55689"/>
                </a:lnTo>
                <a:lnTo>
                  <a:pt x="143878" y="44462"/>
                </a:lnTo>
                <a:lnTo>
                  <a:pt x="142595" y="39535"/>
                </a:lnTo>
                <a:lnTo>
                  <a:pt x="142519" y="39217"/>
                </a:lnTo>
                <a:lnTo>
                  <a:pt x="115938" y="7785"/>
                </a:lnTo>
                <a:lnTo>
                  <a:pt x="89547" y="0"/>
                </a:lnTo>
                <a:lnTo>
                  <a:pt x="81673" y="152"/>
                </a:lnTo>
                <a:lnTo>
                  <a:pt x="74002" y="1917"/>
                </a:lnTo>
                <a:lnTo>
                  <a:pt x="66344" y="3581"/>
                </a:lnTo>
                <a:lnTo>
                  <a:pt x="59245" y="6477"/>
                </a:lnTo>
                <a:lnTo>
                  <a:pt x="50952" y="11722"/>
                </a:lnTo>
                <a:lnTo>
                  <a:pt x="50952" y="81026"/>
                </a:lnTo>
                <a:lnTo>
                  <a:pt x="50927" y="81191"/>
                </a:lnTo>
                <a:lnTo>
                  <a:pt x="50507" y="83654"/>
                </a:lnTo>
                <a:lnTo>
                  <a:pt x="50952" y="81026"/>
                </a:lnTo>
                <a:lnTo>
                  <a:pt x="50952" y="11722"/>
                </a:lnTo>
                <a:lnTo>
                  <a:pt x="46647" y="14452"/>
                </a:lnTo>
                <a:lnTo>
                  <a:pt x="46647" y="104965"/>
                </a:lnTo>
                <a:lnTo>
                  <a:pt x="46532" y="105486"/>
                </a:lnTo>
                <a:lnTo>
                  <a:pt x="44792" y="112737"/>
                </a:lnTo>
                <a:lnTo>
                  <a:pt x="46647" y="104965"/>
                </a:lnTo>
                <a:lnTo>
                  <a:pt x="46647" y="14452"/>
                </a:lnTo>
                <a:lnTo>
                  <a:pt x="25984" y="46990"/>
                </a:lnTo>
                <a:lnTo>
                  <a:pt x="15570" y="93929"/>
                </a:lnTo>
                <a:lnTo>
                  <a:pt x="9156" y="134810"/>
                </a:lnTo>
                <a:lnTo>
                  <a:pt x="4254" y="178371"/>
                </a:lnTo>
                <a:lnTo>
                  <a:pt x="1003" y="224243"/>
                </a:lnTo>
                <a:lnTo>
                  <a:pt x="0" y="255104"/>
                </a:lnTo>
                <a:lnTo>
                  <a:pt x="63" y="288251"/>
                </a:lnTo>
                <a:lnTo>
                  <a:pt x="2197" y="332981"/>
                </a:lnTo>
                <a:lnTo>
                  <a:pt x="5384" y="363283"/>
                </a:lnTo>
                <a:lnTo>
                  <a:pt x="5499" y="364109"/>
                </a:lnTo>
                <a:lnTo>
                  <a:pt x="12674" y="403910"/>
                </a:lnTo>
                <a:lnTo>
                  <a:pt x="26276" y="442734"/>
                </a:lnTo>
                <a:lnTo>
                  <a:pt x="52971" y="473176"/>
                </a:lnTo>
                <a:lnTo>
                  <a:pt x="76136" y="479386"/>
                </a:lnTo>
                <a:lnTo>
                  <a:pt x="88353" y="479386"/>
                </a:lnTo>
                <a:lnTo>
                  <a:pt x="90843" y="479234"/>
                </a:lnTo>
                <a:lnTo>
                  <a:pt x="93433" y="478929"/>
                </a:lnTo>
                <a:lnTo>
                  <a:pt x="96024" y="478713"/>
                </a:lnTo>
                <a:lnTo>
                  <a:pt x="140220" y="469442"/>
                </a:lnTo>
                <a:lnTo>
                  <a:pt x="181406" y="458406"/>
                </a:lnTo>
                <a:lnTo>
                  <a:pt x="219494" y="446595"/>
                </a:lnTo>
                <a:lnTo>
                  <a:pt x="262458" y="430593"/>
                </a:lnTo>
                <a:lnTo>
                  <a:pt x="294093" y="407771"/>
                </a:lnTo>
                <a:lnTo>
                  <a:pt x="297510" y="401332"/>
                </a:lnTo>
                <a:lnTo>
                  <a:pt x="299072" y="394639"/>
                </a:lnTo>
                <a:close/>
              </a:path>
              <a:path w="662304" h="479425">
                <a:moveTo>
                  <a:pt x="630555" y="108826"/>
                </a:moveTo>
                <a:lnTo>
                  <a:pt x="618007" y="65646"/>
                </a:lnTo>
                <a:lnTo>
                  <a:pt x="609282" y="52946"/>
                </a:lnTo>
                <a:lnTo>
                  <a:pt x="606044" y="49136"/>
                </a:lnTo>
                <a:lnTo>
                  <a:pt x="569988" y="22466"/>
                </a:lnTo>
                <a:lnTo>
                  <a:pt x="532180" y="8496"/>
                </a:lnTo>
                <a:lnTo>
                  <a:pt x="517410" y="5956"/>
                </a:lnTo>
                <a:lnTo>
                  <a:pt x="484111" y="5956"/>
                </a:lnTo>
                <a:lnTo>
                  <a:pt x="465963" y="8496"/>
                </a:lnTo>
                <a:lnTo>
                  <a:pt x="456806" y="11036"/>
                </a:lnTo>
                <a:lnTo>
                  <a:pt x="447662" y="12306"/>
                </a:lnTo>
                <a:lnTo>
                  <a:pt x="438543" y="14846"/>
                </a:lnTo>
                <a:lnTo>
                  <a:pt x="429437" y="18656"/>
                </a:lnTo>
                <a:lnTo>
                  <a:pt x="420433" y="21196"/>
                </a:lnTo>
                <a:lnTo>
                  <a:pt x="386359" y="38976"/>
                </a:lnTo>
                <a:lnTo>
                  <a:pt x="352729" y="70726"/>
                </a:lnTo>
                <a:lnTo>
                  <a:pt x="336054" y="112636"/>
                </a:lnTo>
                <a:lnTo>
                  <a:pt x="335622" y="121526"/>
                </a:lnTo>
                <a:lnTo>
                  <a:pt x="335699" y="126606"/>
                </a:lnTo>
                <a:lnTo>
                  <a:pt x="335800" y="129146"/>
                </a:lnTo>
                <a:lnTo>
                  <a:pt x="335889" y="131686"/>
                </a:lnTo>
                <a:lnTo>
                  <a:pt x="335940" y="132956"/>
                </a:lnTo>
                <a:lnTo>
                  <a:pt x="336067" y="134226"/>
                </a:lnTo>
                <a:lnTo>
                  <a:pt x="336194" y="135496"/>
                </a:lnTo>
                <a:lnTo>
                  <a:pt x="336321" y="136766"/>
                </a:lnTo>
                <a:lnTo>
                  <a:pt x="336448" y="138036"/>
                </a:lnTo>
                <a:lnTo>
                  <a:pt x="337070" y="144386"/>
                </a:lnTo>
                <a:lnTo>
                  <a:pt x="349084" y="181216"/>
                </a:lnTo>
                <a:lnTo>
                  <a:pt x="372237" y="210426"/>
                </a:lnTo>
                <a:lnTo>
                  <a:pt x="379628" y="218046"/>
                </a:lnTo>
                <a:lnTo>
                  <a:pt x="387629" y="223126"/>
                </a:lnTo>
                <a:lnTo>
                  <a:pt x="395338" y="228206"/>
                </a:lnTo>
                <a:lnTo>
                  <a:pt x="401853" y="232016"/>
                </a:lnTo>
                <a:lnTo>
                  <a:pt x="407149" y="234556"/>
                </a:lnTo>
                <a:lnTo>
                  <a:pt x="410324" y="234556"/>
                </a:lnTo>
                <a:lnTo>
                  <a:pt x="539940" y="234556"/>
                </a:lnTo>
                <a:lnTo>
                  <a:pt x="539686" y="233286"/>
                </a:lnTo>
                <a:lnTo>
                  <a:pt x="535546" y="225666"/>
                </a:lnTo>
                <a:lnTo>
                  <a:pt x="533006" y="223126"/>
                </a:lnTo>
                <a:lnTo>
                  <a:pt x="526999" y="216776"/>
                </a:lnTo>
                <a:lnTo>
                  <a:pt x="523684" y="214236"/>
                </a:lnTo>
                <a:lnTo>
                  <a:pt x="516420" y="209156"/>
                </a:lnTo>
                <a:lnTo>
                  <a:pt x="512749" y="207886"/>
                </a:lnTo>
                <a:lnTo>
                  <a:pt x="504151" y="201536"/>
                </a:lnTo>
                <a:lnTo>
                  <a:pt x="499224" y="198996"/>
                </a:lnTo>
                <a:lnTo>
                  <a:pt x="494245" y="195186"/>
                </a:lnTo>
                <a:lnTo>
                  <a:pt x="489381" y="191376"/>
                </a:lnTo>
                <a:lnTo>
                  <a:pt x="485025" y="188836"/>
                </a:lnTo>
                <a:lnTo>
                  <a:pt x="481190" y="183756"/>
                </a:lnTo>
                <a:lnTo>
                  <a:pt x="477469" y="179946"/>
                </a:lnTo>
                <a:lnTo>
                  <a:pt x="474459" y="174866"/>
                </a:lnTo>
                <a:lnTo>
                  <a:pt x="472186" y="169786"/>
                </a:lnTo>
                <a:lnTo>
                  <a:pt x="470001" y="164706"/>
                </a:lnTo>
                <a:lnTo>
                  <a:pt x="468922" y="159626"/>
                </a:lnTo>
                <a:lnTo>
                  <a:pt x="468922" y="146926"/>
                </a:lnTo>
                <a:lnTo>
                  <a:pt x="508596" y="125336"/>
                </a:lnTo>
                <a:lnTo>
                  <a:pt x="527151" y="125336"/>
                </a:lnTo>
                <a:lnTo>
                  <a:pt x="559066" y="131686"/>
                </a:lnTo>
                <a:lnTo>
                  <a:pt x="564769" y="134226"/>
                </a:lnTo>
                <a:lnTo>
                  <a:pt x="581596" y="138036"/>
                </a:lnTo>
                <a:lnTo>
                  <a:pt x="602996" y="138036"/>
                </a:lnTo>
                <a:lnTo>
                  <a:pt x="607555" y="135496"/>
                </a:lnTo>
                <a:lnTo>
                  <a:pt x="612114" y="134226"/>
                </a:lnTo>
                <a:lnTo>
                  <a:pt x="616572" y="131686"/>
                </a:lnTo>
                <a:lnTo>
                  <a:pt x="620928" y="127876"/>
                </a:lnTo>
                <a:lnTo>
                  <a:pt x="624649" y="125336"/>
                </a:lnTo>
                <a:lnTo>
                  <a:pt x="627189" y="121526"/>
                </a:lnTo>
                <a:lnTo>
                  <a:pt x="628345" y="117716"/>
                </a:lnTo>
                <a:lnTo>
                  <a:pt x="629881" y="112636"/>
                </a:lnTo>
                <a:lnTo>
                  <a:pt x="630555" y="108826"/>
                </a:lnTo>
                <a:close/>
              </a:path>
              <a:path w="662304" h="479425">
                <a:moveTo>
                  <a:pt x="661962" y="329806"/>
                </a:moveTo>
                <a:lnTo>
                  <a:pt x="641756" y="300596"/>
                </a:lnTo>
                <a:lnTo>
                  <a:pt x="634441" y="301866"/>
                </a:lnTo>
                <a:lnTo>
                  <a:pt x="626364" y="305676"/>
                </a:lnTo>
                <a:lnTo>
                  <a:pt x="620306" y="309486"/>
                </a:lnTo>
                <a:lnTo>
                  <a:pt x="608177" y="319646"/>
                </a:lnTo>
                <a:lnTo>
                  <a:pt x="602119" y="327266"/>
                </a:lnTo>
                <a:lnTo>
                  <a:pt x="590588" y="341236"/>
                </a:lnTo>
                <a:lnTo>
                  <a:pt x="555650" y="370446"/>
                </a:lnTo>
                <a:lnTo>
                  <a:pt x="512127" y="385686"/>
                </a:lnTo>
                <a:lnTo>
                  <a:pt x="505079" y="384416"/>
                </a:lnTo>
                <a:lnTo>
                  <a:pt x="497979" y="384416"/>
                </a:lnTo>
                <a:lnTo>
                  <a:pt x="483679" y="379336"/>
                </a:lnTo>
                <a:lnTo>
                  <a:pt x="480491" y="378066"/>
                </a:lnTo>
                <a:lnTo>
                  <a:pt x="477304" y="376796"/>
                </a:lnTo>
                <a:lnTo>
                  <a:pt x="453682" y="350126"/>
                </a:lnTo>
                <a:lnTo>
                  <a:pt x="453682" y="345046"/>
                </a:lnTo>
                <a:lnTo>
                  <a:pt x="454037" y="336156"/>
                </a:lnTo>
                <a:lnTo>
                  <a:pt x="455079" y="329806"/>
                </a:lnTo>
                <a:lnTo>
                  <a:pt x="456831" y="322186"/>
                </a:lnTo>
                <a:lnTo>
                  <a:pt x="459282" y="317106"/>
                </a:lnTo>
                <a:lnTo>
                  <a:pt x="463003" y="308216"/>
                </a:lnTo>
                <a:lnTo>
                  <a:pt x="499745" y="276466"/>
                </a:lnTo>
                <a:lnTo>
                  <a:pt x="512749" y="270116"/>
                </a:lnTo>
                <a:lnTo>
                  <a:pt x="519684" y="266306"/>
                </a:lnTo>
                <a:lnTo>
                  <a:pt x="526059" y="262496"/>
                </a:lnTo>
                <a:lnTo>
                  <a:pt x="531863" y="258686"/>
                </a:lnTo>
                <a:lnTo>
                  <a:pt x="537768" y="254876"/>
                </a:lnTo>
                <a:lnTo>
                  <a:pt x="540727" y="249796"/>
                </a:lnTo>
                <a:lnTo>
                  <a:pt x="540727" y="238366"/>
                </a:lnTo>
                <a:lnTo>
                  <a:pt x="540207" y="235826"/>
                </a:lnTo>
                <a:lnTo>
                  <a:pt x="540067" y="235127"/>
                </a:lnTo>
                <a:lnTo>
                  <a:pt x="410730" y="235127"/>
                </a:lnTo>
                <a:lnTo>
                  <a:pt x="409003" y="235127"/>
                </a:lnTo>
                <a:lnTo>
                  <a:pt x="404520" y="237096"/>
                </a:lnTo>
                <a:lnTo>
                  <a:pt x="371487" y="261226"/>
                </a:lnTo>
                <a:lnTo>
                  <a:pt x="347992" y="292976"/>
                </a:lnTo>
                <a:lnTo>
                  <a:pt x="336067" y="337426"/>
                </a:lnTo>
                <a:lnTo>
                  <a:pt x="335610" y="348856"/>
                </a:lnTo>
                <a:lnTo>
                  <a:pt x="335724" y="353936"/>
                </a:lnTo>
                <a:lnTo>
                  <a:pt x="335788" y="355206"/>
                </a:lnTo>
                <a:lnTo>
                  <a:pt x="335889" y="357746"/>
                </a:lnTo>
                <a:lnTo>
                  <a:pt x="346659" y="395846"/>
                </a:lnTo>
                <a:lnTo>
                  <a:pt x="374916" y="431406"/>
                </a:lnTo>
                <a:lnTo>
                  <a:pt x="421360" y="459346"/>
                </a:lnTo>
                <a:lnTo>
                  <a:pt x="429628" y="461886"/>
                </a:lnTo>
                <a:lnTo>
                  <a:pt x="437946" y="465696"/>
                </a:lnTo>
                <a:lnTo>
                  <a:pt x="446328" y="468236"/>
                </a:lnTo>
                <a:lnTo>
                  <a:pt x="479196" y="473316"/>
                </a:lnTo>
                <a:lnTo>
                  <a:pt x="498652" y="473316"/>
                </a:lnTo>
                <a:lnTo>
                  <a:pt x="542378" y="464426"/>
                </a:lnTo>
                <a:lnTo>
                  <a:pt x="579526" y="445376"/>
                </a:lnTo>
                <a:lnTo>
                  <a:pt x="609815" y="421246"/>
                </a:lnTo>
                <a:lnTo>
                  <a:pt x="622338" y="407276"/>
                </a:lnTo>
                <a:lnTo>
                  <a:pt x="627913" y="400926"/>
                </a:lnTo>
                <a:lnTo>
                  <a:pt x="633120" y="394576"/>
                </a:lnTo>
                <a:lnTo>
                  <a:pt x="637870" y="388226"/>
                </a:lnTo>
                <a:lnTo>
                  <a:pt x="639572" y="385686"/>
                </a:lnTo>
                <a:lnTo>
                  <a:pt x="642137" y="381876"/>
                </a:lnTo>
                <a:lnTo>
                  <a:pt x="645947" y="375526"/>
                </a:lnTo>
                <a:lnTo>
                  <a:pt x="650824" y="366636"/>
                </a:lnTo>
                <a:lnTo>
                  <a:pt x="654392" y="360286"/>
                </a:lnTo>
                <a:lnTo>
                  <a:pt x="656666" y="353936"/>
                </a:lnTo>
                <a:lnTo>
                  <a:pt x="660196" y="345046"/>
                </a:lnTo>
                <a:lnTo>
                  <a:pt x="661962" y="336156"/>
                </a:lnTo>
                <a:lnTo>
                  <a:pt x="661962" y="32980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2600" y="524722"/>
            <a:ext cx="449628" cy="46863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6584045" y="522442"/>
            <a:ext cx="2328545" cy="473709"/>
            <a:chOff x="6584045" y="522442"/>
            <a:chExt cx="2328545" cy="473709"/>
          </a:xfrm>
        </p:grpSpPr>
        <p:sp>
          <p:nvSpPr>
            <p:cNvPr id="20" name="object 20"/>
            <p:cNvSpPr/>
            <p:nvPr/>
          </p:nvSpPr>
          <p:spPr>
            <a:xfrm>
              <a:off x="6584036" y="522445"/>
              <a:ext cx="1424940" cy="472440"/>
            </a:xfrm>
            <a:custGeom>
              <a:avLst/>
              <a:gdLst/>
              <a:ahLst/>
              <a:cxnLst/>
              <a:rect l="l" t="t" r="r" b="b"/>
              <a:pathLst>
                <a:path w="1424940" h="472440">
                  <a:moveTo>
                    <a:pt x="294957" y="105460"/>
                  </a:moveTo>
                  <a:lnTo>
                    <a:pt x="282397" y="62280"/>
                  </a:lnTo>
                  <a:lnTo>
                    <a:pt x="254431" y="31800"/>
                  </a:lnTo>
                  <a:lnTo>
                    <a:pt x="210248" y="8940"/>
                  </a:lnTo>
                  <a:lnTo>
                    <a:pt x="181800" y="2590"/>
                  </a:lnTo>
                  <a:lnTo>
                    <a:pt x="148501" y="2590"/>
                  </a:lnTo>
                  <a:lnTo>
                    <a:pt x="130352" y="5130"/>
                  </a:lnTo>
                  <a:lnTo>
                    <a:pt x="121196" y="7670"/>
                  </a:lnTo>
                  <a:lnTo>
                    <a:pt x="112052" y="8940"/>
                  </a:lnTo>
                  <a:lnTo>
                    <a:pt x="102933" y="11480"/>
                  </a:lnTo>
                  <a:lnTo>
                    <a:pt x="93827" y="15290"/>
                  </a:lnTo>
                  <a:lnTo>
                    <a:pt x="84823" y="17830"/>
                  </a:lnTo>
                  <a:lnTo>
                    <a:pt x="50761" y="35610"/>
                  </a:lnTo>
                  <a:lnTo>
                    <a:pt x="17132" y="67360"/>
                  </a:lnTo>
                  <a:lnTo>
                    <a:pt x="444" y="109270"/>
                  </a:lnTo>
                  <a:lnTo>
                    <a:pt x="12" y="118160"/>
                  </a:lnTo>
                  <a:lnTo>
                    <a:pt x="88" y="123240"/>
                  </a:lnTo>
                  <a:lnTo>
                    <a:pt x="190" y="125780"/>
                  </a:lnTo>
                  <a:lnTo>
                    <a:pt x="279" y="128320"/>
                  </a:lnTo>
                  <a:lnTo>
                    <a:pt x="330" y="129590"/>
                  </a:lnTo>
                  <a:lnTo>
                    <a:pt x="457" y="130860"/>
                  </a:lnTo>
                  <a:lnTo>
                    <a:pt x="584" y="132130"/>
                  </a:lnTo>
                  <a:lnTo>
                    <a:pt x="711" y="133400"/>
                  </a:lnTo>
                  <a:lnTo>
                    <a:pt x="838" y="134670"/>
                  </a:lnTo>
                  <a:lnTo>
                    <a:pt x="1473" y="141020"/>
                  </a:lnTo>
                  <a:lnTo>
                    <a:pt x="3365" y="151180"/>
                  </a:lnTo>
                  <a:lnTo>
                    <a:pt x="23736" y="193090"/>
                  </a:lnTo>
                  <a:lnTo>
                    <a:pt x="36639" y="207060"/>
                  </a:lnTo>
                  <a:lnTo>
                    <a:pt x="44018" y="214680"/>
                  </a:lnTo>
                  <a:lnTo>
                    <a:pt x="52019" y="219760"/>
                  </a:lnTo>
                  <a:lnTo>
                    <a:pt x="59728" y="224840"/>
                  </a:lnTo>
                  <a:lnTo>
                    <a:pt x="66243" y="228650"/>
                  </a:lnTo>
                  <a:lnTo>
                    <a:pt x="71551" y="231190"/>
                  </a:lnTo>
                  <a:lnTo>
                    <a:pt x="74714" y="231190"/>
                  </a:lnTo>
                  <a:lnTo>
                    <a:pt x="204343" y="231190"/>
                  </a:lnTo>
                  <a:lnTo>
                    <a:pt x="204076" y="229920"/>
                  </a:lnTo>
                  <a:lnTo>
                    <a:pt x="199936" y="222300"/>
                  </a:lnTo>
                  <a:lnTo>
                    <a:pt x="197396" y="219760"/>
                  </a:lnTo>
                  <a:lnTo>
                    <a:pt x="191389" y="213410"/>
                  </a:lnTo>
                  <a:lnTo>
                    <a:pt x="188074" y="210870"/>
                  </a:lnTo>
                  <a:lnTo>
                    <a:pt x="180822" y="205790"/>
                  </a:lnTo>
                  <a:lnTo>
                    <a:pt x="177139" y="204520"/>
                  </a:lnTo>
                  <a:lnTo>
                    <a:pt x="168541" y="198170"/>
                  </a:lnTo>
                  <a:lnTo>
                    <a:pt x="163614" y="195630"/>
                  </a:lnTo>
                  <a:lnTo>
                    <a:pt x="158648" y="191820"/>
                  </a:lnTo>
                  <a:lnTo>
                    <a:pt x="153771" y="188010"/>
                  </a:lnTo>
                  <a:lnTo>
                    <a:pt x="149428" y="185470"/>
                  </a:lnTo>
                  <a:lnTo>
                    <a:pt x="145592" y="180390"/>
                  </a:lnTo>
                  <a:lnTo>
                    <a:pt x="141859" y="176580"/>
                  </a:lnTo>
                  <a:lnTo>
                    <a:pt x="138849" y="171500"/>
                  </a:lnTo>
                  <a:lnTo>
                    <a:pt x="136575" y="166420"/>
                  </a:lnTo>
                  <a:lnTo>
                    <a:pt x="134391" y="161340"/>
                  </a:lnTo>
                  <a:lnTo>
                    <a:pt x="133311" y="156260"/>
                  </a:lnTo>
                  <a:lnTo>
                    <a:pt x="133311" y="143560"/>
                  </a:lnTo>
                  <a:lnTo>
                    <a:pt x="172999" y="121970"/>
                  </a:lnTo>
                  <a:lnTo>
                    <a:pt x="191541" y="121970"/>
                  </a:lnTo>
                  <a:lnTo>
                    <a:pt x="223456" y="128320"/>
                  </a:lnTo>
                  <a:lnTo>
                    <a:pt x="229158" y="130860"/>
                  </a:lnTo>
                  <a:lnTo>
                    <a:pt x="245999" y="134670"/>
                  </a:lnTo>
                  <a:lnTo>
                    <a:pt x="267385" y="134670"/>
                  </a:lnTo>
                  <a:lnTo>
                    <a:pt x="271945" y="132130"/>
                  </a:lnTo>
                  <a:lnTo>
                    <a:pt x="276504" y="130860"/>
                  </a:lnTo>
                  <a:lnTo>
                    <a:pt x="280962" y="128320"/>
                  </a:lnTo>
                  <a:lnTo>
                    <a:pt x="285318" y="124510"/>
                  </a:lnTo>
                  <a:lnTo>
                    <a:pt x="289052" y="121970"/>
                  </a:lnTo>
                  <a:lnTo>
                    <a:pt x="291592" y="118160"/>
                  </a:lnTo>
                  <a:lnTo>
                    <a:pt x="292735" y="114350"/>
                  </a:lnTo>
                  <a:lnTo>
                    <a:pt x="294284" y="109270"/>
                  </a:lnTo>
                  <a:lnTo>
                    <a:pt x="294957" y="105460"/>
                  </a:lnTo>
                  <a:close/>
                </a:path>
                <a:path w="1424940" h="472440">
                  <a:moveTo>
                    <a:pt x="326351" y="326440"/>
                  </a:moveTo>
                  <a:lnTo>
                    <a:pt x="306146" y="297230"/>
                  </a:lnTo>
                  <a:lnTo>
                    <a:pt x="298843" y="298500"/>
                  </a:lnTo>
                  <a:lnTo>
                    <a:pt x="290753" y="302310"/>
                  </a:lnTo>
                  <a:lnTo>
                    <a:pt x="284695" y="306120"/>
                  </a:lnTo>
                  <a:lnTo>
                    <a:pt x="272567" y="316280"/>
                  </a:lnTo>
                  <a:lnTo>
                    <a:pt x="266509" y="323900"/>
                  </a:lnTo>
                  <a:lnTo>
                    <a:pt x="254977" y="337870"/>
                  </a:lnTo>
                  <a:lnTo>
                    <a:pt x="220040" y="367080"/>
                  </a:lnTo>
                  <a:lnTo>
                    <a:pt x="176517" y="382320"/>
                  </a:lnTo>
                  <a:lnTo>
                    <a:pt x="169468" y="381050"/>
                  </a:lnTo>
                  <a:lnTo>
                    <a:pt x="162369" y="381050"/>
                  </a:lnTo>
                  <a:lnTo>
                    <a:pt x="148069" y="375970"/>
                  </a:lnTo>
                  <a:lnTo>
                    <a:pt x="144894" y="374700"/>
                  </a:lnTo>
                  <a:lnTo>
                    <a:pt x="141706" y="373430"/>
                  </a:lnTo>
                  <a:lnTo>
                    <a:pt x="118071" y="346760"/>
                  </a:lnTo>
                  <a:lnTo>
                    <a:pt x="118071" y="341680"/>
                  </a:lnTo>
                  <a:lnTo>
                    <a:pt x="118427" y="332790"/>
                  </a:lnTo>
                  <a:lnTo>
                    <a:pt x="119481" y="326440"/>
                  </a:lnTo>
                  <a:lnTo>
                    <a:pt x="121221" y="318820"/>
                  </a:lnTo>
                  <a:lnTo>
                    <a:pt x="123672" y="313740"/>
                  </a:lnTo>
                  <a:lnTo>
                    <a:pt x="127406" y="304850"/>
                  </a:lnTo>
                  <a:lnTo>
                    <a:pt x="131178" y="299770"/>
                  </a:lnTo>
                  <a:lnTo>
                    <a:pt x="132118" y="298500"/>
                  </a:lnTo>
                  <a:lnTo>
                    <a:pt x="143624" y="287070"/>
                  </a:lnTo>
                  <a:lnTo>
                    <a:pt x="150037" y="281990"/>
                  </a:lnTo>
                  <a:lnTo>
                    <a:pt x="164134" y="273100"/>
                  </a:lnTo>
                  <a:lnTo>
                    <a:pt x="170815" y="269290"/>
                  </a:lnTo>
                  <a:lnTo>
                    <a:pt x="177139" y="266750"/>
                  </a:lnTo>
                  <a:lnTo>
                    <a:pt x="184086" y="262940"/>
                  </a:lnTo>
                  <a:lnTo>
                    <a:pt x="190449" y="259130"/>
                  </a:lnTo>
                  <a:lnTo>
                    <a:pt x="196253" y="255320"/>
                  </a:lnTo>
                  <a:lnTo>
                    <a:pt x="202158" y="251510"/>
                  </a:lnTo>
                  <a:lnTo>
                    <a:pt x="205117" y="246430"/>
                  </a:lnTo>
                  <a:lnTo>
                    <a:pt x="205117" y="235000"/>
                  </a:lnTo>
                  <a:lnTo>
                    <a:pt x="204597" y="232460"/>
                  </a:lnTo>
                  <a:lnTo>
                    <a:pt x="204457" y="231762"/>
                  </a:lnTo>
                  <a:lnTo>
                    <a:pt x="75120" y="231762"/>
                  </a:lnTo>
                  <a:lnTo>
                    <a:pt x="73406" y="231762"/>
                  </a:lnTo>
                  <a:lnTo>
                    <a:pt x="68910" y="233730"/>
                  </a:lnTo>
                  <a:lnTo>
                    <a:pt x="35890" y="257860"/>
                  </a:lnTo>
                  <a:lnTo>
                    <a:pt x="12382" y="289610"/>
                  </a:lnTo>
                  <a:lnTo>
                    <a:pt x="457" y="334060"/>
                  </a:lnTo>
                  <a:lnTo>
                    <a:pt x="0" y="345490"/>
                  </a:lnTo>
                  <a:lnTo>
                    <a:pt x="114" y="350570"/>
                  </a:lnTo>
                  <a:lnTo>
                    <a:pt x="177" y="351840"/>
                  </a:lnTo>
                  <a:lnTo>
                    <a:pt x="292" y="354380"/>
                  </a:lnTo>
                  <a:lnTo>
                    <a:pt x="11049" y="392480"/>
                  </a:lnTo>
                  <a:lnTo>
                    <a:pt x="39319" y="428040"/>
                  </a:lnTo>
                  <a:lnTo>
                    <a:pt x="85750" y="455980"/>
                  </a:lnTo>
                  <a:lnTo>
                    <a:pt x="94018" y="458520"/>
                  </a:lnTo>
                  <a:lnTo>
                    <a:pt x="102336" y="462330"/>
                  </a:lnTo>
                  <a:lnTo>
                    <a:pt x="110718" y="464870"/>
                  </a:lnTo>
                  <a:lnTo>
                    <a:pt x="143586" y="469950"/>
                  </a:lnTo>
                  <a:lnTo>
                    <a:pt x="163042" y="469950"/>
                  </a:lnTo>
                  <a:lnTo>
                    <a:pt x="206768" y="461060"/>
                  </a:lnTo>
                  <a:lnTo>
                    <a:pt x="243916" y="442010"/>
                  </a:lnTo>
                  <a:lnTo>
                    <a:pt x="274218" y="417880"/>
                  </a:lnTo>
                  <a:lnTo>
                    <a:pt x="286727" y="403910"/>
                  </a:lnTo>
                  <a:lnTo>
                    <a:pt x="292315" y="397560"/>
                  </a:lnTo>
                  <a:lnTo>
                    <a:pt x="315214" y="363270"/>
                  </a:lnTo>
                  <a:lnTo>
                    <a:pt x="318782" y="356920"/>
                  </a:lnTo>
                  <a:lnTo>
                    <a:pt x="321068" y="350570"/>
                  </a:lnTo>
                  <a:lnTo>
                    <a:pt x="324586" y="341680"/>
                  </a:lnTo>
                  <a:lnTo>
                    <a:pt x="326351" y="332790"/>
                  </a:lnTo>
                  <a:lnTo>
                    <a:pt x="326351" y="326440"/>
                  </a:lnTo>
                  <a:close/>
                </a:path>
                <a:path w="1424940" h="472440">
                  <a:moveTo>
                    <a:pt x="716381" y="53340"/>
                  </a:moveTo>
                  <a:lnTo>
                    <a:pt x="715098" y="41910"/>
                  </a:lnTo>
                  <a:lnTo>
                    <a:pt x="713676" y="36830"/>
                  </a:lnTo>
                  <a:lnTo>
                    <a:pt x="712266" y="31750"/>
                  </a:lnTo>
                  <a:lnTo>
                    <a:pt x="677595" y="1270"/>
                  </a:lnTo>
                  <a:lnTo>
                    <a:pt x="670661" y="0"/>
                  </a:lnTo>
                  <a:lnTo>
                    <a:pt x="663968" y="0"/>
                  </a:lnTo>
                  <a:lnTo>
                    <a:pt x="651230" y="2540"/>
                  </a:lnTo>
                  <a:lnTo>
                    <a:pt x="645833" y="6121"/>
                  </a:lnTo>
                  <a:lnTo>
                    <a:pt x="645833" y="114300"/>
                  </a:lnTo>
                  <a:lnTo>
                    <a:pt x="645744" y="115570"/>
                  </a:lnTo>
                  <a:lnTo>
                    <a:pt x="645718" y="115887"/>
                  </a:lnTo>
                  <a:lnTo>
                    <a:pt x="645833" y="114300"/>
                  </a:lnTo>
                  <a:lnTo>
                    <a:pt x="645833" y="6121"/>
                  </a:lnTo>
                  <a:lnTo>
                    <a:pt x="620458" y="38100"/>
                  </a:lnTo>
                  <a:lnTo>
                    <a:pt x="612013" y="83820"/>
                  </a:lnTo>
                  <a:lnTo>
                    <a:pt x="608253" y="116840"/>
                  </a:lnTo>
                  <a:lnTo>
                    <a:pt x="607187" y="127000"/>
                  </a:lnTo>
                  <a:lnTo>
                    <a:pt x="607085" y="128270"/>
                  </a:lnTo>
                  <a:lnTo>
                    <a:pt x="606983" y="129540"/>
                  </a:lnTo>
                  <a:lnTo>
                    <a:pt x="606869" y="130810"/>
                  </a:lnTo>
                  <a:lnTo>
                    <a:pt x="606234" y="138430"/>
                  </a:lnTo>
                  <a:lnTo>
                    <a:pt x="606158" y="139700"/>
                  </a:lnTo>
                  <a:lnTo>
                    <a:pt x="606069" y="140970"/>
                  </a:lnTo>
                  <a:lnTo>
                    <a:pt x="605993" y="142240"/>
                  </a:lnTo>
                  <a:lnTo>
                    <a:pt x="605904" y="143510"/>
                  </a:lnTo>
                  <a:lnTo>
                    <a:pt x="605815" y="144780"/>
                  </a:lnTo>
                  <a:lnTo>
                    <a:pt x="603605" y="186690"/>
                  </a:lnTo>
                  <a:lnTo>
                    <a:pt x="603529" y="189230"/>
                  </a:lnTo>
                  <a:lnTo>
                    <a:pt x="603300" y="196850"/>
                  </a:lnTo>
                  <a:lnTo>
                    <a:pt x="603199" y="201930"/>
                  </a:lnTo>
                  <a:lnTo>
                    <a:pt x="603059" y="210820"/>
                  </a:lnTo>
                  <a:lnTo>
                    <a:pt x="603161" y="241300"/>
                  </a:lnTo>
                  <a:lnTo>
                    <a:pt x="604189" y="273418"/>
                  </a:lnTo>
                  <a:lnTo>
                    <a:pt x="601129" y="266700"/>
                  </a:lnTo>
                  <a:lnTo>
                    <a:pt x="577354" y="218440"/>
                  </a:lnTo>
                  <a:lnTo>
                    <a:pt x="576110" y="215900"/>
                  </a:lnTo>
                  <a:lnTo>
                    <a:pt x="563676" y="189230"/>
                  </a:lnTo>
                  <a:lnTo>
                    <a:pt x="540004" y="139700"/>
                  </a:lnTo>
                  <a:lnTo>
                    <a:pt x="529323" y="116840"/>
                  </a:lnTo>
                  <a:lnTo>
                    <a:pt x="522973" y="104140"/>
                  </a:lnTo>
                  <a:lnTo>
                    <a:pt x="517004" y="90170"/>
                  </a:lnTo>
                  <a:lnTo>
                    <a:pt x="511403" y="78740"/>
                  </a:lnTo>
                  <a:lnTo>
                    <a:pt x="506158" y="68580"/>
                  </a:lnTo>
                  <a:lnTo>
                    <a:pt x="496100" y="46990"/>
                  </a:lnTo>
                  <a:lnTo>
                    <a:pt x="474421" y="13970"/>
                  </a:lnTo>
                  <a:lnTo>
                    <a:pt x="453936" y="3810"/>
                  </a:lnTo>
                  <a:lnTo>
                    <a:pt x="451967" y="2540"/>
                  </a:lnTo>
                  <a:lnTo>
                    <a:pt x="449021" y="2540"/>
                  </a:lnTo>
                  <a:lnTo>
                    <a:pt x="445084" y="1270"/>
                  </a:lnTo>
                  <a:lnTo>
                    <a:pt x="437718" y="0"/>
                  </a:lnTo>
                  <a:lnTo>
                    <a:pt x="430682" y="0"/>
                  </a:lnTo>
                  <a:lnTo>
                    <a:pt x="417207" y="2540"/>
                  </a:lnTo>
                  <a:lnTo>
                    <a:pt x="388188" y="31750"/>
                  </a:lnTo>
                  <a:lnTo>
                    <a:pt x="378358" y="74930"/>
                  </a:lnTo>
                  <a:lnTo>
                    <a:pt x="375196" y="96520"/>
                  </a:lnTo>
                  <a:lnTo>
                    <a:pt x="373811" y="106680"/>
                  </a:lnTo>
                  <a:lnTo>
                    <a:pt x="370192" y="143510"/>
                  </a:lnTo>
                  <a:lnTo>
                    <a:pt x="370103" y="144780"/>
                  </a:lnTo>
                  <a:lnTo>
                    <a:pt x="367449" y="189230"/>
                  </a:lnTo>
                  <a:lnTo>
                    <a:pt x="366877" y="210820"/>
                  </a:lnTo>
                  <a:lnTo>
                    <a:pt x="366979" y="247650"/>
                  </a:lnTo>
                  <a:lnTo>
                    <a:pt x="369392" y="299720"/>
                  </a:lnTo>
                  <a:lnTo>
                    <a:pt x="374929" y="353060"/>
                  </a:lnTo>
                  <a:lnTo>
                    <a:pt x="381749" y="393700"/>
                  </a:lnTo>
                  <a:lnTo>
                    <a:pt x="391655" y="431800"/>
                  </a:lnTo>
                  <a:lnTo>
                    <a:pt x="415137" y="469900"/>
                  </a:lnTo>
                  <a:lnTo>
                    <a:pt x="420420" y="472440"/>
                  </a:lnTo>
                  <a:lnTo>
                    <a:pt x="434505" y="472440"/>
                  </a:lnTo>
                  <a:lnTo>
                    <a:pt x="455447" y="436880"/>
                  </a:lnTo>
                  <a:lnTo>
                    <a:pt x="456539" y="427990"/>
                  </a:lnTo>
                  <a:lnTo>
                    <a:pt x="457301" y="412750"/>
                  </a:lnTo>
                  <a:lnTo>
                    <a:pt x="457415" y="410210"/>
                  </a:lnTo>
                  <a:lnTo>
                    <a:pt x="457619" y="405130"/>
                  </a:lnTo>
                  <a:lnTo>
                    <a:pt x="457682" y="402590"/>
                  </a:lnTo>
                  <a:lnTo>
                    <a:pt x="457822" y="397510"/>
                  </a:lnTo>
                  <a:lnTo>
                    <a:pt x="457923" y="387350"/>
                  </a:lnTo>
                  <a:lnTo>
                    <a:pt x="458139" y="386080"/>
                  </a:lnTo>
                  <a:lnTo>
                    <a:pt x="459219" y="361950"/>
                  </a:lnTo>
                  <a:lnTo>
                    <a:pt x="459968" y="349250"/>
                  </a:lnTo>
                  <a:lnTo>
                    <a:pt x="461429" y="326390"/>
                  </a:lnTo>
                  <a:lnTo>
                    <a:pt x="462292" y="314960"/>
                  </a:lnTo>
                  <a:lnTo>
                    <a:pt x="463308" y="302260"/>
                  </a:lnTo>
                  <a:lnTo>
                    <a:pt x="464197" y="290830"/>
                  </a:lnTo>
                  <a:lnTo>
                    <a:pt x="465315" y="278130"/>
                  </a:lnTo>
                  <a:lnTo>
                    <a:pt x="466255" y="266700"/>
                  </a:lnTo>
                  <a:lnTo>
                    <a:pt x="467321" y="255270"/>
                  </a:lnTo>
                  <a:lnTo>
                    <a:pt x="469849" y="227330"/>
                  </a:lnTo>
                  <a:lnTo>
                    <a:pt x="469785" y="225386"/>
                  </a:lnTo>
                  <a:lnTo>
                    <a:pt x="469988" y="226060"/>
                  </a:lnTo>
                  <a:lnTo>
                    <a:pt x="487349" y="260350"/>
                  </a:lnTo>
                  <a:lnTo>
                    <a:pt x="513003" y="306070"/>
                  </a:lnTo>
                  <a:lnTo>
                    <a:pt x="521550" y="320040"/>
                  </a:lnTo>
                  <a:lnTo>
                    <a:pt x="530034" y="334010"/>
                  </a:lnTo>
                  <a:lnTo>
                    <a:pt x="538416" y="346710"/>
                  </a:lnTo>
                  <a:lnTo>
                    <a:pt x="546671" y="359410"/>
                  </a:lnTo>
                  <a:lnTo>
                    <a:pt x="554812" y="370840"/>
                  </a:lnTo>
                  <a:lnTo>
                    <a:pt x="562825" y="382270"/>
                  </a:lnTo>
                  <a:lnTo>
                    <a:pt x="570547" y="392430"/>
                  </a:lnTo>
                  <a:lnTo>
                    <a:pt x="577977" y="402590"/>
                  </a:lnTo>
                  <a:lnTo>
                    <a:pt x="592289" y="417830"/>
                  </a:lnTo>
                  <a:lnTo>
                    <a:pt x="599186" y="425450"/>
                  </a:lnTo>
                  <a:lnTo>
                    <a:pt x="605815" y="433070"/>
                  </a:lnTo>
                  <a:lnTo>
                    <a:pt x="612165" y="438150"/>
                  </a:lnTo>
                  <a:lnTo>
                    <a:pt x="618324" y="443230"/>
                  </a:lnTo>
                  <a:lnTo>
                    <a:pt x="624205" y="448310"/>
                  </a:lnTo>
                  <a:lnTo>
                    <a:pt x="629818" y="452120"/>
                  </a:lnTo>
                  <a:lnTo>
                    <a:pt x="635165" y="455930"/>
                  </a:lnTo>
                  <a:lnTo>
                    <a:pt x="642112" y="459740"/>
                  </a:lnTo>
                  <a:lnTo>
                    <a:pt x="648741" y="462280"/>
                  </a:lnTo>
                  <a:lnTo>
                    <a:pt x="661377" y="464820"/>
                  </a:lnTo>
                  <a:lnTo>
                    <a:pt x="666826" y="464820"/>
                  </a:lnTo>
                  <a:lnTo>
                    <a:pt x="671385" y="461010"/>
                  </a:lnTo>
                  <a:lnTo>
                    <a:pt x="675627" y="458470"/>
                  </a:lnTo>
                  <a:lnTo>
                    <a:pt x="678789" y="454660"/>
                  </a:lnTo>
                  <a:lnTo>
                    <a:pt x="680859" y="450850"/>
                  </a:lnTo>
                  <a:lnTo>
                    <a:pt x="683044" y="447040"/>
                  </a:lnTo>
                  <a:lnTo>
                    <a:pt x="688479" y="421640"/>
                  </a:lnTo>
                  <a:lnTo>
                    <a:pt x="689102" y="416560"/>
                  </a:lnTo>
                  <a:lnTo>
                    <a:pt x="689521" y="411480"/>
                  </a:lnTo>
                  <a:lnTo>
                    <a:pt x="689571" y="410210"/>
                  </a:lnTo>
                  <a:lnTo>
                    <a:pt x="690346" y="391160"/>
                  </a:lnTo>
                  <a:lnTo>
                    <a:pt x="690448" y="381000"/>
                  </a:lnTo>
                  <a:lnTo>
                    <a:pt x="690651" y="378460"/>
                  </a:lnTo>
                  <a:lnTo>
                    <a:pt x="691337" y="364490"/>
                  </a:lnTo>
                  <a:lnTo>
                    <a:pt x="692137" y="349250"/>
                  </a:lnTo>
                  <a:lnTo>
                    <a:pt x="693039" y="334010"/>
                  </a:lnTo>
                  <a:lnTo>
                    <a:pt x="694080" y="317500"/>
                  </a:lnTo>
                  <a:lnTo>
                    <a:pt x="695566" y="297180"/>
                  </a:lnTo>
                  <a:lnTo>
                    <a:pt x="695655" y="295910"/>
                  </a:lnTo>
                  <a:lnTo>
                    <a:pt x="698842" y="255270"/>
                  </a:lnTo>
                  <a:lnTo>
                    <a:pt x="702640" y="210820"/>
                  </a:lnTo>
                  <a:lnTo>
                    <a:pt x="704024" y="196850"/>
                  </a:lnTo>
                  <a:lnTo>
                    <a:pt x="705396" y="181610"/>
                  </a:lnTo>
                  <a:lnTo>
                    <a:pt x="709053" y="144780"/>
                  </a:lnTo>
                  <a:lnTo>
                    <a:pt x="709180" y="143510"/>
                  </a:lnTo>
                  <a:lnTo>
                    <a:pt x="709307" y="142240"/>
                  </a:lnTo>
                  <a:lnTo>
                    <a:pt x="710501" y="130810"/>
                  </a:lnTo>
                  <a:lnTo>
                    <a:pt x="711593" y="120650"/>
                  </a:lnTo>
                  <a:lnTo>
                    <a:pt x="711708" y="119380"/>
                  </a:lnTo>
                  <a:lnTo>
                    <a:pt x="711822" y="118110"/>
                  </a:lnTo>
                  <a:lnTo>
                    <a:pt x="711936" y="116840"/>
                  </a:lnTo>
                  <a:lnTo>
                    <a:pt x="712038" y="115570"/>
                  </a:lnTo>
                  <a:lnTo>
                    <a:pt x="712152" y="114300"/>
                  </a:lnTo>
                  <a:lnTo>
                    <a:pt x="712597" y="109220"/>
                  </a:lnTo>
                  <a:lnTo>
                    <a:pt x="713498" y="100330"/>
                  </a:lnTo>
                  <a:lnTo>
                    <a:pt x="713600" y="99060"/>
                  </a:lnTo>
                  <a:lnTo>
                    <a:pt x="713701" y="97790"/>
                  </a:lnTo>
                  <a:lnTo>
                    <a:pt x="713803" y="96520"/>
                  </a:lnTo>
                  <a:lnTo>
                    <a:pt x="714311" y="90170"/>
                  </a:lnTo>
                  <a:lnTo>
                    <a:pt x="715022" y="82550"/>
                  </a:lnTo>
                  <a:lnTo>
                    <a:pt x="715098" y="81280"/>
                  </a:lnTo>
                  <a:lnTo>
                    <a:pt x="715187" y="80010"/>
                  </a:lnTo>
                  <a:lnTo>
                    <a:pt x="715276" y="78740"/>
                  </a:lnTo>
                  <a:lnTo>
                    <a:pt x="716140" y="66040"/>
                  </a:lnTo>
                  <a:lnTo>
                    <a:pt x="716191" y="63500"/>
                  </a:lnTo>
                  <a:lnTo>
                    <a:pt x="716318" y="57150"/>
                  </a:lnTo>
                  <a:lnTo>
                    <a:pt x="716381" y="53340"/>
                  </a:lnTo>
                  <a:close/>
                </a:path>
                <a:path w="1424940" h="472440">
                  <a:moveTo>
                    <a:pt x="1062748" y="55333"/>
                  </a:moveTo>
                  <a:lnTo>
                    <a:pt x="1060411" y="49847"/>
                  </a:lnTo>
                  <a:lnTo>
                    <a:pt x="1055751" y="45491"/>
                  </a:lnTo>
                  <a:lnTo>
                    <a:pt x="1051090" y="41033"/>
                  </a:lnTo>
                  <a:lnTo>
                    <a:pt x="1005547" y="24079"/>
                  </a:lnTo>
                  <a:lnTo>
                    <a:pt x="952157" y="15062"/>
                  </a:lnTo>
                  <a:lnTo>
                    <a:pt x="911529" y="11036"/>
                  </a:lnTo>
                  <a:lnTo>
                    <a:pt x="872502" y="8699"/>
                  </a:lnTo>
                  <a:lnTo>
                    <a:pt x="872502" y="242570"/>
                  </a:lnTo>
                  <a:lnTo>
                    <a:pt x="872502" y="242773"/>
                  </a:lnTo>
                  <a:lnTo>
                    <a:pt x="872312" y="248386"/>
                  </a:lnTo>
                  <a:lnTo>
                    <a:pt x="872502" y="242570"/>
                  </a:lnTo>
                  <a:lnTo>
                    <a:pt x="872502" y="8699"/>
                  </a:lnTo>
                  <a:lnTo>
                    <a:pt x="868235" y="8483"/>
                  </a:lnTo>
                  <a:lnTo>
                    <a:pt x="866063" y="8420"/>
                  </a:lnTo>
                  <a:lnTo>
                    <a:pt x="866063" y="207860"/>
                  </a:lnTo>
                  <a:lnTo>
                    <a:pt x="865746" y="216458"/>
                  </a:lnTo>
                  <a:lnTo>
                    <a:pt x="865466" y="223545"/>
                  </a:lnTo>
                  <a:lnTo>
                    <a:pt x="866063" y="207860"/>
                  </a:lnTo>
                  <a:lnTo>
                    <a:pt x="866063" y="8420"/>
                  </a:lnTo>
                  <a:lnTo>
                    <a:pt x="865276" y="8394"/>
                  </a:lnTo>
                  <a:lnTo>
                    <a:pt x="865276" y="228498"/>
                  </a:lnTo>
                  <a:lnTo>
                    <a:pt x="865251" y="229438"/>
                  </a:lnTo>
                  <a:lnTo>
                    <a:pt x="864679" y="242773"/>
                  </a:lnTo>
                  <a:lnTo>
                    <a:pt x="864438" y="248386"/>
                  </a:lnTo>
                  <a:lnTo>
                    <a:pt x="865276" y="228498"/>
                  </a:lnTo>
                  <a:lnTo>
                    <a:pt x="865276" y="8394"/>
                  </a:lnTo>
                  <a:lnTo>
                    <a:pt x="857745" y="8153"/>
                  </a:lnTo>
                  <a:lnTo>
                    <a:pt x="847559" y="7950"/>
                  </a:lnTo>
                  <a:lnTo>
                    <a:pt x="821766" y="7950"/>
                  </a:lnTo>
                  <a:lnTo>
                    <a:pt x="810945" y="8712"/>
                  </a:lnTo>
                  <a:lnTo>
                    <a:pt x="804710" y="9563"/>
                  </a:lnTo>
                  <a:lnTo>
                    <a:pt x="804443" y="9563"/>
                  </a:lnTo>
                  <a:lnTo>
                    <a:pt x="762774" y="28549"/>
                  </a:lnTo>
                  <a:lnTo>
                    <a:pt x="748779" y="54089"/>
                  </a:lnTo>
                  <a:lnTo>
                    <a:pt x="748779" y="69532"/>
                  </a:lnTo>
                  <a:lnTo>
                    <a:pt x="774712" y="104863"/>
                  </a:lnTo>
                  <a:lnTo>
                    <a:pt x="811009" y="114858"/>
                  </a:lnTo>
                  <a:lnTo>
                    <a:pt x="843470" y="114858"/>
                  </a:lnTo>
                  <a:lnTo>
                    <a:pt x="849350" y="114655"/>
                  </a:lnTo>
                  <a:lnTo>
                    <a:pt x="849312" y="114858"/>
                  </a:lnTo>
                  <a:lnTo>
                    <a:pt x="842822" y="168592"/>
                  </a:lnTo>
                  <a:lnTo>
                    <a:pt x="840473" y="207860"/>
                  </a:lnTo>
                  <a:lnTo>
                    <a:pt x="840041" y="256921"/>
                  </a:lnTo>
                  <a:lnTo>
                    <a:pt x="840562" y="273697"/>
                  </a:lnTo>
                  <a:lnTo>
                    <a:pt x="841438" y="290410"/>
                  </a:lnTo>
                  <a:lnTo>
                    <a:pt x="841540" y="291846"/>
                  </a:lnTo>
                  <a:lnTo>
                    <a:pt x="841629" y="293039"/>
                  </a:lnTo>
                  <a:lnTo>
                    <a:pt x="842657" y="307073"/>
                  </a:lnTo>
                  <a:lnTo>
                    <a:pt x="848690" y="355422"/>
                  </a:lnTo>
                  <a:lnTo>
                    <a:pt x="856576" y="393217"/>
                  </a:lnTo>
                  <a:lnTo>
                    <a:pt x="871296" y="434644"/>
                  </a:lnTo>
                  <a:lnTo>
                    <a:pt x="900061" y="465455"/>
                  </a:lnTo>
                  <a:lnTo>
                    <a:pt x="914476" y="465455"/>
                  </a:lnTo>
                  <a:lnTo>
                    <a:pt x="937729" y="431368"/>
                  </a:lnTo>
                  <a:lnTo>
                    <a:pt x="940371" y="386651"/>
                  </a:lnTo>
                  <a:lnTo>
                    <a:pt x="940587" y="385102"/>
                  </a:lnTo>
                  <a:lnTo>
                    <a:pt x="943140" y="342468"/>
                  </a:lnTo>
                  <a:lnTo>
                    <a:pt x="946912" y="299300"/>
                  </a:lnTo>
                  <a:lnTo>
                    <a:pt x="947521" y="293039"/>
                  </a:lnTo>
                  <a:lnTo>
                    <a:pt x="947635" y="291846"/>
                  </a:lnTo>
                  <a:lnTo>
                    <a:pt x="952804" y="242570"/>
                  </a:lnTo>
                  <a:lnTo>
                    <a:pt x="957592" y="202057"/>
                  </a:lnTo>
                  <a:lnTo>
                    <a:pt x="962342" y="164553"/>
                  </a:lnTo>
                  <a:lnTo>
                    <a:pt x="963561" y="154851"/>
                  </a:lnTo>
                  <a:lnTo>
                    <a:pt x="965809" y="136512"/>
                  </a:lnTo>
                  <a:lnTo>
                    <a:pt x="968413" y="114655"/>
                  </a:lnTo>
                  <a:lnTo>
                    <a:pt x="968476" y="114147"/>
                  </a:lnTo>
                  <a:lnTo>
                    <a:pt x="969111" y="108648"/>
                  </a:lnTo>
                  <a:lnTo>
                    <a:pt x="969492" y="105181"/>
                  </a:lnTo>
                  <a:lnTo>
                    <a:pt x="971359" y="104863"/>
                  </a:lnTo>
                  <a:lnTo>
                    <a:pt x="1012799" y="98069"/>
                  </a:lnTo>
                  <a:lnTo>
                    <a:pt x="1053299" y="80937"/>
                  </a:lnTo>
                  <a:lnTo>
                    <a:pt x="1062367" y="64452"/>
                  </a:lnTo>
                  <a:lnTo>
                    <a:pt x="1062494" y="63627"/>
                  </a:lnTo>
                  <a:lnTo>
                    <a:pt x="1062697" y="62280"/>
                  </a:lnTo>
                  <a:lnTo>
                    <a:pt x="1062748" y="55333"/>
                  </a:lnTo>
                  <a:close/>
                </a:path>
                <a:path w="1424940" h="472440">
                  <a:moveTo>
                    <a:pt x="1424889" y="299377"/>
                  </a:moveTo>
                  <a:lnTo>
                    <a:pt x="1424774" y="272567"/>
                  </a:lnTo>
                  <a:lnTo>
                    <a:pt x="1424673" y="269303"/>
                  </a:lnTo>
                  <a:lnTo>
                    <a:pt x="1424584" y="266306"/>
                  </a:lnTo>
                  <a:lnTo>
                    <a:pt x="1424495" y="263499"/>
                  </a:lnTo>
                  <a:lnTo>
                    <a:pt x="1424393" y="260286"/>
                  </a:lnTo>
                  <a:lnTo>
                    <a:pt x="1424292" y="257187"/>
                  </a:lnTo>
                  <a:lnTo>
                    <a:pt x="1420787" y="209727"/>
                  </a:lnTo>
                  <a:lnTo>
                    <a:pt x="1413764" y="163766"/>
                  </a:lnTo>
                  <a:lnTo>
                    <a:pt x="1402892" y="120434"/>
                  </a:lnTo>
                  <a:lnTo>
                    <a:pt x="1397571" y="104559"/>
                  </a:lnTo>
                  <a:lnTo>
                    <a:pt x="1393444" y="93510"/>
                  </a:lnTo>
                  <a:lnTo>
                    <a:pt x="1375283" y="57302"/>
                  </a:lnTo>
                  <a:lnTo>
                    <a:pt x="1370711" y="50469"/>
                  </a:lnTo>
                  <a:lnTo>
                    <a:pt x="1367409" y="46151"/>
                  </a:lnTo>
                  <a:lnTo>
                    <a:pt x="1331544" y="17830"/>
                  </a:lnTo>
                  <a:lnTo>
                    <a:pt x="1313522" y="9982"/>
                  </a:lnTo>
                  <a:lnTo>
                    <a:pt x="1313522" y="272567"/>
                  </a:lnTo>
                  <a:lnTo>
                    <a:pt x="1311186" y="265988"/>
                  </a:lnTo>
                  <a:lnTo>
                    <a:pt x="1307147" y="264960"/>
                  </a:lnTo>
                  <a:lnTo>
                    <a:pt x="1301965" y="263499"/>
                  </a:lnTo>
                  <a:lnTo>
                    <a:pt x="1290053" y="260286"/>
                  </a:lnTo>
                  <a:lnTo>
                    <a:pt x="1285697" y="259359"/>
                  </a:lnTo>
                  <a:lnTo>
                    <a:pt x="1279791" y="258483"/>
                  </a:lnTo>
                  <a:lnTo>
                    <a:pt x="1272324" y="257644"/>
                  </a:lnTo>
                  <a:lnTo>
                    <a:pt x="1264869" y="256717"/>
                  </a:lnTo>
                  <a:lnTo>
                    <a:pt x="1256677" y="255943"/>
                  </a:lnTo>
                  <a:lnTo>
                    <a:pt x="1241031" y="254863"/>
                  </a:lnTo>
                  <a:lnTo>
                    <a:pt x="1205395" y="252831"/>
                  </a:lnTo>
                  <a:lnTo>
                    <a:pt x="1204252" y="252831"/>
                  </a:lnTo>
                  <a:lnTo>
                    <a:pt x="1206360" y="242722"/>
                  </a:lnTo>
                  <a:lnTo>
                    <a:pt x="1218031" y="192074"/>
                  </a:lnTo>
                  <a:lnTo>
                    <a:pt x="1231785" y="145503"/>
                  </a:lnTo>
                  <a:lnTo>
                    <a:pt x="1245806" y="113728"/>
                  </a:lnTo>
                  <a:lnTo>
                    <a:pt x="1248498" y="107975"/>
                  </a:lnTo>
                  <a:lnTo>
                    <a:pt x="1248600" y="107657"/>
                  </a:lnTo>
                  <a:lnTo>
                    <a:pt x="1249641" y="104559"/>
                  </a:lnTo>
                  <a:lnTo>
                    <a:pt x="1249743" y="107657"/>
                  </a:lnTo>
                  <a:lnTo>
                    <a:pt x="1250873" y="109220"/>
                  </a:lnTo>
                  <a:lnTo>
                    <a:pt x="1257096" y="109220"/>
                  </a:lnTo>
                  <a:lnTo>
                    <a:pt x="1261757" y="113309"/>
                  </a:lnTo>
                  <a:lnTo>
                    <a:pt x="1282585" y="157708"/>
                  </a:lnTo>
                  <a:lnTo>
                    <a:pt x="1293456" y="198018"/>
                  </a:lnTo>
                  <a:lnTo>
                    <a:pt x="1296733" y="213512"/>
                  </a:lnTo>
                  <a:lnTo>
                    <a:pt x="1300226" y="229209"/>
                  </a:lnTo>
                  <a:lnTo>
                    <a:pt x="1304188" y="244284"/>
                  </a:lnTo>
                  <a:lnTo>
                    <a:pt x="1308620" y="258737"/>
                  </a:lnTo>
                  <a:lnTo>
                    <a:pt x="1311186" y="265988"/>
                  </a:lnTo>
                  <a:lnTo>
                    <a:pt x="1311300" y="266306"/>
                  </a:lnTo>
                  <a:lnTo>
                    <a:pt x="1313522" y="272567"/>
                  </a:lnTo>
                  <a:lnTo>
                    <a:pt x="1313522" y="9982"/>
                  </a:lnTo>
                  <a:lnTo>
                    <a:pt x="1309014" y="8382"/>
                  </a:lnTo>
                  <a:lnTo>
                    <a:pt x="1267358" y="1663"/>
                  </a:lnTo>
                  <a:lnTo>
                    <a:pt x="1266418" y="1663"/>
                  </a:lnTo>
                  <a:lnTo>
                    <a:pt x="1257769" y="1930"/>
                  </a:lnTo>
                  <a:lnTo>
                    <a:pt x="1256080" y="1930"/>
                  </a:lnTo>
                  <a:lnTo>
                    <a:pt x="1216787" y="10198"/>
                  </a:lnTo>
                  <a:lnTo>
                    <a:pt x="1208557" y="13589"/>
                  </a:lnTo>
                  <a:lnTo>
                    <a:pt x="1208557" y="55232"/>
                  </a:lnTo>
                  <a:lnTo>
                    <a:pt x="1208341" y="54559"/>
                  </a:lnTo>
                  <a:lnTo>
                    <a:pt x="1208443" y="53733"/>
                  </a:lnTo>
                  <a:lnTo>
                    <a:pt x="1208557" y="55232"/>
                  </a:lnTo>
                  <a:lnTo>
                    <a:pt x="1208557" y="13589"/>
                  </a:lnTo>
                  <a:lnTo>
                    <a:pt x="1200772" y="17424"/>
                  </a:lnTo>
                  <a:lnTo>
                    <a:pt x="1169441" y="41757"/>
                  </a:lnTo>
                  <a:lnTo>
                    <a:pt x="1161262" y="51574"/>
                  </a:lnTo>
                  <a:lnTo>
                    <a:pt x="1161262" y="119786"/>
                  </a:lnTo>
                  <a:lnTo>
                    <a:pt x="1160894" y="119583"/>
                  </a:lnTo>
                  <a:lnTo>
                    <a:pt x="1161262" y="119786"/>
                  </a:lnTo>
                  <a:lnTo>
                    <a:pt x="1161262" y="51574"/>
                  </a:lnTo>
                  <a:lnTo>
                    <a:pt x="1137831" y="91440"/>
                  </a:lnTo>
                  <a:lnTo>
                    <a:pt x="1123238" y="129070"/>
                  </a:lnTo>
                  <a:lnTo>
                    <a:pt x="1111504" y="167894"/>
                  </a:lnTo>
                  <a:lnTo>
                    <a:pt x="1101826" y="210083"/>
                  </a:lnTo>
                  <a:lnTo>
                    <a:pt x="1094676" y="254863"/>
                  </a:lnTo>
                  <a:lnTo>
                    <a:pt x="1090637" y="299377"/>
                  </a:lnTo>
                  <a:lnTo>
                    <a:pt x="1089977" y="340360"/>
                  </a:lnTo>
                  <a:lnTo>
                    <a:pt x="1090320" y="351599"/>
                  </a:lnTo>
                  <a:lnTo>
                    <a:pt x="1094486" y="394652"/>
                  </a:lnTo>
                  <a:lnTo>
                    <a:pt x="1104773" y="434530"/>
                  </a:lnTo>
                  <a:lnTo>
                    <a:pt x="1130160" y="466077"/>
                  </a:lnTo>
                  <a:lnTo>
                    <a:pt x="1135862" y="466382"/>
                  </a:lnTo>
                  <a:lnTo>
                    <a:pt x="1144778" y="467004"/>
                  </a:lnTo>
                  <a:lnTo>
                    <a:pt x="1151826" y="464883"/>
                  </a:lnTo>
                  <a:lnTo>
                    <a:pt x="1162291" y="455041"/>
                  </a:lnTo>
                  <a:lnTo>
                    <a:pt x="1166228" y="449287"/>
                  </a:lnTo>
                  <a:lnTo>
                    <a:pt x="1168819" y="442760"/>
                  </a:lnTo>
                  <a:lnTo>
                    <a:pt x="1171511" y="436232"/>
                  </a:lnTo>
                  <a:lnTo>
                    <a:pt x="1173429" y="429399"/>
                  </a:lnTo>
                  <a:lnTo>
                    <a:pt x="1174559" y="422249"/>
                  </a:lnTo>
                  <a:lnTo>
                    <a:pt x="1175804" y="414997"/>
                  </a:lnTo>
                  <a:lnTo>
                    <a:pt x="1176794" y="408419"/>
                  </a:lnTo>
                  <a:lnTo>
                    <a:pt x="1177518" y="402501"/>
                  </a:lnTo>
                  <a:lnTo>
                    <a:pt x="1178445" y="394271"/>
                  </a:lnTo>
                  <a:lnTo>
                    <a:pt x="1178763" y="391680"/>
                  </a:lnTo>
                  <a:lnTo>
                    <a:pt x="1179360" y="388366"/>
                  </a:lnTo>
                  <a:lnTo>
                    <a:pt x="1180477" y="383286"/>
                  </a:lnTo>
                  <a:lnTo>
                    <a:pt x="1180985" y="380225"/>
                  </a:lnTo>
                  <a:lnTo>
                    <a:pt x="1181404" y="377012"/>
                  </a:lnTo>
                  <a:lnTo>
                    <a:pt x="1188554" y="335368"/>
                  </a:lnTo>
                  <a:lnTo>
                    <a:pt x="1297978" y="325259"/>
                  </a:lnTo>
                  <a:lnTo>
                    <a:pt x="1310411" y="323596"/>
                  </a:lnTo>
                  <a:lnTo>
                    <a:pt x="1316837" y="321945"/>
                  </a:lnTo>
                  <a:lnTo>
                    <a:pt x="1317244" y="320281"/>
                  </a:lnTo>
                  <a:lnTo>
                    <a:pt x="1321904" y="367842"/>
                  </a:lnTo>
                  <a:lnTo>
                    <a:pt x="1334058" y="388467"/>
                  </a:lnTo>
                  <a:lnTo>
                    <a:pt x="1334185" y="388366"/>
                  </a:lnTo>
                  <a:lnTo>
                    <a:pt x="1334058" y="388467"/>
                  </a:lnTo>
                  <a:lnTo>
                    <a:pt x="1325486" y="395820"/>
                  </a:lnTo>
                  <a:lnTo>
                    <a:pt x="1331899" y="435559"/>
                  </a:lnTo>
                  <a:lnTo>
                    <a:pt x="1352931" y="467855"/>
                  </a:lnTo>
                  <a:lnTo>
                    <a:pt x="1365123" y="471665"/>
                  </a:lnTo>
                  <a:lnTo>
                    <a:pt x="1372527" y="471665"/>
                  </a:lnTo>
                  <a:lnTo>
                    <a:pt x="1403819" y="442455"/>
                  </a:lnTo>
                  <a:lnTo>
                    <a:pt x="1416532" y="400735"/>
                  </a:lnTo>
                  <a:lnTo>
                    <a:pt x="1418615" y="388670"/>
                  </a:lnTo>
                  <a:lnTo>
                    <a:pt x="1418666" y="388366"/>
                  </a:lnTo>
                  <a:lnTo>
                    <a:pt x="1422933" y="346976"/>
                  </a:lnTo>
                  <a:lnTo>
                    <a:pt x="1423631" y="335368"/>
                  </a:lnTo>
                  <a:lnTo>
                    <a:pt x="1424025" y="328053"/>
                  </a:lnTo>
                  <a:lnTo>
                    <a:pt x="1424139" y="325259"/>
                  </a:lnTo>
                  <a:lnTo>
                    <a:pt x="1424216" y="323596"/>
                  </a:lnTo>
                  <a:lnTo>
                    <a:pt x="1424279" y="321945"/>
                  </a:lnTo>
                  <a:lnTo>
                    <a:pt x="1424355" y="320281"/>
                  </a:lnTo>
                  <a:lnTo>
                    <a:pt x="1424432" y="318465"/>
                  </a:lnTo>
                  <a:lnTo>
                    <a:pt x="1424559" y="314248"/>
                  </a:lnTo>
                  <a:lnTo>
                    <a:pt x="1424724" y="308787"/>
                  </a:lnTo>
                  <a:lnTo>
                    <a:pt x="1424889" y="2993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4846" y="522494"/>
              <a:ext cx="867120" cy="473172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8971796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7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78959" y="114300"/>
                </a:lnTo>
                <a:lnTo>
                  <a:pt x="279717" y="10668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7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69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48528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615333" y="525036"/>
            <a:ext cx="693420" cy="467359"/>
          </a:xfrm>
          <a:custGeom>
            <a:avLst/>
            <a:gdLst/>
            <a:ahLst/>
            <a:cxnLst/>
            <a:rect l="l" t="t" r="r" b="b"/>
            <a:pathLst>
              <a:path w="693420" h="467359">
                <a:moveTo>
                  <a:pt x="294944" y="102870"/>
                </a:moveTo>
                <a:lnTo>
                  <a:pt x="282397" y="59690"/>
                </a:lnTo>
                <a:lnTo>
                  <a:pt x="273672" y="46990"/>
                </a:lnTo>
                <a:lnTo>
                  <a:pt x="270433" y="43180"/>
                </a:lnTo>
                <a:lnTo>
                  <a:pt x="234365" y="16510"/>
                </a:lnTo>
                <a:lnTo>
                  <a:pt x="196557" y="2540"/>
                </a:lnTo>
                <a:lnTo>
                  <a:pt x="181800" y="0"/>
                </a:lnTo>
                <a:lnTo>
                  <a:pt x="148501" y="0"/>
                </a:lnTo>
                <a:lnTo>
                  <a:pt x="130352" y="2540"/>
                </a:lnTo>
                <a:lnTo>
                  <a:pt x="121183" y="5080"/>
                </a:lnTo>
                <a:lnTo>
                  <a:pt x="112052" y="6350"/>
                </a:lnTo>
                <a:lnTo>
                  <a:pt x="102920" y="8890"/>
                </a:lnTo>
                <a:lnTo>
                  <a:pt x="93827" y="12700"/>
                </a:lnTo>
                <a:lnTo>
                  <a:pt x="84823" y="15240"/>
                </a:lnTo>
                <a:lnTo>
                  <a:pt x="50749" y="33020"/>
                </a:lnTo>
                <a:lnTo>
                  <a:pt x="17119" y="64770"/>
                </a:lnTo>
                <a:lnTo>
                  <a:pt x="444" y="106680"/>
                </a:lnTo>
                <a:lnTo>
                  <a:pt x="12" y="115570"/>
                </a:lnTo>
                <a:lnTo>
                  <a:pt x="88" y="120650"/>
                </a:lnTo>
                <a:lnTo>
                  <a:pt x="177" y="123190"/>
                </a:lnTo>
                <a:lnTo>
                  <a:pt x="279" y="125730"/>
                </a:lnTo>
                <a:lnTo>
                  <a:pt x="330" y="127000"/>
                </a:lnTo>
                <a:lnTo>
                  <a:pt x="457" y="128270"/>
                </a:lnTo>
                <a:lnTo>
                  <a:pt x="571" y="129540"/>
                </a:lnTo>
                <a:lnTo>
                  <a:pt x="698" y="130810"/>
                </a:lnTo>
                <a:lnTo>
                  <a:pt x="825" y="132080"/>
                </a:lnTo>
                <a:lnTo>
                  <a:pt x="1460" y="138430"/>
                </a:lnTo>
                <a:lnTo>
                  <a:pt x="3352" y="148590"/>
                </a:lnTo>
                <a:lnTo>
                  <a:pt x="23723" y="190500"/>
                </a:lnTo>
                <a:lnTo>
                  <a:pt x="36626" y="204470"/>
                </a:lnTo>
                <a:lnTo>
                  <a:pt x="44005" y="212090"/>
                </a:lnTo>
                <a:lnTo>
                  <a:pt x="52019" y="217170"/>
                </a:lnTo>
                <a:lnTo>
                  <a:pt x="59728" y="222250"/>
                </a:lnTo>
                <a:lnTo>
                  <a:pt x="66230" y="226060"/>
                </a:lnTo>
                <a:lnTo>
                  <a:pt x="71539" y="228600"/>
                </a:lnTo>
                <a:lnTo>
                  <a:pt x="74701" y="228600"/>
                </a:lnTo>
                <a:lnTo>
                  <a:pt x="204330" y="228600"/>
                </a:lnTo>
                <a:lnTo>
                  <a:pt x="204076" y="227330"/>
                </a:lnTo>
                <a:lnTo>
                  <a:pt x="199923" y="219710"/>
                </a:lnTo>
                <a:lnTo>
                  <a:pt x="197396" y="217170"/>
                </a:lnTo>
                <a:lnTo>
                  <a:pt x="191376" y="210820"/>
                </a:lnTo>
                <a:lnTo>
                  <a:pt x="188061" y="208280"/>
                </a:lnTo>
                <a:lnTo>
                  <a:pt x="180809" y="203200"/>
                </a:lnTo>
                <a:lnTo>
                  <a:pt x="177139" y="201930"/>
                </a:lnTo>
                <a:lnTo>
                  <a:pt x="168529" y="195580"/>
                </a:lnTo>
                <a:lnTo>
                  <a:pt x="163614" y="193040"/>
                </a:lnTo>
                <a:lnTo>
                  <a:pt x="158635" y="189230"/>
                </a:lnTo>
                <a:lnTo>
                  <a:pt x="153771" y="185420"/>
                </a:lnTo>
                <a:lnTo>
                  <a:pt x="149415" y="182880"/>
                </a:lnTo>
                <a:lnTo>
                  <a:pt x="145580" y="177800"/>
                </a:lnTo>
                <a:lnTo>
                  <a:pt x="141846" y="173990"/>
                </a:lnTo>
                <a:lnTo>
                  <a:pt x="138849" y="168910"/>
                </a:lnTo>
                <a:lnTo>
                  <a:pt x="136563" y="163830"/>
                </a:lnTo>
                <a:lnTo>
                  <a:pt x="134391" y="158750"/>
                </a:lnTo>
                <a:lnTo>
                  <a:pt x="133299" y="153670"/>
                </a:lnTo>
                <a:lnTo>
                  <a:pt x="133299" y="140970"/>
                </a:lnTo>
                <a:lnTo>
                  <a:pt x="172986" y="119380"/>
                </a:lnTo>
                <a:lnTo>
                  <a:pt x="191541" y="119380"/>
                </a:lnTo>
                <a:lnTo>
                  <a:pt x="223456" y="125730"/>
                </a:lnTo>
                <a:lnTo>
                  <a:pt x="229146" y="128270"/>
                </a:lnTo>
                <a:lnTo>
                  <a:pt x="245986" y="132080"/>
                </a:lnTo>
                <a:lnTo>
                  <a:pt x="267385" y="132080"/>
                </a:lnTo>
                <a:lnTo>
                  <a:pt x="271945" y="129540"/>
                </a:lnTo>
                <a:lnTo>
                  <a:pt x="276504" y="128270"/>
                </a:lnTo>
                <a:lnTo>
                  <a:pt x="280962" y="125730"/>
                </a:lnTo>
                <a:lnTo>
                  <a:pt x="285305" y="121920"/>
                </a:lnTo>
                <a:lnTo>
                  <a:pt x="289039" y="119380"/>
                </a:lnTo>
                <a:lnTo>
                  <a:pt x="291579" y="115570"/>
                </a:lnTo>
                <a:lnTo>
                  <a:pt x="292735" y="111760"/>
                </a:lnTo>
                <a:lnTo>
                  <a:pt x="294271" y="106680"/>
                </a:lnTo>
                <a:lnTo>
                  <a:pt x="294944" y="102870"/>
                </a:lnTo>
                <a:close/>
              </a:path>
              <a:path w="693420" h="467359">
                <a:moveTo>
                  <a:pt x="326339" y="323850"/>
                </a:moveTo>
                <a:lnTo>
                  <a:pt x="306133" y="294640"/>
                </a:lnTo>
                <a:lnTo>
                  <a:pt x="298831" y="295910"/>
                </a:lnTo>
                <a:lnTo>
                  <a:pt x="290753" y="299720"/>
                </a:lnTo>
                <a:lnTo>
                  <a:pt x="284683" y="303530"/>
                </a:lnTo>
                <a:lnTo>
                  <a:pt x="272567" y="313690"/>
                </a:lnTo>
                <a:lnTo>
                  <a:pt x="266509" y="321310"/>
                </a:lnTo>
                <a:lnTo>
                  <a:pt x="254977" y="335280"/>
                </a:lnTo>
                <a:lnTo>
                  <a:pt x="220027" y="364490"/>
                </a:lnTo>
                <a:lnTo>
                  <a:pt x="176517" y="379730"/>
                </a:lnTo>
                <a:lnTo>
                  <a:pt x="169468" y="378460"/>
                </a:lnTo>
                <a:lnTo>
                  <a:pt x="162369" y="378460"/>
                </a:lnTo>
                <a:lnTo>
                  <a:pt x="148069" y="373380"/>
                </a:lnTo>
                <a:lnTo>
                  <a:pt x="144881" y="372110"/>
                </a:lnTo>
                <a:lnTo>
                  <a:pt x="141693" y="370840"/>
                </a:lnTo>
                <a:lnTo>
                  <a:pt x="118071" y="344170"/>
                </a:lnTo>
                <a:lnTo>
                  <a:pt x="118071" y="339090"/>
                </a:lnTo>
                <a:lnTo>
                  <a:pt x="118414" y="330200"/>
                </a:lnTo>
                <a:lnTo>
                  <a:pt x="119468" y="323850"/>
                </a:lnTo>
                <a:lnTo>
                  <a:pt x="121221" y="316230"/>
                </a:lnTo>
                <a:lnTo>
                  <a:pt x="123672" y="311150"/>
                </a:lnTo>
                <a:lnTo>
                  <a:pt x="127393" y="302260"/>
                </a:lnTo>
                <a:lnTo>
                  <a:pt x="131165" y="297180"/>
                </a:lnTo>
                <a:lnTo>
                  <a:pt x="132105" y="295910"/>
                </a:lnTo>
                <a:lnTo>
                  <a:pt x="143611" y="284480"/>
                </a:lnTo>
                <a:lnTo>
                  <a:pt x="150037" y="279400"/>
                </a:lnTo>
                <a:lnTo>
                  <a:pt x="164134" y="270510"/>
                </a:lnTo>
                <a:lnTo>
                  <a:pt x="170815" y="266700"/>
                </a:lnTo>
                <a:lnTo>
                  <a:pt x="177139" y="264160"/>
                </a:lnTo>
                <a:lnTo>
                  <a:pt x="184073" y="260350"/>
                </a:lnTo>
                <a:lnTo>
                  <a:pt x="190449" y="256540"/>
                </a:lnTo>
                <a:lnTo>
                  <a:pt x="196253" y="252730"/>
                </a:lnTo>
                <a:lnTo>
                  <a:pt x="202158" y="248920"/>
                </a:lnTo>
                <a:lnTo>
                  <a:pt x="205105" y="243840"/>
                </a:lnTo>
                <a:lnTo>
                  <a:pt x="205105" y="232410"/>
                </a:lnTo>
                <a:lnTo>
                  <a:pt x="204597" y="229870"/>
                </a:lnTo>
                <a:lnTo>
                  <a:pt x="204444" y="229171"/>
                </a:lnTo>
                <a:lnTo>
                  <a:pt x="75120" y="229171"/>
                </a:lnTo>
                <a:lnTo>
                  <a:pt x="73393" y="229171"/>
                </a:lnTo>
                <a:lnTo>
                  <a:pt x="35877" y="255270"/>
                </a:lnTo>
                <a:lnTo>
                  <a:pt x="12382" y="287020"/>
                </a:lnTo>
                <a:lnTo>
                  <a:pt x="457" y="331470"/>
                </a:lnTo>
                <a:lnTo>
                  <a:pt x="0" y="342900"/>
                </a:lnTo>
                <a:lnTo>
                  <a:pt x="114" y="347980"/>
                </a:lnTo>
                <a:lnTo>
                  <a:pt x="165" y="349250"/>
                </a:lnTo>
                <a:lnTo>
                  <a:pt x="279" y="351790"/>
                </a:lnTo>
                <a:lnTo>
                  <a:pt x="393" y="354330"/>
                </a:lnTo>
                <a:lnTo>
                  <a:pt x="15570" y="397510"/>
                </a:lnTo>
                <a:lnTo>
                  <a:pt x="46393" y="430530"/>
                </a:lnTo>
                <a:lnTo>
                  <a:pt x="85737" y="453390"/>
                </a:lnTo>
                <a:lnTo>
                  <a:pt x="94005" y="455930"/>
                </a:lnTo>
                <a:lnTo>
                  <a:pt x="102336" y="459740"/>
                </a:lnTo>
                <a:lnTo>
                  <a:pt x="110718" y="462280"/>
                </a:lnTo>
                <a:lnTo>
                  <a:pt x="143586" y="467360"/>
                </a:lnTo>
                <a:lnTo>
                  <a:pt x="163042" y="467360"/>
                </a:lnTo>
                <a:lnTo>
                  <a:pt x="206756" y="458470"/>
                </a:lnTo>
                <a:lnTo>
                  <a:pt x="243903" y="439420"/>
                </a:lnTo>
                <a:lnTo>
                  <a:pt x="274205" y="415290"/>
                </a:lnTo>
                <a:lnTo>
                  <a:pt x="286715" y="401320"/>
                </a:lnTo>
                <a:lnTo>
                  <a:pt x="292303" y="394970"/>
                </a:lnTo>
                <a:lnTo>
                  <a:pt x="315201" y="360680"/>
                </a:lnTo>
                <a:lnTo>
                  <a:pt x="318782" y="354330"/>
                </a:lnTo>
                <a:lnTo>
                  <a:pt x="321056" y="347980"/>
                </a:lnTo>
                <a:lnTo>
                  <a:pt x="324586" y="339090"/>
                </a:lnTo>
                <a:lnTo>
                  <a:pt x="326339" y="330200"/>
                </a:lnTo>
                <a:lnTo>
                  <a:pt x="326339" y="323850"/>
                </a:lnTo>
                <a:close/>
              </a:path>
              <a:path w="693420" h="467359">
                <a:moveTo>
                  <a:pt x="661428" y="102870"/>
                </a:moveTo>
                <a:lnTo>
                  <a:pt x="648881" y="59690"/>
                </a:lnTo>
                <a:lnTo>
                  <a:pt x="620903" y="29210"/>
                </a:lnTo>
                <a:lnTo>
                  <a:pt x="576719" y="6350"/>
                </a:lnTo>
                <a:lnTo>
                  <a:pt x="548271" y="0"/>
                </a:lnTo>
                <a:lnTo>
                  <a:pt x="514972" y="0"/>
                </a:lnTo>
                <a:lnTo>
                  <a:pt x="496836" y="2540"/>
                </a:lnTo>
                <a:lnTo>
                  <a:pt x="487667" y="5080"/>
                </a:lnTo>
                <a:lnTo>
                  <a:pt x="478523" y="6350"/>
                </a:lnTo>
                <a:lnTo>
                  <a:pt x="469404" y="8890"/>
                </a:lnTo>
                <a:lnTo>
                  <a:pt x="460298" y="12700"/>
                </a:lnTo>
                <a:lnTo>
                  <a:pt x="451294" y="15240"/>
                </a:lnTo>
                <a:lnTo>
                  <a:pt x="417233" y="33020"/>
                </a:lnTo>
                <a:lnTo>
                  <a:pt x="383603" y="64770"/>
                </a:lnTo>
                <a:lnTo>
                  <a:pt x="366928" y="106680"/>
                </a:lnTo>
                <a:lnTo>
                  <a:pt x="366483" y="115570"/>
                </a:lnTo>
                <a:lnTo>
                  <a:pt x="366572" y="120650"/>
                </a:lnTo>
                <a:lnTo>
                  <a:pt x="366661" y="123190"/>
                </a:lnTo>
                <a:lnTo>
                  <a:pt x="366763" y="125730"/>
                </a:lnTo>
                <a:lnTo>
                  <a:pt x="366801" y="127000"/>
                </a:lnTo>
                <a:lnTo>
                  <a:pt x="367944" y="138430"/>
                </a:lnTo>
                <a:lnTo>
                  <a:pt x="369836" y="148590"/>
                </a:lnTo>
                <a:lnTo>
                  <a:pt x="390207" y="190500"/>
                </a:lnTo>
                <a:lnTo>
                  <a:pt x="403110" y="204470"/>
                </a:lnTo>
                <a:lnTo>
                  <a:pt x="410489" y="212090"/>
                </a:lnTo>
                <a:lnTo>
                  <a:pt x="418490" y="217170"/>
                </a:lnTo>
                <a:lnTo>
                  <a:pt x="426212" y="222250"/>
                </a:lnTo>
                <a:lnTo>
                  <a:pt x="432714" y="226060"/>
                </a:lnTo>
                <a:lnTo>
                  <a:pt x="438023" y="228600"/>
                </a:lnTo>
                <a:lnTo>
                  <a:pt x="441185" y="228600"/>
                </a:lnTo>
                <a:lnTo>
                  <a:pt x="570814" y="228600"/>
                </a:lnTo>
                <a:lnTo>
                  <a:pt x="570560" y="227330"/>
                </a:lnTo>
                <a:lnTo>
                  <a:pt x="566407" y="219710"/>
                </a:lnTo>
                <a:lnTo>
                  <a:pt x="563867" y="217170"/>
                </a:lnTo>
                <a:lnTo>
                  <a:pt x="557860" y="210820"/>
                </a:lnTo>
                <a:lnTo>
                  <a:pt x="554545" y="208280"/>
                </a:lnTo>
                <a:lnTo>
                  <a:pt x="547293" y="203200"/>
                </a:lnTo>
                <a:lnTo>
                  <a:pt x="543610" y="201930"/>
                </a:lnTo>
                <a:lnTo>
                  <a:pt x="535012" y="195580"/>
                </a:lnTo>
                <a:lnTo>
                  <a:pt x="530098" y="193040"/>
                </a:lnTo>
                <a:lnTo>
                  <a:pt x="525119" y="189230"/>
                </a:lnTo>
                <a:lnTo>
                  <a:pt x="520242" y="185420"/>
                </a:lnTo>
                <a:lnTo>
                  <a:pt x="515899" y="182880"/>
                </a:lnTo>
                <a:lnTo>
                  <a:pt x="512064" y="177800"/>
                </a:lnTo>
                <a:lnTo>
                  <a:pt x="508330" y="173990"/>
                </a:lnTo>
                <a:lnTo>
                  <a:pt x="505333" y="168910"/>
                </a:lnTo>
                <a:lnTo>
                  <a:pt x="503047" y="163830"/>
                </a:lnTo>
                <a:lnTo>
                  <a:pt x="500875" y="158750"/>
                </a:lnTo>
                <a:lnTo>
                  <a:pt x="499783" y="153670"/>
                </a:lnTo>
                <a:lnTo>
                  <a:pt x="499783" y="140970"/>
                </a:lnTo>
                <a:lnTo>
                  <a:pt x="539470" y="119380"/>
                </a:lnTo>
                <a:lnTo>
                  <a:pt x="558012" y="119380"/>
                </a:lnTo>
                <a:lnTo>
                  <a:pt x="589927" y="125730"/>
                </a:lnTo>
                <a:lnTo>
                  <a:pt x="595630" y="128270"/>
                </a:lnTo>
                <a:lnTo>
                  <a:pt x="612470" y="132080"/>
                </a:lnTo>
                <a:lnTo>
                  <a:pt x="633869" y="132080"/>
                </a:lnTo>
                <a:lnTo>
                  <a:pt x="638429" y="129540"/>
                </a:lnTo>
                <a:lnTo>
                  <a:pt x="642988" y="128270"/>
                </a:lnTo>
                <a:lnTo>
                  <a:pt x="647433" y="125730"/>
                </a:lnTo>
                <a:lnTo>
                  <a:pt x="651789" y="121920"/>
                </a:lnTo>
                <a:lnTo>
                  <a:pt x="655523" y="119380"/>
                </a:lnTo>
                <a:lnTo>
                  <a:pt x="658063" y="115570"/>
                </a:lnTo>
                <a:lnTo>
                  <a:pt x="659218" y="111760"/>
                </a:lnTo>
                <a:lnTo>
                  <a:pt x="660755" y="106680"/>
                </a:lnTo>
                <a:lnTo>
                  <a:pt x="661428" y="102870"/>
                </a:lnTo>
                <a:close/>
              </a:path>
              <a:path w="693420" h="467359">
                <a:moveTo>
                  <a:pt x="692823" y="323850"/>
                </a:moveTo>
                <a:lnTo>
                  <a:pt x="672617" y="294640"/>
                </a:lnTo>
                <a:lnTo>
                  <a:pt x="665314" y="295910"/>
                </a:lnTo>
                <a:lnTo>
                  <a:pt x="657237" y="299720"/>
                </a:lnTo>
                <a:lnTo>
                  <a:pt x="651167" y="303530"/>
                </a:lnTo>
                <a:lnTo>
                  <a:pt x="639051" y="313690"/>
                </a:lnTo>
                <a:lnTo>
                  <a:pt x="632980" y="321310"/>
                </a:lnTo>
                <a:lnTo>
                  <a:pt x="621449" y="335280"/>
                </a:lnTo>
                <a:lnTo>
                  <a:pt x="586511" y="364490"/>
                </a:lnTo>
                <a:lnTo>
                  <a:pt x="542988" y="379730"/>
                </a:lnTo>
                <a:lnTo>
                  <a:pt x="535952" y="378460"/>
                </a:lnTo>
                <a:lnTo>
                  <a:pt x="528853" y="378460"/>
                </a:lnTo>
                <a:lnTo>
                  <a:pt x="514553" y="373380"/>
                </a:lnTo>
                <a:lnTo>
                  <a:pt x="511365" y="372110"/>
                </a:lnTo>
                <a:lnTo>
                  <a:pt x="508177" y="370840"/>
                </a:lnTo>
                <a:lnTo>
                  <a:pt x="484555" y="344170"/>
                </a:lnTo>
                <a:lnTo>
                  <a:pt x="484555" y="339090"/>
                </a:lnTo>
                <a:lnTo>
                  <a:pt x="484898" y="330200"/>
                </a:lnTo>
                <a:lnTo>
                  <a:pt x="485952" y="323850"/>
                </a:lnTo>
                <a:lnTo>
                  <a:pt x="487705" y="316230"/>
                </a:lnTo>
                <a:lnTo>
                  <a:pt x="490143" y="311150"/>
                </a:lnTo>
                <a:lnTo>
                  <a:pt x="493877" y="302260"/>
                </a:lnTo>
                <a:lnTo>
                  <a:pt x="497649" y="297180"/>
                </a:lnTo>
                <a:lnTo>
                  <a:pt x="498589" y="295910"/>
                </a:lnTo>
                <a:lnTo>
                  <a:pt x="510095" y="284480"/>
                </a:lnTo>
                <a:lnTo>
                  <a:pt x="516521" y="279400"/>
                </a:lnTo>
                <a:lnTo>
                  <a:pt x="530606" y="270510"/>
                </a:lnTo>
                <a:lnTo>
                  <a:pt x="537298" y="266700"/>
                </a:lnTo>
                <a:lnTo>
                  <a:pt x="543610" y="264160"/>
                </a:lnTo>
                <a:lnTo>
                  <a:pt x="550557" y="260350"/>
                </a:lnTo>
                <a:lnTo>
                  <a:pt x="556933" y="256540"/>
                </a:lnTo>
                <a:lnTo>
                  <a:pt x="562737" y="252730"/>
                </a:lnTo>
                <a:lnTo>
                  <a:pt x="568642" y="248920"/>
                </a:lnTo>
                <a:lnTo>
                  <a:pt x="571588" y="243840"/>
                </a:lnTo>
                <a:lnTo>
                  <a:pt x="571588" y="232410"/>
                </a:lnTo>
                <a:lnTo>
                  <a:pt x="571068" y="229870"/>
                </a:lnTo>
                <a:lnTo>
                  <a:pt x="570928" y="229171"/>
                </a:lnTo>
                <a:lnTo>
                  <a:pt x="441604" y="229171"/>
                </a:lnTo>
                <a:lnTo>
                  <a:pt x="439877" y="229171"/>
                </a:lnTo>
                <a:lnTo>
                  <a:pt x="435381" y="231140"/>
                </a:lnTo>
                <a:lnTo>
                  <a:pt x="402361" y="255270"/>
                </a:lnTo>
                <a:lnTo>
                  <a:pt x="378866" y="287020"/>
                </a:lnTo>
                <a:lnTo>
                  <a:pt x="366928" y="331470"/>
                </a:lnTo>
                <a:lnTo>
                  <a:pt x="366483" y="342900"/>
                </a:lnTo>
                <a:lnTo>
                  <a:pt x="366598" y="347980"/>
                </a:lnTo>
                <a:lnTo>
                  <a:pt x="366649" y="349250"/>
                </a:lnTo>
                <a:lnTo>
                  <a:pt x="366763" y="351790"/>
                </a:lnTo>
                <a:lnTo>
                  <a:pt x="366877" y="354330"/>
                </a:lnTo>
                <a:lnTo>
                  <a:pt x="382041" y="397510"/>
                </a:lnTo>
                <a:lnTo>
                  <a:pt x="412877" y="430530"/>
                </a:lnTo>
                <a:lnTo>
                  <a:pt x="452221" y="453390"/>
                </a:lnTo>
                <a:lnTo>
                  <a:pt x="460489" y="455930"/>
                </a:lnTo>
                <a:lnTo>
                  <a:pt x="468820" y="459740"/>
                </a:lnTo>
                <a:lnTo>
                  <a:pt x="477202" y="462280"/>
                </a:lnTo>
                <a:lnTo>
                  <a:pt x="510057" y="467360"/>
                </a:lnTo>
                <a:lnTo>
                  <a:pt x="529513" y="467360"/>
                </a:lnTo>
                <a:lnTo>
                  <a:pt x="573239" y="458470"/>
                </a:lnTo>
                <a:lnTo>
                  <a:pt x="610387" y="439420"/>
                </a:lnTo>
                <a:lnTo>
                  <a:pt x="640689" y="415290"/>
                </a:lnTo>
                <a:lnTo>
                  <a:pt x="653199" y="401320"/>
                </a:lnTo>
                <a:lnTo>
                  <a:pt x="658787" y="394970"/>
                </a:lnTo>
                <a:lnTo>
                  <a:pt x="681685" y="360680"/>
                </a:lnTo>
                <a:lnTo>
                  <a:pt x="685266" y="354330"/>
                </a:lnTo>
                <a:lnTo>
                  <a:pt x="687539" y="347980"/>
                </a:lnTo>
                <a:lnTo>
                  <a:pt x="691057" y="339090"/>
                </a:lnTo>
                <a:lnTo>
                  <a:pt x="692823" y="330200"/>
                </a:lnTo>
                <a:lnTo>
                  <a:pt x="692823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359158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85251" y="45085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757466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092700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8" y="269240"/>
                </a:lnTo>
                <a:lnTo>
                  <a:pt x="690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6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2" y="193040"/>
                </a:lnTo>
                <a:lnTo>
                  <a:pt x="2982" y="153670"/>
                </a:lnTo>
                <a:lnTo>
                  <a:pt x="8072" y="106680"/>
                </a:lnTo>
                <a:lnTo>
                  <a:pt x="9685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2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7" y="68580"/>
                </a:lnTo>
                <a:lnTo>
                  <a:pt x="33225" y="78740"/>
                </a:lnTo>
                <a:lnTo>
                  <a:pt x="32240" y="83820"/>
                </a:lnTo>
                <a:lnTo>
                  <a:pt x="30376" y="95250"/>
                </a:lnTo>
                <a:lnTo>
                  <a:pt x="29391" y="100330"/>
                </a:lnTo>
                <a:lnTo>
                  <a:pt x="28355" y="107950"/>
                </a:lnTo>
                <a:lnTo>
                  <a:pt x="32292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2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6" y="195580"/>
                </a:lnTo>
                <a:lnTo>
                  <a:pt x="183743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1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6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8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0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7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0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2" y="107950"/>
                </a:lnTo>
                <a:lnTo>
                  <a:pt x="28355" y="107950"/>
                </a:lnTo>
                <a:lnTo>
                  <a:pt x="29391" y="100330"/>
                </a:lnTo>
                <a:lnTo>
                  <a:pt x="30376" y="95250"/>
                </a:lnTo>
                <a:lnTo>
                  <a:pt x="32240" y="83820"/>
                </a:lnTo>
                <a:lnTo>
                  <a:pt x="33225" y="78740"/>
                </a:lnTo>
                <a:lnTo>
                  <a:pt x="35297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1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1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3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0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7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6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7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1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6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4" y="64770"/>
                </a:lnTo>
                <a:lnTo>
                  <a:pt x="347758" y="67310"/>
                </a:lnTo>
                <a:lnTo>
                  <a:pt x="346825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983" y="281940"/>
                </a:lnTo>
                <a:lnTo>
                  <a:pt x="217894" y="27940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5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8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2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3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7" y="278090"/>
                </a:lnTo>
                <a:lnTo>
                  <a:pt x="106173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490184" y="524731"/>
            <a:ext cx="1052195" cy="468630"/>
          </a:xfrm>
          <a:custGeom>
            <a:avLst/>
            <a:gdLst/>
            <a:ahLst/>
            <a:cxnLst/>
            <a:rect l="l" t="t" r="r" b="b"/>
            <a:pathLst>
              <a:path w="1052194" h="468630">
                <a:moveTo>
                  <a:pt x="369303" y="234696"/>
                </a:moveTo>
                <a:lnTo>
                  <a:pt x="369112" y="224434"/>
                </a:lnTo>
                <a:lnTo>
                  <a:pt x="368985" y="222300"/>
                </a:lnTo>
                <a:lnTo>
                  <a:pt x="368935" y="221322"/>
                </a:lnTo>
                <a:lnTo>
                  <a:pt x="368528" y="214172"/>
                </a:lnTo>
                <a:lnTo>
                  <a:pt x="368477" y="213753"/>
                </a:lnTo>
                <a:lnTo>
                  <a:pt x="367550" y="203911"/>
                </a:lnTo>
                <a:lnTo>
                  <a:pt x="360273" y="163436"/>
                </a:lnTo>
                <a:lnTo>
                  <a:pt x="347865" y="125107"/>
                </a:lnTo>
                <a:lnTo>
                  <a:pt x="331012" y="90220"/>
                </a:lnTo>
                <a:lnTo>
                  <a:pt x="305231" y="56045"/>
                </a:lnTo>
                <a:lnTo>
                  <a:pt x="303098" y="53924"/>
                </a:lnTo>
                <a:lnTo>
                  <a:pt x="297497" y="48336"/>
                </a:lnTo>
                <a:lnTo>
                  <a:pt x="263613" y="22694"/>
                </a:lnTo>
                <a:lnTo>
                  <a:pt x="256768" y="18961"/>
                </a:lnTo>
                <a:lnTo>
                  <a:pt x="256768" y="250545"/>
                </a:lnTo>
                <a:lnTo>
                  <a:pt x="256654" y="255244"/>
                </a:lnTo>
                <a:lnTo>
                  <a:pt x="253276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62" y="378574"/>
                </a:lnTo>
                <a:lnTo>
                  <a:pt x="198666" y="378574"/>
                </a:lnTo>
                <a:lnTo>
                  <a:pt x="191731" y="380238"/>
                </a:lnTo>
                <a:lnTo>
                  <a:pt x="191973" y="380238"/>
                </a:lnTo>
                <a:lnTo>
                  <a:pt x="184962" y="380796"/>
                </a:lnTo>
                <a:lnTo>
                  <a:pt x="146532" y="361048"/>
                </a:lnTo>
                <a:lnTo>
                  <a:pt x="126288" y="327215"/>
                </a:lnTo>
                <a:lnTo>
                  <a:pt x="114401" y="278828"/>
                </a:lnTo>
                <a:lnTo>
                  <a:pt x="112979" y="255244"/>
                </a:lnTo>
                <a:lnTo>
                  <a:pt x="113004" y="244817"/>
                </a:lnTo>
                <a:lnTo>
                  <a:pt x="113245" y="236105"/>
                </a:lnTo>
                <a:lnTo>
                  <a:pt x="113372" y="234696"/>
                </a:lnTo>
                <a:lnTo>
                  <a:pt x="114439" y="222300"/>
                </a:lnTo>
                <a:lnTo>
                  <a:pt x="122643" y="184861"/>
                </a:lnTo>
                <a:lnTo>
                  <a:pt x="141198" y="147078"/>
                </a:lnTo>
                <a:lnTo>
                  <a:pt x="172173" y="122428"/>
                </a:lnTo>
                <a:lnTo>
                  <a:pt x="178460" y="120827"/>
                </a:lnTo>
                <a:lnTo>
                  <a:pt x="178612" y="120827"/>
                </a:lnTo>
                <a:lnTo>
                  <a:pt x="184962" y="120294"/>
                </a:lnTo>
                <a:lnTo>
                  <a:pt x="222885" y="139331"/>
                </a:lnTo>
                <a:lnTo>
                  <a:pt x="243052" y="172631"/>
                </a:lnTo>
                <a:lnTo>
                  <a:pt x="255181" y="221322"/>
                </a:lnTo>
                <a:lnTo>
                  <a:pt x="255257" y="222300"/>
                </a:lnTo>
                <a:lnTo>
                  <a:pt x="256298" y="234696"/>
                </a:lnTo>
                <a:lnTo>
                  <a:pt x="256387" y="236105"/>
                </a:lnTo>
                <a:lnTo>
                  <a:pt x="256768" y="250545"/>
                </a:lnTo>
                <a:lnTo>
                  <a:pt x="256768" y="18961"/>
                </a:lnTo>
                <a:lnTo>
                  <a:pt x="215531" y="3848"/>
                </a:lnTo>
                <a:lnTo>
                  <a:pt x="204901" y="1955"/>
                </a:lnTo>
                <a:lnTo>
                  <a:pt x="204520" y="1955"/>
                </a:lnTo>
                <a:lnTo>
                  <a:pt x="195249" y="977"/>
                </a:lnTo>
                <a:lnTo>
                  <a:pt x="144081" y="5981"/>
                </a:lnTo>
                <a:lnTo>
                  <a:pt x="106006" y="22072"/>
                </a:lnTo>
                <a:lnTo>
                  <a:pt x="71970" y="47752"/>
                </a:lnTo>
                <a:lnTo>
                  <a:pt x="43218" y="82219"/>
                </a:lnTo>
                <a:lnTo>
                  <a:pt x="24714" y="115747"/>
                </a:lnTo>
                <a:lnTo>
                  <a:pt x="11036" y="153250"/>
                </a:lnTo>
                <a:lnTo>
                  <a:pt x="10845" y="154025"/>
                </a:lnTo>
                <a:lnTo>
                  <a:pt x="6210" y="173024"/>
                </a:lnTo>
                <a:lnTo>
                  <a:pt x="6159" y="173342"/>
                </a:lnTo>
                <a:lnTo>
                  <a:pt x="6045" y="174040"/>
                </a:lnTo>
                <a:lnTo>
                  <a:pt x="2768" y="193192"/>
                </a:lnTo>
                <a:lnTo>
                  <a:pt x="2717" y="193662"/>
                </a:lnTo>
                <a:lnTo>
                  <a:pt x="698" y="213753"/>
                </a:lnTo>
                <a:lnTo>
                  <a:pt x="685" y="214172"/>
                </a:lnTo>
                <a:lnTo>
                  <a:pt x="0" y="234696"/>
                </a:lnTo>
                <a:lnTo>
                  <a:pt x="2959" y="275882"/>
                </a:lnTo>
                <a:lnTo>
                  <a:pt x="11506" y="315823"/>
                </a:lnTo>
                <a:lnTo>
                  <a:pt x="25107" y="353288"/>
                </a:lnTo>
                <a:lnTo>
                  <a:pt x="56946" y="404761"/>
                </a:lnTo>
                <a:lnTo>
                  <a:pt x="88290" y="434721"/>
                </a:lnTo>
                <a:lnTo>
                  <a:pt x="124904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62" y="468147"/>
                </a:lnTo>
                <a:lnTo>
                  <a:pt x="195199" y="467791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101" y="434721"/>
                </a:lnTo>
                <a:lnTo>
                  <a:pt x="312572" y="404761"/>
                </a:lnTo>
                <a:lnTo>
                  <a:pt x="335559" y="370420"/>
                </a:lnTo>
                <a:lnTo>
                  <a:pt x="351421" y="334860"/>
                </a:lnTo>
                <a:lnTo>
                  <a:pt x="362585" y="295846"/>
                </a:lnTo>
                <a:lnTo>
                  <a:pt x="368528" y="255016"/>
                </a:lnTo>
                <a:lnTo>
                  <a:pt x="369112" y="244817"/>
                </a:lnTo>
                <a:lnTo>
                  <a:pt x="369303" y="234696"/>
                </a:lnTo>
                <a:close/>
              </a:path>
              <a:path w="1052194" h="468630">
                <a:moveTo>
                  <a:pt x="727113" y="53047"/>
                </a:moveTo>
                <a:lnTo>
                  <a:pt x="724776" y="47561"/>
                </a:lnTo>
                <a:lnTo>
                  <a:pt x="720115" y="43205"/>
                </a:lnTo>
                <a:lnTo>
                  <a:pt x="715454" y="38747"/>
                </a:lnTo>
                <a:lnTo>
                  <a:pt x="669912" y="21793"/>
                </a:lnTo>
                <a:lnTo>
                  <a:pt x="616521" y="12776"/>
                </a:lnTo>
                <a:lnTo>
                  <a:pt x="575894" y="8750"/>
                </a:lnTo>
                <a:lnTo>
                  <a:pt x="536867" y="6413"/>
                </a:lnTo>
                <a:lnTo>
                  <a:pt x="536867" y="240284"/>
                </a:lnTo>
                <a:lnTo>
                  <a:pt x="536867" y="240487"/>
                </a:lnTo>
                <a:lnTo>
                  <a:pt x="536676" y="246100"/>
                </a:lnTo>
                <a:lnTo>
                  <a:pt x="536867" y="240284"/>
                </a:lnTo>
                <a:lnTo>
                  <a:pt x="536867" y="6413"/>
                </a:lnTo>
                <a:lnTo>
                  <a:pt x="532599" y="6197"/>
                </a:lnTo>
                <a:lnTo>
                  <a:pt x="530428" y="6134"/>
                </a:lnTo>
                <a:lnTo>
                  <a:pt x="530428" y="205574"/>
                </a:lnTo>
                <a:lnTo>
                  <a:pt x="530110" y="214172"/>
                </a:lnTo>
                <a:lnTo>
                  <a:pt x="529831" y="221259"/>
                </a:lnTo>
                <a:lnTo>
                  <a:pt x="530428" y="205574"/>
                </a:lnTo>
                <a:lnTo>
                  <a:pt x="530428" y="6134"/>
                </a:lnTo>
                <a:lnTo>
                  <a:pt x="529653" y="6108"/>
                </a:lnTo>
                <a:lnTo>
                  <a:pt x="529653" y="226136"/>
                </a:lnTo>
                <a:lnTo>
                  <a:pt x="529615" y="227152"/>
                </a:lnTo>
                <a:lnTo>
                  <a:pt x="529170" y="237210"/>
                </a:lnTo>
                <a:lnTo>
                  <a:pt x="529653" y="226136"/>
                </a:lnTo>
                <a:lnTo>
                  <a:pt x="529653" y="6108"/>
                </a:lnTo>
                <a:lnTo>
                  <a:pt x="529005" y="6096"/>
                </a:lnTo>
                <a:lnTo>
                  <a:pt x="529005" y="241033"/>
                </a:lnTo>
                <a:lnTo>
                  <a:pt x="528256" y="259778"/>
                </a:lnTo>
                <a:lnTo>
                  <a:pt x="528789" y="246100"/>
                </a:lnTo>
                <a:lnTo>
                  <a:pt x="529005" y="241033"/>
                </a:lnTo>
                <a:lnTo>
                  <a:pt x="529005" y="6096"/>
                </a:lnTo>
                <a:lnTo>
                  <a:pt x="522097" y="5867"/>
                </a:lnTo>
                <a:lnTo>
                  <a:pt x="511924" y="5664"/>
                </a:lnTo>
                <a:lnTo>
                  <a:pt x="486130" y="5664"/>
                </a:lnTo>
                <a:lnTo>
                  <a:pt x="475310" y="6426"/>
                </a:lnTo>
                <a:lnTo>
                  <a:pt x="469074" y="7277"/>
                </a:lnTo>
                <a:lnTo>
                  <a:pt x="468807" y="7277"/>
                </a:lnTo>
                <a:lnTo>
                  <a:pt x="427139" y="26263"/>
                </a:lnTo>
                <a:lnTo>
                  <a:pt x="413143" y="51803"/>
                </a:lnTo>
                <a:lnTo>
                  <a:pt x="413143" y="67246"/>
                </a:lnTo>
                <a:lnTo>
                  <a:pt x="439064" y="102577"/>
                </a:lnTo>
                <a:lnTo>
                  <a:pt x="475373" y="112572"/>
                </a:lnTo>
                <a:lnTo>
                  <a:pt x="507834" y="112572"/>
                </a:lnTo>
                <a:lnTo>
                  <a:pt x="513715" y="112369"/>
                </a:lnTo>
                <a:lnTo>
                  <a:pt x="513676" y="112572"/>
                </a:lnTo>
                <a:lnTo>
                  <a:pt x="507187" y="166306"/>
                </a:lnTo>
                <a:lnTo>
                  <a:pt x="504837" y="205574"/>
                </a:lnTo>
                <a:lnTo>
                  <a:pt x="504405" y="254635"/>
                </a:lnTo>
                <a:lnTo>
                  <a:pt x="504926" y="271411"/>
                </a:lnTo>
                <a:lnTo>
                  <a:pt x="505802" y="288124"/>
                </a:lnTo>
                <a:lnTo>
                  <a:pt x="505904" y="289560"/>
                </a:lnTo>
                <a:lnTo>
                  <a:pt x="505993" y="290753"/>
                </a:lnTo>
                <a:lnTo>
                  <a:pt x="507022" y="304787"/>
                </a:lnTo>
                <a:lnTo>
                  <a:pt x="513054" y="353136"/>
                </a:lnTo>
                <a:lnTo>
                  <a:pt x="520941" y="390931"/>
                </a:lnTo>
                <a:lnTo>
                  <a:pt x="535660" y="432358"/>
                </a:lnTo>
                <a:lnTo>
                  <a:pt x="564426" y="463169"/>
                </a:lnTo>
                <a:lnTo>
                  <a:pt x="578827" y="463169"/>
                </a:lnTo>
                <a:lnTo>
                  <a:pt x="602094" y="429082"/>
                </a:lnTo>
                <a:lnTo>
                  <a:pt x="604735" y="384365"/>
                </a:lnTo>
                <a:lnTo>
                  <a:pt x="604939" y="382816"/>
                </a:lnTo>
                <a:lnTo>
                  <a:pt x="607504" y="340182"/>
                </a:lnTo>
                <a:lnTo>
                  <a:pt x="611276" y="297014"/>
                </a:lnTo>
                <a:lnTo>
                  <a:pt x="611886" y="290753"/>
                </a:lnTo>
                <a:lnTo>
                  <a:pt x="612000" y="289560"/>
                </a:lnTo>
                <a:lnTo>
                  <a:pt x="617169" y="240284"/>
                </a:lnTo>
                <a:lnTo>
                  <a:pt x="621957" y="199771"/>
                </a:lnTo>
                <a:lnTo>
                  <a:pt x="626706" y="162267"/>
                </a:lnTo>
                <a:lnTo>
                  <a:pt x="627913" y="152565"/>
                </a:lnTo>
                <a:lnTo>
                  <a:pt x="630174" y="134226"/>
                </a:lnTo>
                <a:lnTo>
                  <a:pt x="632777" y="112369"/>
                </a:lnTo>
                <a:lnTo>
                  <a:pt x="632841" y="111861"/>
                </a:lnTo>
                <a:lnTo>
                  <a:pt x="633476" y="106362"/>
                </a:lnTo>
                <a:lnTo>
                  <a:pt x="633857" y="102895"/>
                </a:lnTo>
                <a:lnTo>
                  <a:pt x="635723" y="102577"/>
                </a:lnTo>
                <a:lnTo>
                  <a:pt x="677164" y="95783"/>
                </a:lnTo>
                <a:lnTo>
                  <a:pt x="717664" y="78651"/>
                </a:lnTo>
                <a:lnTo>
                  <a:pt x="726732" y="62166"/>
                </a:lnTo>
                <a:lnTo>
                  <a:pt x="726859" y="61341"/>
                </a:lnTo>
                <a:lnTo>
                  <a:pt x="727062" y="59994"/>
                </a:lnTo>
                <a:lnTo>
                  <a:pt x="727113" y="53047"/>
                </a:lnTo>
                <a:close/>
              </a:path>
              <a:path w="1052194" h="468630">
                <a:moveTo>
                  <a:pt x="1052156" y="359410"/>
                </a:moveTo>
                <a:lnTo>
                  <a:pt x="1043368" y="320040"/>
                </a:lnTo>
                <a:lnTo>
                  <a:pt x="1021613" y="284480"/>
                </a:lnTo>
                <a:lnTo>
                  <a:pt x="994410" y="254000"/>
                </a:lnTo>
                <a:lnTo>
                  <a:pt x="987374" y="247650"/>
                </a:lnTo>
                <a:lnTo>
                  <a:pt x="980694" y="241300"/>
                </a:lnTo>
                <a:lnTo>
                  <a:pt x="974394" y="236220"/>
                </a:lnTo>
                <a:lnTo>
                  <a:pt x="968451" y="229870"/>
                </a:lnTo>
                <a:lnTo>
                  <a:pt x="965250" y="227330"/>
                </a:lnTo>
                <a:lnTo>
                  <a:pt x="959599" y="222250"/>
                </a:lnTo>
                <a:lnTo>
                  <a:pt x="957008" y="219710"/>
                </a:lnTo>
                <a:lnTo>
                  <a:pt x="954722" y="218440"/>
                </a:lnTo>
                <a:lnTo>
                  <a:pt x="952754" y="215900"/>
                </a:lnTo>
                <a:lnTo>
                  <a:pt x="939698" y="203200"/>
                </a:lnTo>
                <a:lnTo>
                  <a:pt x="934313" y="198120"/>
                </a:lnTo>
                <a:lnTo>
                  <a:pt x="929132" y="193040"/>
                </a:lnTo>
                <a:lnTo>
                  <a:pt x="919187" y="182880"/>
                </a:lnTo>
                <a:lnTo>
                  <a:pt x="914781" y="177800"/>
                </a:lnTo>
                <a:lnTo>
                  <a:pt x="907110" y="166370"/>
                </a:lnTo>
                <a:lnTo>
                  <a:pt x="905611" y="163830"/>
                </a:lnTo>
                <a:lnTo>
                  <a:pt x="904113" y="161290"/>
                </a:lnTo>
                <a:lnTo>
                  <a:pt x="899756" y="152400"/>
                </a:lnTo>
                <a:lnTo>
                  <a:pt x="898664" y="147320"/>
                </a:lnTo>
                <a:lnTo>
                  <a:pt x="898664" y="142240"/>
                </a:lnTo>
                <a:lnTo>
                  <a:pt x="926439" y="115570"/>
                </a:lnTo>
                <a:lnTo>
                  <a:pt x="940219" y="115570"/>
                </a:lnTo>
                <a:lnTo>
                  <a:pt x="945400" y="116840"/>
                </a:lnTo>
                <a:lnTo>
                  <a:pt x="950277" y="118110"/>
                </a:lnTo>
                <a:lnTo>
                  <a:pt x="955141" y="118110"/>
                </a:lnTo>
                <a:lnTo>
                  <a:pt x="959751" y="120650"/>
                </a:lnTo>
                <a:lnTo>
                  <a:pt x="964107" y="121920"/>
                </a:lnTo>
                <a:lnTo>
                  <a:pt x="968451" y="124460"/>
                </a:lnTo>
                <a:lnTo>
                  <a:pt x="972654" y="125730"/>
                </a:lnTo>
                <a:lnTo>
                  <a:pt x="980732" y="130810"/>
                </a:lnTo>
                <a:lnTo>
                  <a:pt x="984465" y="133350"/>
                </a:lnTo>
                <a:lnTo>
                  <a:pt x="987882" y="134620"/>
                </a:lnTo>
                <a:lnTo>
                  <a:pt x="993381" y="138430"/>
                </a:lnTo>
                <a:lnTo>
                  <a:pt x="1004049" y="143510"/>
                </a:lnTo>
                <a:lnTo>
                  <a:pt x="1009332" y="147320"/>
                </a:lnTo>
                <a:lnTo>
                  <a:pt x="1014831" y="147320"/>
                </a:lnTo>
                <a:lnTo>
                  <a:pt x="1020521" y="144780"/>
                </a:lnTo>
                <a:lnTo>
                  <a:pt x="1026934" y="142240"/>
                </a:lnTo>
                <a:lnTo>
                  <a:pt x="1047457" y="106680"/>
                </a:lnTo>
                <a:lnTo>
                  <a:pt x="1047521" y="105410"/>
                </a:lnTo>
                <a:lnTo>
                  <a:pt x="1047877" y="99060"/>
                </a:lnTo>
                <a:lnTo>
                  <a:pt x="1042441" y="67310"/>
                </a:lnTo>
                <a:lnTo>
                  <a:pt x="1041120" y="63500"/>
                </a:lnTo>
                <a:lnTo>
                  <a:pt x="1014450" y="26670"/>
                </a:lnTo>
                <a:lnTo>
                  <a:pt x="963409" y="2540"/>
                </a:lnTo>
                <a:lnTo>
                  <a:pt x="943356" y="0"/>
                </a:lnTo>
                <a:lnTo>
                  <a:pt x="920254" y="0"/>
                </a:lnTo>
                <a:lnTo>
                  <a:pt x="872629" y="10160"/>
                </a:lnTo>
                <a:lnTo>
                  <a:pt x="831113" y="30480"/>
                </a:lnTo>
                <a:lnTo>
                  <a:pt x="796912" y="59690"/>
                </a:lnTo>
                <a:lnTo>
                  <a:pt x="794067" y="63385"/>
                </a:lnTo>
                <a:lnTo>
                  <a:pt x="794067" y="134620"/>
                </a:lnTo>
                <a:lnTo>
                  <a:pt x="794004" y="135890"/>
                </a:lnTo>
                <a:lnTo>
                  <a:pt x="793927" y="137160"/>
                </a:lnTo>
                <a:lnTo>
                  <a:pt x="794067" y="134620"/>
                </a:lnTo>
                <a:lnTo>
                  <a:pt x="794067" y="63385"/>
                </a:lnTo>
                <a:lnTo>
                  <a:pt x="772579" y="99060"/>
                </a:lnTo>
                <a:lnTo>
                  <a:pt x="764616" y="130810"/>
                </a:lnTo>
                <a:lnTo>
                  <a:pt x="764730" y="144780"/>
                </a:lnTo>
                <a:lnTo>
                  <a:pt x="775576" y="186690"/>
                </a:lnTo>
                <a:lnTo>
                  <a:pt x="795566" y="220980"/>
                </a:lnTo>
                <a:lnTo>
                  <a:pt x="821029" y="251460"/>
                </a:lnTo>
                <a:lnTo>
                  <a:pt x="849655" y="278130"/>
                </a:lnTo>
                <a:lnTo>
                  <a:pt x="859116" y="287020"/>
                </a:lnTo>
                <a:lnTo>
                  <a:pt x="868299" y="294640"/>
                </a:lnTo>
                <a:lnTo>
                  <a:pt x="877227" y="302260"/>
                </a:lnTo>
                <a:lnTo>
                  <a:pt x="906233" y="326390"/>
                </a:lnTo>
                <a:lnTo>
                  <a:pt x="912190" y="332740"/>
                </a:lnTo>
                <a:lnTo>
                  <a:pt x="917168" y="337820"/>
                </a:lnTo>
                <a:lnTo>
                  <a:pt x="922248" y="342900"/>
                </a:lnTo>
                <a:lnTo>
                  <a:pt x="926071" y="347980"/>
                </a:lnTo>
                <a:lnTo>
                  <a:pt x="931252" y="355600"/>
                </a:lnTo>
                <a:lnTo>
                  <a:pt x="932548" y="359410"/>
                </a:lnTo>
                <a:lnTo>
                  <a:pt x="932548" y="365760"/>
                </a:lnTo>
                <a:lnTo>
                  <a:pt x="931519" y="369570"/>
                </a:lnTo>
                <a:lnTo>
                  <a:pt x="927366" y="377190"/>
                </a:lnTo>
                <a:lnTo>
                  <a:pt x="924369" y="381000"/>
                </a:lnTo>
                <a:lnTo>
                  <a:pt x="920432" y="383540"/>
                </a:lnTo>
                <a:lnTo>
                  <a:pt x="916495" y="387350"/>
                </a:lnTo>
                <a:lnTo>
                  <a:pt x="911885" y="389890"/>
                </a:lnTo>
                <a:lnTo>
                  <a:pt x="901306" y="393700"/>
                </a:lnTo>
                <a:lnTo>
                  <a:pt x="895972" y="397510"/>
                </a:lnTo>
                <a:lnTo>
                  <a:pt x="890701" y="404952"/>
                </a:lnTo>
                <a:lnTo>
                  <a:pt x="887996" y="402590"/>
                </a:lnTo>
                <a:lnTo>
                  <a:pt x="885101" y="400050"/>
                </a:lnTo>
                <a:lnTo>
                  <a:pt x="883640" y="398780"/>
                </a:lnTo>
                <a:lnTo>
                  <a:pt x="876236" y="394970"/>
                </a:lnTo>
                <a:lnTo>
                  <a:pt x="861110" y="391160"/>
                </a:lnTo>
                <a:lnTo>
                  <a:pt x="854583" y="389890"/>
                </a:lnTo>
                <a:lnTo>
                  <a:pt x="849083" y="387350"/>
                </a:lnTo>
                <a:lnTo>
                  <a:pt x="843394" y="384810"/>
                </a:lnTo>
                <a:lnTo>
                  <a:pt x="826554" y="381000"/>
                </a:lnTo>
                <a:lnTo>
                  <a:pt x="821270" y="382270"/>
                </a:lnTo>
                <a:lnTo>
                  <a:pt x="816292" y="386080"/>
                </a:lnTo>
                <a:lnTo>
                  <a:pt x="810907" y="389890"/>
                </a:lnTo>
                <a:lnTo>
                  <a:pt x="808215" y="396240"/>
                </a:lnTo>
                <a:lnTo>
                  <a:pt x="808215" y="410210"/>
                </a:lnTo>
                <a:lnTo>
                  <a:pt x="811377" y="417830"/>
                </a:lnTo>
                <a:lnTo>
                  <a:pt x="817689" y="425450"/>
                </a:lnTo>
                <a:lnTo>
                  <a:pt x="822769" y="430530"/>
                </a:lnTo>
                <a:lnTo>
                  <a:pt x="828535" y="435610"/>
                </a:lnTo>
                <a:lnTo>
                  <a:pt x="834974" y="441960"/>
                </a:lnTo>
                <a:lnTo>
                  <a:pt x="842098" y="445770"/>
                </a:lnTo>
                <a:lnTo>
                  <a:pt x="849934" y="450850"/>
                </a:lnTo>
                <a:lnTo>
                  <a:pt x="858380" y="454660"/>
                </a:lnTo>
                <a:lnTo>
                  <a:pt x="867422" y="458470"/>
                </a:lnTo>
                <a:lnTo>
                  <a:pt x="877062" y="462280"/>
                </a:lnTo>
                <a:lnTo>
                  <a:pt x="887222" y="464820"/>
                </a:lnTo>
                <a:lnTo>
                  <a:pt x="920115" y="468630"/>
                </a:lnTo>
                <a:lnTo>
                  <a:pt x="945146" y="466090"/>
                </a:lnTo>
                <a:lnTo>
                  <a:pt x="957300" y="463550"/>
                </a:lnTo>
                <a:lnTo>
                  <a:pt x="969238" y="459740"/>
                </a:lnTo>
                <a:lnTo>
                  <a:pt x="980770" y="455930"/>
                </a:lnTo>
                <a:lnTo>
                  <a:pt x="991616" y="449580"/>
                </a:lnTo>
                <a:lnTo>
                  <a:pt x="1001763" y="444500"/>
                </a:lnTo>
                <a:lnTo>
                  <a:pt x="1032776" y="415290"/>
                </a:lnTo>
                <a:lnTo>
                  <a:pt x="1040130" y="404952"/>
                </a:lnTo>
                <a:lnTo>
                  <a:pt x="1040892" y="403860"/>
                </a:lnTo>
                <a:lnTo>
                  <a:pt x="1045845" y="393700"/>
                </a:lnTo>
                <a:lnTo>
                  <a:pt x="1049401" y="382270"/>
                </a:lnTo>
                <a:lnTo>
                  <a:pt x="1051521" y="372110"/>
                </a:lnTo>
                <a:lnTo>
                  <a:pt x="1052156" y="361950"/>
                </a:lnTo>
                <a:lnTo>
                  <a:pt x="1052156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10410" y="2387361"/>
            <a:ext cx="15957629" cy="8041640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2678317" y="1872059"/>
            <a:ext cx="10985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65" dirty="0"/>
              <a:t>H</a:t>
            </a:r>
            <a:r>
              <a:rPr spc="-45" dirty="0"/>
              <a:t> </a:t>
            </a:r>
            <a:r>
              <a:rPr spc="-195" dirty="0"/>
              <a:t>O</a:t>
            </a:r>
            <a:r>
              <a:rPr spc="-120" dirty="0"/>
              <a:t> </a:t>
            </a:r>
            <a:r>
              <a:rPr spc="-280" dirty="0"/>
              <a:t>M</a:t>
            </a:r>
            <a:r>
              <a:rPr spc="-215" dirty="0"/>
              <a:t> </a:t>
            </a:r>
            <a:r>
              <a:rPr spc="-50" dirty="0"/>
              <a:t>E</a:t>
            </a:r>
          </a:p>
        </p:txBody>
      </p:sp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28810" y="1978527"/>
            <a:ext cx="171450" cy="24447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4133770" y="1872059"/>
            <a:ext cx="88201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320" dirty="0">
                <a:solidFill>
                  <a:srgbClr val="006FBF"/>
                </a:solidFill>
                <a:latin typeface="Times New Roman"/>
                <a:cs typeface="Times New Roman"/>
              </a:rPr>
              <a:t>A</a:t>
            </a:r>
            <a:r>
              <a:rPr sz="2600" spc="-155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2600" spc="-300" dirty="0">
                <a:solidFill>
                  <a:srgbClr val="006FBF"/>
                </a:solidFill>
                <a:latin typeface="Times New Roman"/>
                <a:cs typeface="Times New Roman"/>
              </a:rPr>
              <a:t>G</a:t>
            </a:r>
            <a:r>
              <a:rPr sz="2600" spc="-80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2600" spc="-85" dirty="0">
                <a:solidFill>
                  <a:srgbClr val="006FBF"/>
                </a:solidFill>
                <a:latin typeface="Times New Roman"/>
                <a:cs typeface="Times New Roman"/>
              </a:rPr>
              <a:t>E</a:t>
            </a:r>
            <a:r>
              <a:rPr sz="2600" spc="-280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64747" y="2259482"/>
            <a:ext cx="154940" cy="4681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4937" y="7599244"/>
            <a:ext cx="572324" cy="30480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264747" y="855248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527" y="7314651"/>
            <a:ext cx="1092339" cy="109233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75218" y="2259482"/>
            <a:ext cx="186690" cy="4681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5218" y="856295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4318029" y="522494"/>
            <a:ext cx="612775" cy="473709"/>
            <a:chOff x="4318029" y="522494"/>
            <a:chExt cx="612775" cy="473709"/>
          </a:xfrm>
        </p:grpSpPr>
        <p:sp>
          <p:nvSpPr>
            <p:cNvPr id="16" name="object 16"/>
            <p:cNvSpPr/>
            <p:nvPr/>
          </p:nvSpPr>
          <p:spPr>
            <a:xfrm>
              <a:off x="4318029" y="522494"/>
              <a:ext cx="132080" cy="473709"/>
            </a:xfrm>
            <a:custGeom>
              <a:avLst/>
              <a:gdLst/>
              <a:ahLst/>
              <a:cxnLst/>
              <a:rect l="l" t="t" r="r" b="b"/>
              <a:pathLst>
                <a:path w="132079" h="473709">
                  <a:moveTo>
                    <a:pt x="75129" y="473172"/>
                  </a:moveTo>
                  <a:lnTo>
                    <a:pt x="60208" y="473172"/>
                  </a:lnTo>
                  <a:lnTo>
                    <a:pt x="54560" y="470788"/>
                  </a:lnTo>
                  <a:lnTo>
                    <a:pt x="31502" y="439687"/>
                  </a:lnTo>
                  <a:lnTo>
                    <a:pt x="16921" y="394953"/>
                  </a:lnTo>
                  <a:lnTo>
                    <a:pt x="8907" y="354173"/>
                  </a:lnTo>
                  <a:lnTo>
                    <a:pt x="2700" y="301425"/>
                  </a:lnTo>
                  <a:lnTo>
                    <a:pt x="174" y="250231"/>
                  </a:lnTo>
                  <a:lnTo>
                    <a:pt x="0" y="220855"/>
                  </a:lnTo>
                  <a:lnTo>
                    <a:pt x="222" y="203340"/>
                  </a:lnTo>
                  <a:lnTo>
                    <a:pt x="2787" y="154303"/>
                  </a:lnTo>
                  <a:lnTo>
                    <a:pt x="7916" y="107471"/>
                  </a:lnTo>
                  <a:lnTo>
                    <a:pt x="15143" y="65350"/>
                  </a:lnTo>
                  <a:lnTo>
                    <a:pt x="28967" y="25697"/>
                  </a:lnTo>
                  <a:lnTo>
                    <a:pt x="33319" y="19480"/>
                  </a:lnTo>
                  <a:lnTo>
                    <a:pt x="38448" y="14351"/>
                  </a:lnTo>
                  <a:lnTo>
                    <a:pt x="50364" y="6165"/>
                  </a:lnTo>
                  <a:lnTo>
                    <a:pt x="56944" y="3315"/>
                  </a:lnTo>
                  <a:lnTo>
                    <a:pt x="64093" y="1761"/>
                  </a:lnTo>
                  <a:lnTo>
                    <a:pt x="71800" y="0"/>
                  </a:lnTo>
                  <a:lnTo>
                    <a:pt x="78859" y="0"/>
                  </a:lnTo>
                  <a:lnTo>
                    <a:pt x="86630" y="1450"/>
                  </a:lnTo>
                  <a:lnTo>
                    <a:pt x="121601" y="22433"/>
                  </a:lnTo>
                  <a:lnTo>
                    <a:pt x="128883" y="38597"/>
                  </a:lnTo>
                  <a:lnTo>
                    <a:pt x="50727" y="38597"/>
                  </a:lnTo>
                  <a:lnTo>
                    <a:pt x="46025" y="50575"/>
                  </a:lnTo>
                  <a:lnTo>
                    <a:pt x="36116" y="89422"/>
                  </a:lnTo>
                  <a:lnTo>
                    <a:pt x="30463" y="128998"/>
                  </a:lnTo>
                  <a:lnTo>
                    <a:pt x="28967" y="141645"/>
                  </a:lnTo>
                  <a:lnTo>
                    <a:pt x="32904" y="142267"/>
                  </a:lnTo>
                  <a:lnTo>
                    <a:pt x="34873" y="142682"/>
                  </a:lnTo>
                  <a:lnTo>
                    <a:pt x="34873" y="142993"/>
                  </a:lnTo>
                  <a:lnTo>
                    <a:pt x="123490" y="142993"/>
                  </a:lnTo>
                  <a:lnTo>
                    <a:pt x="120814" y="165164"/>
                  </a:lnTo>
                  <a:lnTo>
                    <a:pt x="114384" y="220855"/>
                  </a:lnTo>
                  <a:lnTo>
                    <a:pt x="109646" y="265094"/>
                  </a:lnTo>
                  <a:lnTo>
                    <a:pt x="105320" y="310643"/>
                  </a:lnTo>
                  <a:lnTo>
                    <a:pt x="101862" y="356213"/>
                  </a:lnTo>
                  <a:lnTo>
                    <a:pt x="100308" y="401572"/>
                  </a:lnTo>
                  <a:lnTo>
                    <a:pt x="100201" y="405590"/>
                  </a:lnTo>
                  <a:lnTo>
                    <a:pt x="100101" y="409343"/>
                  </a:lnTo>
                  <a:lnTo>
                    <a:pt x="99370" y="424222"/>
                  </a:lnTo>
                  <a:lnTo>
                    <a:pt x="99272" y="426233"/>
                  </a:lnTo>
                  <a:lnTo>
                    <a:pt x="98132" y="434315"/>
                  </a:lnTo>
                  <a:lnTo>
                    <a:pt x="94402" y="449858"/>
                  </a:lnTo>
                  <a:lnTo>
                    <a:pt x="91138" y="457007"/>
                  </a:lnTo>
                  <a:lnTo>
                    <a:pt x="81916" y="469960"/>
                  </a:lnTo>
                  <a:lnTo>
                    <a:pt x="75129" y="473172"/>
                  </a:lnTo>
                  <a:close/>
                </a:path>
                <a:path w="132079" h="473709">
                  <a:moveTo>
                    <a:pt x="34873" y="142993"/>
                  </a:moveTo>
                  <a:lnTo>
                    <a:pt x="34873" y="142682"/>
                  </a:lnTo>
                  <a:lnTo>
                    <a:pt x="32904" y="142267"/>
                  </a:lnTo>
                  <a:lnTo>
                    <a:pt x="28967" y="141645"/>
                  </a:lnTo>
                  <a:lnTo>
                    <a:pt x="30290" y="130455"/>
                  </a:lnTo>
                  <a:lnTo>
                    <a:pt x="36116" y="89422"/>
                  </a:lnTo>
                  <a:lnTo>
                    <a:pt x="46025" y="50575"/>
                  </a:lnTo>
                  <a:lnTo>
                    <a:pt x="50727" y="38597"/>
                  </a:lnTo>
                  <a:lnTo>
                    <a:pt x="56270" y="40670"/>
                  </a:lnTo>
                  <a:lnTo>
                    <a:pt x="58379" y="42055"/>
                  </a:lnTo>
                  <a:lnTo>
                    <a:pt x="61451" y="44193"/>
                  </a:lnTo>
                  <a:lnTo>
                    <a:pt x="55146" y="55170"/>
                  </a:lnTo>
                  <a:lnTo>
                    <a:pt x="50066" y="66652"/>
                  </a:lnTo>
                  <a:lnTo>
                    <a:pt x="41088" y="116078"/>
                  </a:lnTo>
                  <a:lnTo>
                    <a:pt x="40840" y="127735"/>
                  </a:lnTo>
                  <a:lnTo>
                    <a:pt x="40844" y="130455"/>
                  </a:lnTo>
                  <a:lnTo>
                    <a:pt x="41159" y="139722"/>
                  </a:lnTo>
                  <a:lnTo>
                    <a:pt x="41245" y="142267"/>
                  </a:lnTo>
                  <a:lnTo>
                    <a:pt x="37847" y="142682"/>
                  </a:lnTo>
                  <a:lnTo>
                    <a:pt x="38059" y="142682"/>
                  </a:lnTo>
                  <a:lnTo>
                    <a:pt x="34873" y="142993"/>
                  </a:lnTo>
                  <a:close/>
                </a:path>
                <a:path w="132079" h="473709">
                  <a:moveTo>
                    <a:pt x="123490" y="142993"/>
                  </a:moveTo>
                  <a:lnTo>
                    <a:pt x="34873" y="142993"/>
                  </a:lnTo>
                  <a:lnTo>
                    <a:pt x="38059" y="142682"/>
                  </a:lnTo>
                  <a:lnTo>
                    <a:pt x="37847" y="142682"/>
                  </a:lnTo>
                  <a:lnTo>
                    <a:pt x="41245" y="142267"/>
                  </a:lnTo>
                  <a:lnTo>
                    <a:pt x="40844" y="130455"/>
                  </a:lnTo>
                  <a:lnTo>
                    <a:pt x="40840" y="127735"/>
                  </a:lnTo>
                  <a:lnTo>
                    <a:pt x="46209" y="78639"/>
                  </a:lnTo>
                  <a:lnTo>
                    <a:pt x="61451" y="44193"/>
                  </a:lnTo>
                  <a:lnTo>
                    <a:pt x="58379" y="42055"/>
                  </a:lnTo>
                  <a:lnTo>
                    <a:pt x="56270" y="40670"/>
                  </a:lnTo>
                  <a:lnTo>
                    <a:pt x="50727" y="38597"/>
                  </a:lnTo>
                  <a:lnTo>
                    <a:pt x="128883" y="38597"/>
                  </a:lnTo>
                  <a:lnTo>
                    <a:pt x="129956" y="42055"/>
                  </a:lnTo>
                  <a:lnTo>
                    <a:pt x="131539" y="54461"/>
                  </a:lnTo>
                  <a:lnTo>
                    <a:pt x="131413" y="66652"/>
                  </a:lnTo>
                  <a:lnTo>
                    <a:pt x="127818" y="105276"/>
                  </a:lnTo>
                  <a:lnTo>
                    <a:pt x="123527" y="142682"/>
                  </a:lnTo>
                  <a:lnTo>
                    <a:pt x="123490" y="14299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54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498208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7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7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09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8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68874" y="519080"/>
            <a:ext cx="662305" cy="479425"/>
          </a:xfrm>
          <a:custGeom>
            <a:avLst/>
            <a:gdLst/>
            <a:ahLst/>
            <a:cxnLst/>
            <a:rect l="l" t="t" r="r" b="b"/>
            <a:pathLst>
              <a:path w="662304" h="479425">
                <a:moveTo>
                  <a:pt x="299072" y="394639"/>
                </a:moveTo>
                <a:lnTo>
                  <a:pt x="279209" y="367322"/>
                </a:lnTo>
                <a:lnTo>
                  <a:pt x="279057" y="367322"/>
                </a:lnTo>
                <a:lnTo>
                  <a:pt x="267512" y="364109"/>
                </a:lnTo>
                <a:lnTo>
                  <a:pt x="260362" y="362813"/>
                </a:lnTo>
                <a:lnTo>
                  <a:pt x="259905" y="362813"/>
                </a:lnTo>
                <a:lnTo>
                  <a:pt x="253682" y="362204"/>
                </a:lnTo>
                <a:lnTo>
                  <a:pt x="245351" y="361251"/>
                </a:lnTo>
                <a:lnTo>
                  <a:pt x="244906" y="361251"/>
                </a:lnTo>
                <a:lnTo>
                  <a:pt x="238760" y="360743"/>
                </a:lnTo>
                <a:lnTo>
                  <a:pt x="226631" y="360121"/>
                </a:lnTo>
                <a:lnTo>
                  <a:pt x="206324" y="360121"/>
                </a:lnTo>
                <a:lnTo>
                  <a:pt x="187921" y="360743"/>
                </a:lnTo>
                <a:lnTo>
                  <a:pt x="189763" y="360743"/>
                </a:lnTo>
                <a:lnTo>
                  <a:pt x="181102" y="361251"/>
                </a:lnTo>
                <a:lnTo>
                  <a:pt x="140487" y="365150"/>
                </a:lnTo>
                <a:lnTo>
                  <a:pt x="104063" y="374027"/>
                </a:lnTo>
                <a:lnTo>
                  <a:pt x="104101" y="369963"/>
                </a:lnTo>
                <a:lnTo>
                  <a:pt x="104216" y="364109"/>
                </a:lnTo>
                <a:lnTo>
                  <a:pt x="104330" y="360121"/>
                </a:lnTo>
                <a:lnTo>
                  <a:pt x="104470" y="354965"/>
                </a:lnTo>
                <a:lnTo>
                  <a:pt x="106883" y="315455"/>
                </a:lnTo>
                <a:lnTo>
                  <a:pt x="110845" y="274535"/>
                </a:lnTo>
                <a:lnTo>
                  <a:pt x="115938" y="232956"/>
                </a:lnTo>
                <a:lnTo>
                  <a:pt x="121958" y="191541"/>
                </a:lnTo>
                <a:lnTo>
                  <a:pt x="128422" y="151980"/>
                </a:lnTo>
                <a:lnTo>
                  <a:pt x="130848" y="138074"/>
                </a:lnTo>
                <a:lnTo>
                  <a:pt x="130924" y="137655"/>
                </a:lnTo>
                <a:lnTo>
                  <a:pt x="131013" y="137134"/>
                </a:lnTo>
                <a:lnTo>
                  <a:pt x="132842" y="126961"/>
                </a:lnTo>
                <a:lnTo>
                  <a:pt x="143002" y="72847"/>
                </a:lnTo>
                <a:lnTo>
                  <a:pt x="143852" y="68491"/>
                </a:lnTo>
                <a:lnTo>
                  <a:pt x="144208" y="65900"/>
                </a:lnTo>
                <a:lnTo>
                  <a:pt x="144310" y="64554"/>
                </a:lnTo>
                <a:lnTo>
                  <a:pt x="144627" y="60617"/>
                </a:lnTo>
                <a:lnTo>
                  <a:pt x="144729" y="55689"/>
                </a:lnTo>
                <a:lnTo>
                  <a:pt x="143878" y="44462"/>
                </a:lnTo>
                <a:lnTo>
                  <a:pt x="142595" y="39535"/>
                </a:lnTo>
                <a:lnTo>
                  <a:pt x="142519" y="39217"/>
                </a:lnTo>
                <a:lnTo>
                  <a:pt x="115938" y="7785"/>
                </a:lnTo>
                <a:lnTo>
                  <a:pt x="89547" y="0"/>
                </a:lnTo>
                <a:lnTo>
                  <a:pt x="81673" y="152"/>
                </a:lnTo>
                <a:lnTo>
                  <a:pt x="74002" y="1917"/>
                </a:lnTo>
                <a:lnTo>
                  <a:pt x="66344" y="3581"/>
                </a:lnTo>
                <a:lnTo>
                  <a:pt x="59245" y="6477"/>
                </a:lnTo>
                <a:lnTo>
                  <a:pt x="50952" y="11722"/>
                </a:lnTo>
                <a:lnTo>
                  <a:pt x="50952" y="81026"/>
                </a:lnTo>
                <a:lnTo>
                  <a:pt x="50927" y="81191"/>
                </a:lnTo>
                <a:lnTo>
                  <a:pt x="50507" y="83654"/>
                </a:lnTo>
                <a:lnTo>
                  <a:pt x="50952" y="81026"/>
                </a:lnTo>
                <a:lnTo>
                  <a:pt x="50952" y="11722"/>
                </a:lnTo>
                <a:lnTo>
                  <a:pt x="46647" y="14452"/>
                </a:lnTo>
                <a:lnTo>
                  <a:pt x="46647" y="104965"/>
                </a:lnTo>
                <a:lnTo>
                  <a:pt x="46532" y="105486"/>
                </a:lnTo>
                <a:lnTo>
                  <a:pt x="44792" y="112737"/>
                </a:lnTo>
                <a:lnTo>
                  <a:pt x="46647" y="104965"/>
                </a:lnTo>
                <a:lnTo>
                  <a:pt x="46647" y="14452"/>
                </a:lnTo>
                <a:lnTo>
                  <a:pt x="25984" y="46990"/>
                </a:lnTo>
                <a:lnTo>
                  <a:pt x="15570" y="93929"/>
                </a:lnTo>
                <a:lnTo>
                  <a:pt x="9156" y="134810"/>
                </a:lnTo>
                <a:lnTo>
                  <a:pt x="4254" y="178371"/>
                </a:lnTo>
                <a:lnTo>
                  <a:pt x="1003" y="224243"/>
                </a:lnTo>
                <a:lnTo>
                  <a:pt x="0" y="255104"/>
                </a:lnTo>
                <a:lnTo>
                  <a:pt x="63" y="288251"/>
                </a:lnTo>
                <a:lnTo>
                  <a:pt x="2197" y="332981"/>
                </a:lnTo>
                <a:lnTo>
                  <a:pt x="5384" y="363283"/>
                </a:lnTo>
                <a:lnTo>
                  <a:pt x="5499" y="364109"/>
                </a:lnTo>
                <a:lnTo>
                  <a:pt x="12674" y="403910"/>
                </a:lnTo>
                <a:lnTo>
                  <a:pt x="26276" y="442734"/>
                </a:lnTo>
                <a:lnTo>
                  <a:pt x="52971" y="473176"/>
                </a:lnTo>
                <a:lnTo>
                  <a:pt x="76136" y="479386"/>
                </a:lnTo>
                <a:lnTo>
                  <a:pt x="88353" y="479386"/>
                </a:lnTo>
                <a:lnTo>
                  <a:pt x="90843" y="479234"/>
                </a:lnTo>
                <a:lnTo>
                  <a:pt x="93433" y="478929"/>
                </a:lnTo>
                <a:lnTo>
                  <a:pt x="96024" y="478713"/>
                </a:lnTo>
                <a:lnTo>
                  <a:pt x="140220" y="469442"/>
                </a:lnTo>
                <a:lnTo>
                  <a:pt x="181406" y="458406"/>
                </a:lnTo>
                <a:lnTo>
                  <a:pt x="219494" y="446595"/>
                </a:lnTo>
                <a:lnTo>
                  <a:pt x="262458" y="430593"/>
                </a:lnTo>
                <a:lnTo>
                  <a:pt x="294093" y="407771"/>
                </a:lnTo>
                <a:lnTo>
                  <a:pt x="297510" y="401332"/>
                </a:lnTo>
                <a:lnTo>
                  <a:pt x="299072" y="394639"/>
                </a:lnTo>
                <a:close/>
              </a:path>
              <a:path w="662304" h="479425">
                <a:moveTo>
                  <a:pt x="630555" y="108826"/>
                </a:moveTo>
                <a:lnTo>
                  <a:pt x="618007" y="65646"/>
                </a:lnTo>
                <a:lnTo>
                  <a:pt x="609282" y="52946"/>
                </a:lnTo>
                <a:lnTo>
                  <a:pt x="606044" y="49136"/>
                </a:lnTo>
                <a:lnTo>
                  <a:pt x="569988" y="22466"/>
                </a:lnTo>
                <a:lnTo>
                  <a:pt x="532180" y="8496"/>
                </a:lnTo>
                <a:lnTo>
                  <a:pt x="517410" y="5956"/>
                </a:lnTo>
                <a:lnTo>
                  <a:pt x="484111" y="5956"/>
                </a:lnTo>
                <a:lnTo>
                  <a:pt x="465963" y="8496"/>
                </a:lnTo>
                <a:lnTo>
                  <a:pt x="456806" y="11036"/>
                </a:lnTo>
                <a:lnTo>
                  <a:pt x="447662" y="12306"/>
                </a:lnTo>
                <a:lnTo>
                  <a:pt x="438543" y="14846"/>
                </a:lnTo>
                <a:lnTo>
                  <a:pt x="429437" y="18656"/>
                </a:lnTo>
                <a:lnTo>
                  <a:pt x="420433" y="21196"/>
                </a:lnTo>
                <a:lnTo>
                  <a:pt x="386359" y="38976"/>
                </a:lnTo>
                <a:lnTo>
                  <a:pt x="352729" y="70726"/>
                </a:lnTo>
                <a:lnTo>
                  <a:pt x="336054" y="112636"/>
                </a:lnTo>
                <a:lnTo>
                  <a:pt x="335622" y="121526"/>
                </a:lnTo>
                <a:lnTo>
                  <a:pt x="335699" y="126606"/>
                </a:lnTo>
                <a:lnTo>
                  <a:pt x="335800" y="129146"/>
                </a:lnTo>
                <a:lnTo>
                  <a:pt x="335889" y="131686"/>
                </a:lnTo>
                <a:lnTo>
                  <a:pt x="335940" y="132956"/>
                </a:lnTo>
                <a:lnTo>
                  <a:pt x="336067" y="134226"/>
                </a:lnTo>
                <a:lnTo>
                  <a:pt x="336194" y="135496"/>
                </a:lnTo>
                <a:lnTo>
                  <a:pt x="336321" y="136766"/>
                </a:lnTo>
                <a:lnTo>
                  <a:pt x="336448" y="138036"/>
                </a:lnTo>
                <a:lnTo>
                  <a:pt x="337070" y="144386"/>
                </a:lnTo>
                <a:lnTo>
                  <a:pt x="349084" y="181216"/>
                </a:lnTo>
                <a:lnTo>
                  <a:pt x="372237" y="210426"/>
                </a:lnTo>
                <a:lnTo>
                  <a:pt x="379628" y="218046"/>
                </a:lnTo>
                <a:lnTo>
                  <a:pt x="387629" y="223126"/>
                </a:lnTo>
                <a:lnTo>
                  <a:pt x="395338" y="228206"/>
                </a:lnTo>
                <a:lnTo>
                  <a:pt x="401853" y="232016"/>
                </a:lnTo>
                <a:lnTo>
                  <a:pt x="407149" y="234556"/>
                </a:lnTo>
                <a:lnTo>
                  <a:pt x="410324" y="234556"/>
                </a:lnTo>
                <a:lnTo>
                  <a:pt x="539940" y="234556"/>
                </a:lnTo>
                <a:lnTo>
                  <a:pt x="539686" y="233286"/>
                </a:lnTo>
                <a:lnTo>
                  <a:pt x="535546" y="225666"/>
                </a:lnTo>
                <a:lnTo>
                  <a:pt x="533006" y="223126"/>
                </a:lnTo>
                <a:lnTo>
                  <a:pt x="526999" y="216776"/>
                </a:lnTo>
                <a:lnTo>
                  <a:pt x="523684" y="214236"/>
                </a:lnTo>
                <a:lnTo>
                  <a:pt x="516420" y="209156"/>
                </a:lnTo>
                <a:lnTo>
                  <a:pt x="512749" y="207886"/>
                </a:lnTo>
                <a:lnTo>
                  <a:pt x="504151" y="201536"/>
                </a:lnTo>
                <a:lnTo>
                  <a:pt x="499224" y="198996"/>
                </a:lnTo>
                <a:lnTo>
                  <a:pt x="494245" y="195186"/>
                </a:lnTo>
                <a:lnTo>
                  <a:pt x="489381" y="191376"/>
                </a:lnTo>
                <a:lnTo>
                  <a:pt x="485025" y="188836"/>
                </a:lnTo>
                <a:lnTo>
                  <a:pt x="481190" y="183756"/>
                </a:lnTo>
                <a:lnTo>
                  <a:pt x="477469" y="179946"/>
                </a:lnTo>
                <a:lnTo>
                  <a:pt x="474459" y="174866"/>
                </a:lnTo>
                <a:lnTo>
                  <a:pt x="472186" y="169786"/>
                </a:lnTo>
                <a:lnTo>
                  <a:pt x="470001" y="164706"/>
                </a:lnTo>
                <a:lnTo>
                  <a:pt x="468922" y="159626"/>
                </a:lnTo>
                <a:lnTo>
                  <a:pt x="468922" y="146926"/>
                </a:lnTo>
                <a:lnTo>
                  <a:pt x="508596" y="125336"/>
                </a:lnTo>
                <a:lnTo>
                  <a:pt x="527151" y="125336"/>
                </a:lnTo>
                <a:lnTo>
                  <a:pt x="559066" y="131686"/>
                </a:lnTo>
                <a:lnTo>
                  <a:pt x="564769" y="134226"/>
                </a:lnTo>
                <a:lnTo>
                  <a:pt x="581596" y="138036"/>
                </a:lnTo>
                <a:lnTo>
                  <a:pt x="602996" y="138036"/>
                </a:lnTo>
                <a:lnTo>
                  <a:pt x="607555" y="135496"/>
                </a:lnTo>
                <a:lnTo>
                  <a:pt x="612114" y="134226"/>
                </a:lnTo>
                <a:lnTo>
                  <a:pt x="616572" y="131686"/>
                </a:lnTo>
                <a:lnTo>
                  <a:pt x="620928" y="127876"/>
                </a:lnTo>
                <a:lnTo>
                  <a:pt x="624649" y="125336"/>
                </a:lnTo>
                <a:lnTo>
                  <a:pt x="627189" y="121526"/>
                </a:lnTo>
                <a:lnTo>
                  <a:pt x="628345" y="117716"/>
                </a:lnTo>
                <a:lnTo>
                  <a:pt x="629881" y="112636"/>
                </a:lnTo>
                <a:lnTo>
                  <a:pt x="630555" y="108826"/>
                </a:lnTo>
                <a:close/>
              </a:path>
              <a:path w="662304" h="479425">
                <a:moveTo>
                  <a:pt x="661962" y="329806"/>
                </a:moveTo>
                <a:lnTo>
                  <a:pt x="641756" y="300596"/>
                </a:lnTo>
                <a:lnTo>
                  <a:pt x="634441" y="301866"/>
                </a:lnTo>
                <a:lnTo>
                  <a:pt x="626364" y="305676"/>
                </a:lnTo>
                <a:lnTo>
                  <a:pt x="620306" y="309486"/>
                </a:lnTo>
                <a:lnTo>
                  <a:pt x="608177" y="319646"/>
                </a:lnTo>
                <a:lnTo>
                  <a:pt x="602119" y="327266"/>
                </a:lnTo>
                <a:lnTo>
                  <a:pt x="590588" y="341236"/>
                </a:lnTo>
                <a:lnTo>
                  <a:pt x="555650" y="370446"/>
                </a:lnTo>
                <a:lnTo>
                  <a:pt x="512127" y="385686"/>
                </a:lnTo>
                <a:lnTo>
                  <a:pt x="505079" y="384416"/>
                </a:lnTo>
                <a:lnTo>
                  <a:pt x="497979" y="384416"/>
                </a:lnTo>
                <a:lnTo>
                  <a:pt x="483679" y="379336"/>
                </a:lnTo>
                <a:lnTo>
                  <a:pt x="480491" y="378066"/>
                </a:lnTo>
                <a:lnTo>
                  <a:pt x="477304" y="376796"/>
                </a:lnTo>
                <a:lnTo>
                  <a:pt x="453682" y="350126"/>
                </a:lnTo>
                <a:lnTo>
                  <a:pt x="453682" y="345046"/>
                </a:lnTo>
                <a:lnTo>
                  <a:pt x="454037" y="336156"/>
                </a:lnTo>
                <a:lnTo>
                  <a:pt x="455079" y="329806"/>
                </a:lnTo>
                <a:lnTo>
                  <a:pt x="456831" y="322186"/>
                </a:lnTo>
                <a:lnTo>
                  <a:pt x="459282" y="317106"/>
                </a:lnTo>
                <a:lnTo>
                  <a:pt x="463003" y="308216"/>
                </a:lnTo>
                <a:lnTo>
                  <a:pt x="499745" y="276466"/>
                </a:lnTo>
                <a:lnTo>
                  <a:pt x="512749" y="270116"/>
                </a:lnTo>
                <a:lnTo>
                  <a:pt x="519684" y="266306"/>
                </a:lnTo>
                <a:lnTo>
                  <a:pt x="526059" y="262496"/>
                </a:lnTo>
                <a:lnTo>
                  <a:pt x="531863" y="258686"/>
                </a:lnTo>
                <a:lnTo>
                  <a:pt x="537768" y="254876"/>
                </a:lnTo>
                <a:lnTo>
                  <a:pt x="540727" y="249796"/>
                </a:lnTo>
                <a:lnTo>
                  <a:pt x="540727" y="238366"/>
                </a:lnTo>
                <a:lnTo>
                  <a:pt x="540207" y="235826"/>
                </a:lnTo>
                <a:lnTo>
                  <a:pt x="540067" y="235127"/>
                </a:lnTo>
                <a:lnTo>
                  <a:pt x="410730" y="235127"/>
                </a:lnTo>
                <a:lnTo>
                  <a:pt x="409003" y="235127"/>
                </a:lnTo>
                <a:lnTo>
                  <a:pt x="404520" y="237096"/>
                </a:lnTo>
                <a:lnTo>
                  <a:pt x="371487" y="261226"/>
                </a:lnTo>
                <a:lnTo>
                  <a:pt x="347992" y="292976"/>
                </a:lnTo>
                <a:lnTo>
                  <a:pt x="336067" y="337426"/>
                </a:lnTo>
                <a:lnTo>
                  <a:pt x="335610" y="348856"/>
                </a:lnTo>
                <a:lnTo>
                  <a:pt x="335724" y="353936"/>
                </a:lnTo>
                <a:lnTo>
                  <a:pt x="335788" y="355206"/>
                </a:lnTo>
                <a:lnTo>
                  <a:pt x="335889" y="357746"/>
                </a:lnTo>
                <a:lnTo>
                  <a:pt x="346659" y="395846"/>
                </a:lnTo>
                <a:lnTo>
                  <a:pt x="374916" y="431406"/>
                </a:lnTo>
                <a:lnTo>
                  <a:pt x="421360" y="459346"/>
                </a:lnTo>
                <a:lnTo>
                  <a:pt x="429628" y="461886"/>
                </a:lnTo>
                <a:lnTo>
                  <a:pt x="437946" y="465696"/>
                </a:lnTo>
                <a:lnTo>
                  <a:pt x="446328" y="468236"/>
                </a:lnTo>
                <a:lnTo>
                  <a:pt x="479196" y="473316"/>
                </a:lnTo>
                <a:lnTo>
                  <a:pt x="498652" y="473316"/>
                </a:lnTo>
                <a:lnTo>
                  <a:pt x="542378" y="464426"/>
                </a:lnTo>
                <a:lnTo>
                  <a:pt x="579526" y="445376"/>
                </a:lnTo>
                <a:lnTo>
                  <a:pt x="609815" y="421246"/>
                </a:lnTo>
                <a:lnTo>
                  <a:pt x="622338" y="407276"/>
                </a:lnTo>
                <a:lnTo>
                  <a:pt x="627913" y="400926"/>
                </a:lnTo>
                <a:lnTo>
                  <a:pt x="633120" y="394576"/>
                </a:lnTo>
                <a:lnTo>
                  <a:pt x="637870" y="388226"/>
                </a:lnTo>
                <a:lnTo>
                  <a:pt x="639572" y="385686"/>
                </a:lnTo>
                <a:lnTo>
                  <a:pt x="642137" y="381876"/>
                </a:lnTo>
                <a:lnTo>
                  <a:pt x="645947" y="375526"/>
                </a:lnTo>
                <a:lnTo>
                  <a:pt x="650824" y="366636"/>
                </a:lnTo>
                <a:lnTo>
                  <a:pt x="654392" y="360286"/>
                </a:lnTo>
                <a:lnTo>
                  <a:pt x="656666" y="353936"/>
                </a:lnTo>
                <a:lnTo>
                  <a:pt x="660196" y="345046"/>
                </a:lnTo>
                <a:lnTo>
                  <a:pt x="661962" y="336156"/>
                </a:lnTo>
                <a:lnTo>
                  <a:pt x="661962" y="32980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2600" y="524722"/>
            <a:ext cx="449628" cy="468630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6584045" y="522442"/>
            <a:ext cx="2328545" cy="473709"/>
            <a:chOff x="6584045" y="522442"/>
            <a:chExt cx="2328545" cy="473709"/>
          </a:xfrm>
        </p:grpSpPr>
        <p:sp>
          <p:nvSpPr>
            <p:cNvPr id="22" name="object 22"/>
            <p:cNvSpPr/>
            <p:nvPr/>
          </p:nvSpPr>
          <p:spPr>
            <a:xfrm>
              <a:off x="6584036" y="522445"/>
              <a:ext cx="1424940" cy="472440"/>
            </a:xfrm>
            <a:custGeom>
              <a:avLst/>
              <a:gdLst/>
              <a:ahLst/>
              <a:cxnLst/>
              <a:rect l="l" t="t" r="r" b="b"/>
              <a:pathLst>
                <a:path w="1424940" h="472440">
                  <a:moveTo>
                    <a:pt x="294957" y="105460"/>
                  </a:moveTo>
                  <a:lnTo>
                    <a:pt x="282397" y="62280"/>
                  </a:lnTo>
                  <a:lnTo>
                    <a:pt x="254431" y="31800"/>
                  </a:lnTo>
                  <a:lnTo>
                    <a:pt x="210248" y="8940"/>
                  </a:lnTo>
                  <a:lnTo>
                    <a:pt x="181800" y="2590"/>
                  </a:lnTo>
                  <a:lnTo>
                    <a:pt x="148501" y="2590"/>
                  </a:lnTo>
                  <a:lnTo>
                    <a:pt x="130352" y="5130"/>
                  </a:lnTo>
                  <a:lnTo>
                    <a:pt x="121196" y="7670"/>
                  </a:lnTo>
                  <a:lnTo>
                    <a:pt x="112052" y="8940"/>
                  </a:lnTo>
                  <a:lnTo>
                    <a:pt x="102933" y="11480"/>
                  </a:lnTo>
                  <a:lnTo>
                    <a:pt x="93827" y="15290"/>
                  </a:lnTo>
                  <a:lnTo>
                    <a:pt x="84823" y="17830"/>
                  </a:lnTo>
                  <a:lnTo>
                    <a:pt x="50761" y="35610"/>
                  </a:lnTo>
                  <a:lnTo>
                    <a:pt x="17132" y="67360"/>
                  </a:lnTo>
                  <a:lnTo>
                    <a:pt x="444" y="109270"/>
                  </a:lnTo>
                  <a:lnTo>
                    <a:pt x="12" y="118160"/>
                  </a:lnTo>
                  <a:lnTo>
                    <a:pt x="88" y="123240"/>
                  </a:lnTo>
                  <a:lnTo>
                    <a:pt x="190" y="125780"/>
                  </a:lnTo>
                  <a:lnTo>
                    <a:pt x="279" y="128320"/>
                  </a:lnTo>
                  <a:lnTo>
                    <a:pt x="330" y="129590"/>
                  </a:lnTo>
                  <a:lnTo>
                    <a:pt x="457" y="130860"/>
                  </a:lnTo>
                  <a:lnTo>
                    <a:pt x="584" y="132130"/>
                  </a:lnTo>
                  <a:lnTo>
                    <a:pt x="711" y="133400"/>
                  </a:lnTo>
                  <a:lnTo>
                    <a:pt x="838" y="134670"/>
                  </a:lnTo>
                  <a:lnTo>
                    <a:pt x="1473" y="141020"/>
                  </a:lnTo>
                  <a:lnTo>
                    <a:pt x="3365" y="151180"/>
                  </a:lnTo>
                  <a:lnTo>
                    <a:pt x="23736" y="193090"/>
                  </a:lnTo>
                  <a:lnTo>
                    <a:pt x="36639" y="207060"/>
                  </a:lnTo>
                  <a:lnTo>
                    <a:pt x="44018" y="214680"/>
                  </a:lnTo>
                  <a:lnTo>
                    <a:pt x="52019" y="219760"/>
                  </a:lnTo>
                  <a:lnTo>
                    <a:pt x="59728" y="224840"/>
                  </a:lnTo>
                  <a:lnTo>
                    <a:pt x="66243" y="228650"/>
                  </a:lnTo>
                  <a:lnTo>
                    <a:pt x="71551" y="231190"/>
                  </a:lnTo>
                  <a:lnTo>
                    <a:pt x="74714" y="231190"/>
                  </a:lnTo>
                  <a:lnTo>
                    <a:pt x="204343" y="231190"/>
                  </a:lnTo>
                  <a:lnTo>
                    <a:pt x="204076" y="229920"/>
                  </a:lnTo>
                  <a:lnTo>
                    <a:pt x="199936" y="222300"/>
                  </a:lnTo>
                  <a:lnTo>
                    <a:pt x="197396" y="219760"/>
                  </a:lnTo>
                  <a:lnTo>
                    <a:pt x="191389" y="213410"/>
                  </a:lnTo>
                  <a:lnTo>
                    <a:pt x="188074" y="210870"/>
                  </a:lnTo>
                  <a:lnTo>
                    <a:pt x="180822" y="205790"/>
                  </a:lnTo>
                  <a:lnTo>
                    <a:pt x="177139" y="204520"/>
                  </a:lnTo>
                  <a:lnTo>
                    <a:pt x="168541" y="198170"/>
                  </a:lnTo>
                  <a:lnTo>
                    <a:pt x="163614" y="195630"/>
                  </a:lnTo>
                  <a:lnTo>
                    <a:pt x="158648" y="191820"/>
                  </a:lnTo>
                  <a:lnTo>
                    <a:pt x="153771" y="188010"/>
                  </a:lnTo>
                  <a:lnTo>
                    <a:pt x="149428" y="185470"/>
                  </a:lnTo>
                  <a:lnTo>
                    <a:pt x="145592" y="180390"/>
                  </a:lnTo>
                  <a:lnTo>
                    <a:pt x="141859" y="176580"/>
                  </a:lnTo>
                  <a:lnTo>
                    <a:pt x="138849" y="171500"/>
                  </a:lnTo>
                  <a:lnTo>
                    <a:pt x="136575" y="166420"/>
                  </a:lnTo>
                  <a:lnTo>
                    <a:pt x="134391" y="161340"/>
                  </a:lnTo>
                  <a:lnTo>
                    <a:pt x="133311" y="156260"/>
                  </a:lnTo>
                  <a:lnTo>
                    <a:pt x="133311" y="143560"/>
                  </a:lnTo>
                  <a:lnTo>
                    <a:pt x="172999" y="121970"/>
                  </a:lnTo>
                  <a:lnTo>
                    <a:pt x="191541" y="121970"/>
                  </a:lnTo>
                  <a:lnTo>
                    <a:pt x="223456" y="128320"/>
                  </a:lnTo>
                  <a:lnTo>
                    <a:pt x="229158" y="130860"/>
                  </a:lnTo>
                  <a:lnTo>
                    <a:pt x="245999" y="134670"/>
                  </a:lnTo>
                  <a:lnTo>
                    <a:pt x="267385" y="134670"/>
                  </a:lnTo>
                  <a:lnTo>
                    <a:pt x="271945" y="132130"/>
                  </a:lnTo>
                  <a:lnTo>
                    <a:pt x="276504" y="130860"/>
                  </a:lnTo>
                  <a:lnTo>
                    <a:pt x="280962" y="128320"/>
                  </a:lnTo>
                  <a:lnTo>
                    <a:pt x="285318" y="124510"/>
                  </a:lnTo>
                  <a:lnTo>
                    <a:pt x="289052" y="121970"/>
                  </a:lnTo>
                  <a:lnTo>
                    <a:pt x="291592" y="118160"/>
                  </a:lnTo>
                  <a:lnTo>
                    <a:pt x="292735" y="114350"/>
                  </a:lnTo>
                  <a:lnTo>
                    <a:pt x="294284" y="109270"/>
                  </a:lnTo>
                  <a:lnTo>
                    <a:pt x="294957" y="105460"/>
                  </a:lnTo>
                  <a:close/>
                </a:path>
                <a:path w="1424940" h="472440">
                  <a:moveTo>
                    <a:pt x="326351" y="326440"/>
                  </a:moveTo>
                  <a:lnTo>
                    <a:pt x="306146" y="297230"/>
                  </a:lnTo>
                  <a:lnTo>
                    <a:pt x="298843" y="298500"/>
                  </a:lnTo>
                  <a:lnTo>
                    <a:pt x="290753" y="302310"/>
                  </a:lnTo>
                  <a:lnTo>
                    <a:pt x="284695" y="306120"/>
                  </a:lnTo>
                  <a:lnTo>
                    <a:pt x="272567" y="316280"/>
                  </a:lnTo>
                  <a:lnTo>
                    <a:pt x="266509" y="323900"/>
                  </a:lnTo>
                  <a:lnTo>
                    <a:pt x="254977" y="337870"/>
                  </a:lnTo>
                  <a:lnTo>
                    <a:pt x="220040" y="367080"/>
                  </a:lnTo>
                  <a:lnTo>
                    <a:pt x="176517" y="382320"/>
                  </a:lnTo>
                  <a:lnTo>
                    <a:pt x="169468" y="381050"/>
                  </a:lnTo>
                  <a:lnTo>
                    <a:pt x="162369" y="381050"/>
                  </a:lnTo>
                  <a:lnTo>
                    <a:pt x="148069" y="375970"/>
                  </a:lnTo>
                  <a:lnTo>
                    <a:pt x="144894" y="374700"/>
                  </a:lnTo>
                  <a:lnTo>
                    <a:pt x="141706" y="373430"/>
                  </a:lnTo>
                  <a:lnTo>
                    <a:pt x="118071" y="346760"/>
                  </a:lnTo>
                  <a:lnTo>
                    <a:pt x="118071" y="341680"/>
                  </a:lnTo>
                  <a:lnTo>
                    <a:pt x="118427" y="332790"/>
                  </a:lnTo>
                  <a:lnTo>
                    <a:pt x="119481" y="326440"/>
                  </a:lnTo>
                  <a:lnTo>
                    <a:pt x="121221" y="318820"/>
                  </a:lnTo>
                  <a:lnTo>
                    <a:pt x="123672" y="313740"/>
                  </a:lnTo>
                  <a:lnTo>
                    <a:pt x="127406" y="304850"/>
                  </a:lnTo>
                  <a:lnTo>
                    <a:pt x="131178" y="299770"/>
                  </a:lnTo>
                  <a:lnTo>
                    <a:pt x="132118" y="298500"/>
                  </a:lnTo>
                  <a:lnTo>
                    <a:pt x="143624" y="287070"/>
                  </a:lnTo>
                  <a:lnTo>
                    <a:pt x="150037" y="281990"/>
                  </a:lnTo>
                  <a:lnTo>
                    <a:pt x="164134" y="273100"/>
                  </a:lnTo>
                  <a:lnTo>
                    <a:pt x="170815" y="269290"/>
                  </a:lnTo>
                  <a:lnTo>
                    <a:pt x="177139" y="266750"/>
                  </a:lnTo>
                  <a:lnTo>
                    <a:pt x="184086" y="262940"/>
                  </a:lnTo>
                  <a:lnTo>
                    <a:pt x="190449" y="259130"/>
                  </a:lnTo>
                  <a:lnTo>
                    <a:pt x="196253" y="255320"/>
                  </a:lnTo>
                  <a:lnTo>
                    <a:pt x="202158" y="251510"/>
                  </a:lnTo>
                  <a:lnTo>
                    <a:pt x="205117" y="246430"/>
                  </a:lnTo>
                  <a:lnTo>
                    <a:pt x="205117" y="235000"/>
                  </a:lnTo>
                  <a:lnTo>
                    <a:pt x="204597" y="232460"/>
                  </a:lnTo>
                  <a:lnTo>
                    <a:pt x="204457" y="231762"/>
                  </a:lnTo>
                  <a:lnTo>
                    <a:pt x="75120" y="231762"/>
                  </a:lnTo>
                  <a:lnTo>
                    <a:pt x="73406" y="231762"/>
                  </a:lnTo>
                  <a:lnTo>
                    <a:pt x="68910" y="233730"/>
                  </a:lnTo>
                  <a:lnTo>
                    <a:pt x="35890" y="257860"/>
                  </a:lnTo>
                  <a:lnTo>
                    <a:pt x="12382" y="289610"/>
                  </a:lnTo>
                  <a:lnTo>
                    <a:pt x="457" y="334060"/>
                  </a:lnTo>
                  <a:lnTo>
                    <a:pt x="0" y="345490"/>
                  </a:lnTo>
                  <a:lnTo>
                    <a:pt x="114" y="350570"/>
                  </a:lnTo>
                  <a:lnTo>
                    <a:pt x="177" y="351840"/>
                  </a:lnTo>
                  <a:lnTo>
                    <a:pt x="292" y="354380"/>
                  </a:lnTo>
                  <a:lnTo>
                    <a:pt x="11049" y="392480"/>
                  </a:lnTo>
                  <a:lnTo>
                    <a:pt x="39319" y="428040"/>
                  </a:lnTo>
                  <a:lnTo>
                    <a:pt x="85750" y="455980"/>
                  </a:lnTo>
                  <a:lnTo>
                    <a:pt x="94018" y="458520"/>
                  </a:lnTo>
                  <a:lnTo>
                    <a:pt x="102336" y="462330"/>
                  </a:lnTo>
                  <a:lnTo>
                    <a:pt x="110718" y="464870"/>
                  </a:lnTo>
                  <a:lnTo>
                    <a:pt x="143586" y="469950"/>
                  </a:lnTo>
                  <a:lnTo>
                    <a:pt x="163042" y="469950"/>
                  </a:lnTo>
                  <a:lnTo>
                    <a:pt x="206768" y="461060"/>
                  </a:lnTo>
                  <a:lnTo>
                    <a:pt x="243916" y="442010"/>
                  </a:lnTo>
                  <a:lnTo>
                    <a:pt x="274218" y="417880"/>
                  </a:lnTo>
                  <a:lnTo>
                    <a:pt x="286727" y="403910"/>
                  </a:lnTo>
                  <a:lnTo>
                    <a:pt x="292315" y="397560"/>
                  </a:lnTo>
                  <a:lnTo>
                    <a:pt x="315214" y="363270"/>
                  </a:lnTo>
                  <a:lnTo>
                    <a:pt x="318782" y="356920"/>
                  </a:lnTo>
                  <a:lnTo>
                    <a:pt x="321068" y="350570"/>
                  </a:lnTo>
                  <a:lnTo>
                    <a:pt x="324586" y="341680"/>
                  </a:lnTo>
                  <a:lnTo>
                    <a:pt x="326351" y="332790"/>
                  </a:lnTo>
                  <a:lnTo>
                    <a:pt x="326351" y="326440"/>
                  </a:lnTo>
                  <a:close/>
                </a:path>
                <a:path w="1424940" h="472440">
                  <a:moveTo>
                    <a:pt x="716381" y="53340"/>
                  </a:moveTo>
                  <a:lnTo>
                    <a:pt x="715098" y="41910"/>
                  </a:lnTo>
                  <a:lnTo>
                    <a:pt x="713676" y="36830"/>
                  </a:lnTo>
                  <a:lnTo>
                    <a:pt x="712266" y="31750"/>
                  </a:lnTo>
                  <a:lnTo>
                    <a:pt x="677595" y="1270"/>
                  </a:lnTo>
                  <a:lnTo>
                    <a:pt x="670661" y="0"/>
                  </a:lnTo>
                  <a:lnTo>
                    <a:pt x="663968" y="0"/>
                  </a:lnTo>
                  <a:lnTo>
                    <a:pt x="651230" y="2540"/>
                  </a:lnTo>
                  <a:lnTo>
                    <a:pt x="645833" y="6121"/>
                  </a:lnTo>
                  <a:lnTo>
                    <a:pt x="645833" y="114300"/>
                  </a:lnTo>
                  <a:lnTo>
                    <a:pt x="645744" y="115570"/>
                  </a:lnTo>
                  <a:lnTo>
                    <a:pt x="645718" y="115887"/>
                  </a:lnTo>
                  <a:lnTo>
                    <a:pt x="645833" y="114300"/>
                  </a:lnTo>
                  <a:lnTo>
                    <a:pt x="645833" y="6121"/>
                  </a:lnTo>
                  <a:lnTo>
                    <a:pt x="620458" y="38100"/>
                  </a:lnTo>
                  <a:lnTo>
                    <a:pt x="612013" y="83820"/>
                  </a:lnTo>
                  <a:lnTo>
                    <a:pt x="608253" y="116840"/>
                  </a:lnTo>
                  <a:lnTo>
                    <a:pt x="607187" y="127000"/>
                  </a:lnTo>
                  <a:lnTo>
                    <a:pt x="607085" y="128270"/>
                  </a:lnTo>
                  <a:lnTo>
                    <a:pt x="606983" y="129540"/>
                  </a:lnTo>
                  <a:lnTo>
                    <a:pt x="606869" y="130810"/>
                  </a:lnTo>
                  <a:lnTo>
                    <a:pt x="606234" y="138430"/>
                  </a:lnTo>
                  <a:lnTo>
                    <a:pt x="606158" y="139700"/>
                  </a:lnTo>
                  <a:lnTo>
                    <a:pt x="606069" y="140970"/>
                  </a:lnTo>
                  <a:lnTo>
                    <a:pt x="605993" y="142240"/>
                  </a:lnTo>
                  <a:lnTo>
                    <a:pt x="605904" y="143510"/>
                  </a:lnTo>
                  <a:lnTo>
                    <a:pt x="605815" y="144780"/>
                  </a:lnTo>
                  <a:lnTo>
                    <a:pt x="603605" y="186690"/>
                  </a:lnTo>
                  <a:lnTo>
                    <a:pt x="603529" y="189230"/>
                  </a:lnTo>
                  <a:lnTo>
                    <a:pt x="603300" y="196850"/>
                  </a:lnTo>
                  <a:lnTo>
                    <a:pt x="603199" y="201930"/>
                  </a:lnTo>
                  <a:lnTo>
                    <a:pt x="603059" y="210820"/>
                  </a:lnTo>
                  <a:lnTo>
                    <a:pt x="603161" y="241300"/>
                  </a:lnTo>
                  <a:lnTo>
                    <a:pt x="604189" y="273418"/>
                  </a:lnTo>
                  <a:lnTo>
                    <a:pt x="601129" y="266700"/>
                  </a:lnTo>
                  <a:lnTo>
                    <a:pt x="577354" y="218440"/>
                  </a:lnTo>
                  <a:lnTo>
                    <a:pt x="576110" y="215900"/>
                  </a:lnTo>
                  <a:lnTo>
                    <a:pt x="563676" y="189230"/>
                  </a:lnTo>
                  <a:lnTo>
                    <a:pt x="540004" y="139700"/>
                  </a:lnTo>
                  <a:lnTo>
                    <a:pt x="529323" y="116840"/>
                  </a:lnTo>
                  <a:lnTo>
                    <a:pt x="522973" y="104140"/>
                  </a:lnTo>
                  <a:lnTo>
                    <a:pt x="517004" y="90170"/>
                  </a:lnTo>
                  <a:lnTo>
                    <a:pt x="511403" y="78740"/>
                  </a:lnTo>
                  <a:lnTo>
                    <a:pt x="506158" y="68580"/>
                  </a:lnTo>
                  <a:lnTo>
                    <a:pt x="496100" y="46990"/>
                  </a:lnTo>
                  <a:lnTo>
                    <a:pt x="474421" y="13970"/>
                  </a:lnTo>
                  <a:lnTo>
                    <a:pt x="453936" y="3810"/>
                  </a:lnTo>
                  <a:lnTo>
                    <a:pt x="451967" y="2540"/>
                  </a:lnTo>
                  <a:lnTo>
                    <a:pt x="449021" y="2540"/>
                  </a:lnTo>
                  <a:lnTo>
                    <a:pt x="445084" y="1270"/>
                  </a:lnTo>
                  <a:lnTo>
                    <a:pt x="437718" y="0"/>
                  </a:lnTo>
                  <a:lnTo>
                    <a:pt x="430682" y="0"/>
                  </a:lnTo>
                  <a:lnTo>
                    <a:pt x="417207" y="2540"/>
                  </a:lnTo>
                  <a:lnTo>
                    <a:pt x="388188" y="31750"/>
                  </a:lnTo>
                  <a:lnTo>
                    <a:pt x="378358" y="74930"/>
                  </a:lnTo>
                  <a:lnTo>
                    <a:pt x="375196" y="96520"/>
                  </a:lnTo>
                  <a:lnTo>
                    <a:pt x="373811" y="106680"/>
                  </a:lnTo>
                  <a:lnTo>
                    <a:pt x="370192" y="143510"/>
                  </a:lnTo>
                  <a:lnTo>
                    <a:pt x="370103" y="144780"/>
                  </a:lnTo>
                  <a:lnTo>
                    <a:pt x="367449" y="189230"/>
                  </a:lnTo>
                  <a:lnTo>
                    <a:pt x="366877" y="210820"/>
                  </a:lnTo>
                  <a:lnTo>
                    <a:pt x="366979" y="247650"/>
                  </a:lnTo>
                  <a:lnTo>
                    <a:pt x="369392" y="299720"/>
                  </a:lnTo>
                  <a:lnTo>
                    <a:pt x="374929" y="353060"/>
                  </a:lnTo>
                  <a:lnTo>
                    <a:pt x="381749" y="393700"/>
                  </a:lnTo>
                  <a:lnTo>
                    <a:pt x="391655" y="431800"/>
                  </a:lnTo>
                  <a:lnTo>
                    <a:pt x="415137" y="469900"/>
                  </a:lnTo>
                  <a:lnTo>
                    <a:pt x="420420" y="472440"/>
                  </a:lnTo>
                  <a:lnTo>
                    <a:pt x="434505" y="472440"/>
                  </a:lnTo>
                  <a:lnTo>
                    <a:pt x="455447" y="436880"/>
                  </a:lnTo>
                  <a:lnTo>
                    <a:pt x="456539" y="427990"/>
                  </a:lnTo>
                  <a:lnTo>
                    <a:pt x="457301" y="412750"/>
                  </a:lnTo>
                  <a:lnTo>
                    <a:pt x="457415" y="410210"/>
                  </a:lnTo>
                  <a:lnTo>
                    <a:pt x="457619" y="405130"/>
                  </a:lnTo>
                  <a:lnTo>
                    <a:pt x="457682" y="402590"/>
                  </a:lnTo>
                  <a:lnTo>
                    <a:pt x="457822" y="397510"/>
                  </a:lnTo>
                  <a:lnTo>
                    <a:pt x="457923" y="387350"/>
                  </a:lnTo>
                  <a:lnTo>
                    <a:pt x="458139" y="386080"/>
                  </a:lnTo>
                  <a:lnTo>
                    <a:pt x="459219" y="361950"/>
                  </a:lnTo>
                  <a:lnTo>
                    <a:pt x="459968" y="349250"/>
                  </a:lnTo>
                  <a:lnTo>
                    <a:pt x="461429" y="326390"/>
                  </a:lnTo>
                  <a:lnTo>
                    <a:pt x="462292" y="314960"/>
                  </a:lnTo>
                  <a:lnTo>
                    <a:pt x="463308" y="302260"/>
                  </a:lnTo>
                  <a:lnTo>
                    <a:pt x="464197" y="290830"/>
                  </a:lnTo>
                  <a:lnTo>
                    <a:pt x="465315" y="278130"/>
                  </a:lnTo>
                  <a:lnTo>
                    <a:pt x="466255" y="266700"/>
                  </a:lnTo>
                  <a:lnTo>
                    <a:pt x="467321" y="255270"/>
                  </a:lnTo>
                  <a:lnTo>
                    <a:pt x="469849" y="227330"/>
                  </a:lnTo>
                  <a:lnTo>
                    <a:pt x="469785" y="225386"/>
                  </a:lnTo>
                  <a:lnTo>
                    <a:pt x="469988" y="226060"/>
                  </a:lnTo>
                  <a:lnTo>
                    <a:pt x="487349" y="260350"/>
                  </a:lnTo>
                  <a:lnTo>
                    <a:pt x="513003" y="306070"/>
                  </a:lnTo>
                  <a:lnTo>
                    <a:pt x="521550" y="320040"/>
                  </a:lnTo>
                  <a:lnTo>
                    <a:pt x="530034" y="334010"/>
                  </a:lnTo>
                  <a:lnTo>
                    <a:pt x="538416" y="346710"/>
                  </a:lnTo>
                  <a:lnTo>
                    <a:pt x="546671" y="359410"/>
                  </a:lnTo>
                  <a:lnTo>
                    <a:pt x="554812" y="370840"/>
                  </a:lnTo>
                  <a:lnTo>
                    <a:pt x="562825" y="382270"/>
                  </a:lnTo>
                  <a:lnTo>
                    <a:pt x="570547" y="392430"/>
                  </a:lnTo>
                  <a:lnTo>
                    <a:pt x="577977" y="402590"/>
                  </a:lnTo>
                  <a:lnTo>
                    <a:pt x="592289" y="417830"/>
                  </a:lnTo>
                  <a:lnTo>
                    <a:pt x="599186" y="425450"/>
                  </a:lnTo>
                  <a:lnTo>
                    <a:pt x="605815" y="433070"/>
                  </a:lnTo>
                  <a:lnTo>
                    <a:pt x="612165" y="438150"/>
                  </a:lnTo>
                  <a:lnTo>
                    <a:pt x="618324" y="443230"/>
                  </a:lnTo>
                  <a:lnTo>
                    <a:pt x="624205" y="448310"/>
                  </a:lnTo>
                  <a:lnTo>
                    <a:pt x="629818" y="452120"/>
                  </a:lnTo>
                  <a:lnTo>
                    <a:pt x="635165" y="455930"/>
                  </a:lnTo>
                  <a:lnTo>
                    <a:pt x="642112" y="459740"/>
                  </a:lnTo>
                  <a:lnTo>
                    <a:pt x="648741" y="462280"/>
                  </a:lnTo>
                  <a:lnTo>
                    <a:pt x="661377" y="464820"/>
                  </a:lnTo>
                  <a:lnTo>
                    <a:pt x="666826" y="464820"/>
                  </a:lnTo>
                  <a:lnTo>
                    <a:pt x="671385" y="461010"/>
                  </a:lnTo>
                  <a:lnTo>
                    <a:pt x="675627" y="458470"/>
                  </a:lnTo>
                  <a:lnTo>
                    <a:pt x="678789" y="454660"/>
                  </a:lnTo>
                  <a:lnTo>
                    <a:pt x="680859" y="450850"/>
                  </a:lnTo>
                  <a:lnTo>
                    <a:pt x="683044" y="447040"/>
                  </a:lnTo>
                  <a:lnTo>
                    <a:pt x="688479" y="421640"/>
                  </a:lnTo>
                  <a:lnTo>
                    <a:pt x="689102" y="416560"/>
                  </a:lnTo>
                  <a:lnTo>
                    <a:pt x="689521" y="411480"/>
                  </a:lnTo>
                  <a:lnTo>
                    <a:pt x="689571" y="410210"/>
                  </a:lnTo>
                  <a:lnTo>
                    <a:pt x="690346" y="391160"/>
                  </a:lnTo>
                  <a:lnTo>
                    <a:pt x="690448" y="381000"/>
                  </a:lnTo>
                  <a:lnTo>
                    <a:pt x="690651" y="378460"/>
                  </a:lnTo>
                  <a:lnTo>
                    <a:pt x="691337" y="364490"/>
                  </a:lnTo>
                  <a:lnTo>
                    <a:pt x="692137" y="349250"/>
                  </a:lnTo>
                  <a:lnTo>
                    <a:pt x="693039" y="334010"/>
                  </a:lnTo>
                  <a:lnTo>
                    <a:pt x="694080" y="317500"/>
                  </a:lnTo>
                  <a:lnTo>
                    <a:pt x="695566" y="297180"/>
                  </a:lnTo>
                  <a:lnTo>
                    <a:pt x="695655" y="295910"/>
                  </a:lnTo>
                  <a:lnTo>
                    <a:pt x="698842" y="255270"/>
                  </a:lnTo>
                  <a:lnTo>
                    <a:pt x="702640" y="210820"/>
                  </a:lnTo>
                  <a:lnTo>
                    <a:pt x="704024" y="196850"/>
                  </a:lnTo>
                  <a:lnTo>
                    <a:pt x="705396" y="181610"/>
                  </a:lnTo>
                  <a:lnTo>
                    <a:pt x="709053" y="144780"/>
                  </a:lnTo>
                  <a:lnTo>
                    <a:pt x="709180" y="143510"/>
                  </a:lnTo>
                  <a:lnTo>
                    <a:pt x="709307" y="142240"/>
                  </a:lnTo>
                  <a:lnTo>
                    <a:pt x="710501" y="130810"/>
                  </a:lnTo>
                  <a:lnTo>
                    <a:pt x="711593" y="120650"/>
                  </a:lnTo>
                  <a:lnTo>
                    <a:pt x="711708" y="119380"/>
                  </a:lnTo>
                  <a:lnTo>
                    <a:pt x="711822" y="118110"/>
                  </a:lnTo>
                  <a:lnTo>
                    <a:pt x="711936" y="116840"/>
                  </a:lnTo>
                  <a:lnTo>
                    <a:pt x="712038" y="115570"/>
                  </a:lnTo>
                  <a:lnTo>
                    <a:pt x="712152" y="114300"/>
                  </a:lnTo>
                  <a:lnTo>
                    <a:pt x="712597" y="109220"/>
                  </a:lnTo>
                  <a:lnTo>
                    <a:pt x="713498" y="100330"/>
                  </a:lnTo>
                  <a:lnTo>
                    <a:pt x="713600" y="99060"/>
                  </a:lnTo>
                  <a:lnTo>
                    <a:pt x="713701" y="97790"/>
                  </a:lnTo>
                  <a:lnTo>
                    <a:pt x="713803" y="96520"/>
                  </a:lnTo>
                  <a:lnTo>
                    <a:pt x="714311" y="90170"/>
                  </a:lnTo>
                  <a:lnTo>
                    <a:pt x="715022" y="82550"/>
                  </a:lnTo>
                  <a:lnTo>
                    <a:pt x="715098" y="81280"/>
                  </a:lnTo>
                  <a:lnTo>
                    <a:pt x="715187" y="80010"/>
                  </a:lnTo>
                  <a:lnTo>
                    <a:pt x="715276" y="78740"/>
                  </a:lnTo>
                  <a:lnTo>
                    <a:pt x="716140" y="66040"/>
                  </a:lnTo>
                  <a:lnTo>
                    <a:pt x="716191" y="63500"/>
                  </a:lnTo>
                  <a:lnTo>
                    <a:pt x="716318" y="57150"/>
                  </a:lnTo>
                  <a:lnTo>
                    <a:pt x="716381" y="53340"/>
                  </a:lnTo>
                  <a:close/>
                </a:path>
                <a:path w="1424940" h="472440">
                  <a:moveTo>
                    <a:pt x="1062748" y="55333"/>
                  </a:moveTo>
                  <a:lnTo>
                    <a:pt x="1060411" y="49847"/>
                  </a:lnTo>
                  <a:lnTo>
                    <a:pt x="1055751" y="45491"/>
                  </a:lnTo>
                  <a:lnTo>
                    <a:pt x="1051090" y="41033"/>
                  </a:lnTo>
                  <a:lnTo>
                    <a:pt x="1005547" y="24079"/>
                  </a:lnTo>
                  <a:lnTo>
                    <a:pt x="952157" y="15062"/>
                  </a:lnTo>
                  <a:lnTo>
                    <a:pt x="911529" y="11036"/>
                  </a:lnTo>
                  <a:lnTo>
                    <a:pt x="872502" y="8699"/>
                  </a:lnTo>
                  <a:lnTo>
                    <a:pt x="872502" y="242570"/>
                  </a:lnTo>
                  <a:lnTo>
                    <a:pt x="872502" y="242773"/>
                  </a:lnTo>
                  <a:lnTo>
                    <a:pt x="872312" y="248386"/>
                  </a:lnTo>
                  <a:lnTo>
                    <a:pt x="872502" y="242570"/>
                  </a:lnTo>
                  <a:lnTo>
                    <a:pt x="872502" y="8699"/>
                  </a:lnTo>
                  <a:lnTo>
                    <a:pt x="868235" y="8483"/>
                  </a:lnTo>
                  <a:lnTo>
                    <a:pt x="866063" y="8420"/>
                  </a:lnTo>
                  <a:lnTo>
                    <a:pt x="866063" y="207860"/>
                  </a:lnTo>
                  <a:lnTo>
                    <a:pt x="865746" y="216458"/>
                  </a:lnTo>
                  <a:lnTo>
                    <a:pt x="865466" y="223545"/>
                  </a:lnTo>
                  <a:lnTo>
                    <a:pt x="866063" y="207860"/>
                  </a:lnTo>
                  <a:lnTo>
                    <a:pt x="866063" y="8420"/>
                  </a:lnTo>
                  <a:lnTo>
                    <a:pt x="865276" y="8394"/>
                  </a:lnTo>
                  <a:lnTo>
                    <a:pt x="865276" y="228498"/>
                  </a:lnTo>
                  <a:lnTo>
                    <a:pt x="865251" y="229438"/>
                  </a:lnTo>
                  <a:lnTo>
                    <a:pt x="864679" y="242773"/>
                  </a:lnTo>
                  <a:lnTo>
                    <a:pt x="864438" y="248386"/>
                  </a:lnTo>
                  <a:lnTo>
                    <a:pt x="865276" y="228498"/>
                  </a:lnTo>
                  <a:lnTo>
                    <a:pt x="865276" y="8394"/>
                  </a:lnTo>
                  <a:lnTo>
                    <a:pt x="857745" y="8153"/>
                  </a:lnTo>
                  <a:lnTo>
                    <a:pt x="847559" y="7950"/>
                  </a:lnTo>
                  <a:lnTo>
                    <a:pt x="821766" y="7950"/>
                  </a:lnTo>
                  <a:lnTo>
                    <a:pt x="810945" y="8712"/>
                  </a:lnTo>
                  <a:lnTo>
                    <a:pt x="804710" y="9563"/>
                  </a:lnTo>
                  <a:lnTo>
                    <a:pt x="804443" y="9563"/>
                  </a:lnTo>
                  <a:lnTo>
                    <a:pt x="762774" y="28549"/>
                  </a:lnTo>
                  <a:lnTo>
                    <a:pt x="748779" y="54089"/>
                  </a:lnTo>
                  <a:lnTo>
                    <a:pt x="748779" y="69532"/>
                  </a:lnTo>
                  <a:lnTo>
                    <a:pt x="774712" y="104863"/>
                  </a:lnTo>
                  <a:lnTo>
                    <a:pt x="811009" y="114858"/>
                  </a:lnTo>
                  <a:lnTo>
                    <a:pt x="843470" y="114858"/>
                  </a:lnTo>
                  <a:lnTo>
                    <a:pt x="849350" y="114655"/>
                  </a:lnTo>
                  <a:lnTo>
                    <a:pt x="849312" y="114858"/>
                  </a:lnTo>
                  <a:lnTo>
                    <a:pt x="842822" y="168592"/>
                  </a:lnTo>
                  <a:lnTo>
                    <a:pt x="840473" y="207860"/>
                  </a:lnTo>
                  <a:lnTo>
                    <a:pt x="840041" y="256921"/>
                  </a:lnTo>
                  <a:lnTo>
                    <a:pt x="840562" y="273697"/>
                  </a:lnTo>
                  <a:lnTo>
                    <a:pt x="841438" y="290410"/>
                  </a:lnTo>
                  <a:lnTo>
                    <a:pt x="841540" y="291846"/>
                  </a:lnTo>
                  <a:lnTo>
                    <a:pt x="841629" y="293039"/>
                  </a:lnTo>
                  <a:lnTo>
                    <a:pt x="842657" y="307073"/>
                  </a:lnTo>
                  <a:lnTo>
                    <a:pt x="848690" y="355422"/>
                  </a:lnTo>
                  <a:lnTo>
                    <a:pt x="856576" y="393217"/>
                  </a:lnTo>
                  <a:lnTo>
                    <a:pt x="871296" y="434644"/>
                  </a:lnTo>
                  <a:lnTo>
                    <a:pt x="900061" y="465455"/>
                  </a:lnTo>
                  <a:lnTo>
                    <a:pt x="914476" y="465455"/>
                  </a:lnTo>
                  <a:lnTo>
                    <a:pt x="937729" y="431368"/>
                  </a:lnTo>
                  <a:lnTo>
                    <a:pt x="940371" y="386651"/>
                  </a:lnTo>
                  <a:lnTo>
                    <a:pt x="940587" y="385102"/>
                  </a:lnTo>
                  <a:lnTo>
                    <a:pt x="943140" y="342468"/>
                  </a:lnTo>
                  <a:lnTo>
                    <a:pt x="946912" y="299300"/>
                  </a:lnTo>
                  <a:lnTo>
                    <a:pt x="947521" y="293039"/>
                  </a:lnTo>
                  <a:lnTo>
                    <a:pt x="947635" y="291846"/>
                  </a:lnTo>
                  <a:lnTo>
                    <a:pt x="952804" y="242570"/>
                  </a:lnTo>
                  <a:lnTo>
                    <a:pt x="957592" y="202057"/>
                  </a:lnTo>
                  <a:lnTo>
                    <a:pt x="962342" y="164553"/>
                  </a:lnTo>
                  <a:lnTo>
                    <a:pt x="963561" y="154851"/>
                  </a:lnTo>
                  <a:lnTo>
                    <a:pt x="965809" y="136512"/>
                  </a:lnTo>
                  <a:lnTo>
                    <a:pt x="968413" y="114655"/>
                  </a:lnTo>
                  <a:lnTo>
                    <a:pt x="968476" y="114147"/>
                  </a:lnTo>
                  <a:lnTo>
                    <a:pt x="969111" y="108648"/>
                  </a:lnTo>
                  <a:lnTo>
                    <a:pt x="969492" y="105181"/>
                  </a:lnTo>
                  <a:lnTo>
                    <a:pt x="971359" y="104863"/>
                  </a:lnTo>
                  <a:lnTo>
                    <a:pt x="1012799" y="98069"/>
                  </a:lnTo>
                  <a:lnTo>
                    <a:pt x="1053299" y="80937"/>
                  </a:lnTo>
                  <a:lnTo>
                    <a:pt x="1062367" y="64452"/>
                  </a:lnTo>
                  <a:lnTo>
                    <a:pt x="1062494" y="63627"/>
                  </a:lnTo>
                  <a:lnTo>
                    <a:pt x="1062697" y="62280"/>
                  </a:lnTo>
                  <a:lnTo>
                    <a:pt x="1062748" y="55333"/>
                  </a:lnTo>
                  <a:close/>
                </a:path>
                <a:path w="1424940" h="472440">
                  <a:moveTo>
                    <a:pt x="1424889" y="299377"/>
                  </a:moveTo>
                  <a:lnTo>
                    <a:pt x="1424774" y="272567"/>
                  </a:lnTo>
                  <a:lnTo>
                    <a:pt x="1424673" y="269303"/>
                  </a:lnTo>
                  <a:lnTo>
                    <a:pt x="1424584" y="266306"/>
                  </a:lnTo>
                  <a:lnTo>
                    <a:pt x="1424495" y="263499"/>
                  </a:lnTo>
                  <a:lnTo>
                    <a:pt x="1424393" y="260286"/>
                  </a:lnTo>
                  <a:lnTo>
                    <a:pt x="1424292" y="257187"/>
                  </a:lnTo>
                  <a:lnTo>
                    <a:pt x="1420787" y="209727"/>
                  </a:lnTo>
                  <a:lnTo>
                    <a:pt x="1413764" y="163766"/>
                  </a:lnTo>
                  <a:lnTo>
                    <a:pt x="1402892" y="120434"/>
                  </a:lnTo>
                  <a:lnTo>
                    <a:pt x="1397571" y="104559"/>
                  </a:lnTo>
                  <a:lnTo>
                    <a:pt x="1393444" y="93510"/>
                  </a:lnTo>
                  <a:lnTo>
                    <a:pt x="1375283" y="57302"/>
                  </a:lnTo>
                  <a:lnTo>
                    <a:pt x="1370711" y="50469"/>
                  </a:lnTo>
                  <a:lnTo>
                    <a:pt x="1367409" y="46151"/>
                  </a:lnTo>
                  <a:lnTo>
                    <a:pt x="1331544" y="17830"/>
                  </a:lnTo>
                  <a:lnTo>
                    <a:pt x="1313522" y="9982"/>
                  </a:lnTo>
                  <a:lnTo>
                    <a:pt x="1313522" y="272567"/>
                  </a:lnTo>
                  <a:lnTo>
                    <a:pt x="1311186" y="265988"/>
                  </a:lnTo>
                  <a:lnTo>
                    <a:pt x="1307147" y="264960"/>
                  </a:lnTo>
                  <a:lnTo>
                    <a:pt x="1301965" y="263499"/>
                  </a:lnTo>
                  <a:lnTo>
                    <a:pt x="1290053" y="260286"/>
                  </a:lnTo>
                  <a:lnTo>
                    <a:pt x="1285697" y="259359"/>
                  </a:lnTo>
                  <a:lnTo>
                    <a:pt x="1279791" y="258483"/>
                  </a:lnTo>
                  <a:lnTo>
                    <a:pt x="1272324" y="257644"/>
                  </a:lnTo>
                  <a:lnTo>
                    <a:pt x="1264869" y="256717"/>
                  </a:lnTo>
                  <a:lnTo>
                    <a:pt x="1256677" y="255943"/>
                  </a:lnTo>
                  <a:lnTo>
                    <a:pt x="1241031" y="254863"/>
                  </a:lnTo>
                  <a:lnTo>
                    <a:pt x="1205395" y="252831"/>
                  </a:lnTo>
                  <a:lnTo>
                    <a:pt x="1204252" y="252831"/>
                  </a:lnTo>
                  <a:lnTo>
                    <a:pt x="1206360" y="242722"/>
                  </a:lnTo>
                  <a:lnTo>
                    <a:pt x="1218031" y="192074"/>
                  </a:lnTo>
                  <a:lnTo>
                    <a:pt x="1231785" y="145503"/>
                  </a:lnTo>
                  <a:lnTo>
                    <a:pt x="1245806" y="113728"/>
                  </a:lnTo>
                  <a:lnTo>
                    <a:pt x="1248498" y="107975"/>
                  </a:lnTo>
                  <a:lnTo>
                    <a:pt x="1248600" y="107657"/>
                  </a:lnTo>
                  <a:lnTo>
                    <a:pt x="1249641" y="104559"/>
                  </a:lnTo>
                  <a:lnTo>
                    <a:pt x="1249743" y="107657"/>
                  </a:lnTo>
                  <a:lnTo>
                    <a:pt x="1250873" y="109220"/>
                  </a:lnTo>
                  <a:lnTo>
                    <a:pt x="1257096" y="109220"/>
                  </a:lnTo>
                  <a:lnTo>
                    <a:pt x="1261757" y="113309"/>
                  </a:lnTo>
                  <a:lnTo>
                    <a:pt x="1282585" y="157708"/>
                  </a:lnTo>
                  <a:lnTo>
                    <a:pt x="1293456" y="198018"/>
                  </a:lnTo>
                  <a:lnTo>
                    <a:pt x="1296733" y="213512"/>
                  </a:lnTo>
                  <a:lnTo>
                    <a:pt x="1300226" y="229209"/>
                  </a:lnTo>
                  <a:lnTo>
                    <a:pt x="1304188" y="244284"/>
                  </a:lnTo>
                  <a:lnTo>
                    <a:pt x="1308620" y="258737"/>
                  </a:lnTo>
                  <a:lnTo>
                    <a:pt x="1311186" y="265988"/>
                  </a:lnTo>
                  <a:lnTo>
                    <a:pt x="1311300" y="266306"/>
                  </a:lnTo>
                  <a:lnTo>
                    <a:pt x="1313522" y="272567"/>
                  </a:lnTo>
                  <a:lnTo>
                    <a:pt x="1313522" y="9982"/>
                  </a:lnTo>
                  <a:lnTo>
                    <a:pt x="1309014" y="8382"/>
                  </a:lnTo>
                  <a:lnTo>
                    <a:pt x="1267358" y="1663"/>
                  </a:lnTo>
                  <a:lnTo>
                    <a:pt x="1266418" y="1663"/>
                  </a:lnTo>
                  <a:lnTo>
                    <a:pt x="1257769" y="1930"/>
                  </a:lnTo>
                  <a:lnTo>
                    <a:pt x="1256080" y="1930"/>
                  </a:lnTo>
                  <a:lnTo>
                    <a:pt x="1216787" y="10198"/>
                  </a:lnTo>
                  <a:lnTo>
                    <a:pt x="1208557" y="13589"/>
                  </a:lnTo>
                  <a:lnTo>
                    <a:pt x="1208557" y="55232"/>
                  </a:lnTo>
                  <a:lnTo>
                    <a:pt x="1208341" y="54559"/>
                  </a:lnTo>
                  <a:lnTo>
                    <a:pt x="1208443" y="53733"/>
                  </a:lnTo>
                  <a:lnTo>
                    <a:pt x="1208557" y="55232"/>
                  </a:lnTo>
                  <a:lnTo>
                    <a:pt x="1208557" y="13589"/>
                  </a:lnTo>
                  <a:lnTo>
                    <a:pt x="1200772" y="17424"/>
                  </a:lnTo>
                  <a:lnTo>
                    <a:pt x="1169441" y="41757"/>
                  </a:lnTo>
                  <a:lnTo>
                    <a:pt x="1161262" y="51574"/>
                  </a:lnTo>
                  <a:lnTo>
                    <a:pt x="1161262" y="119786"/>
                  </a:lnTo>
                  <a:lnTo>
                    <a:pt x="1160894" y="119583"/>
                  </a:lnTo>
                  <a:lnTo>
                    <a:pt x="1161262" y="119786"/>
                  </a:lnTo>
                  <a:lnTo>
                    <a:pt x="1161262" y="51574"/>
                  </a:lnTo>
                  <a:lnTo>
                    <a:pt x="1137831" y="91440"/>
                  </a:lnTo>
                  <a:lnTo>
                    <a:pt x="1123238" y="129070"/>
                  </a:lnTo>
                  <a:lnTo>
                    <a:pt x="1111504" y="167894"/>
                  </a:lnTo>
                  <a:lnTo>
                    <a:pt x="1101826" y="210083"/>
                  </a:lnTo>
                  <a:lnTo>
                    <a:pt x="1094676" y="254863"/>
                  </a:lnTo>
                  <a:lnTo>
                    <a:pt x="1090637" y="299377"/>
                  </a:lnTo>
                  <a:lnTo>
                    <a:pt x="1089977" y="340360"/>
                  </a:lnTo>
                  <a:lnTo>
                    <a:pt x="1090320" y="351599"/>
                  </a:lnTo>
                  <a:lnTo>
                    <a:pt x="1094486" y="394652"/>
                  </a:lnTo>
                  <a:lnTo>
                    <a:pt x="1104773" y="434530"/>
                  </a:lnTo>
                  <a:lnTo>
                    <a:pt x="1130160" y="466077"/>
                  </a:lnTo>
                  <a:lnTo>
                    <a:pt x="1135862" y="466382"/>
                  </a:lnTo>
                  <a:lnTo>
                    <a:pt x="1144778" y="467004"/>
                  </a:lnTo>
                  <a:lnTo>
                    <a:pt x="1151826" y="464883"/>
                  </a:lnTo>
                  <a:lnTo>
                    <a:pt x="1162291" y="455041"/>
                  </a:lnTo>
                  <a:lnTo>
                    <a:pt x="1166228" y="449287"/>
                  </a:lnTo>
                  <a:lnTo>
                    <a:pt x="1168819" y="442760"/>
                  </a:lnTo>
                  <a:lnTo>
                    <a:pt x="1171511" y="436232"/>
                  </a:lnTo>
                  <a:lnTo>
                    <a:pt x="1173429" y="429399"/>
                  </a:lnTo>
                  <a:lnTo>
                    <a:pt x="1174559" y="422249"/>
                  </a:lnTo>
                  <a:lnTo>
                    <a:pt x="1175804" y="414997"/>
                  </a:lnTo>
                  <a:lnTo>
                    <a:pt x="1176794" y="408419"/>
                  </a:lnTo>
                  <a:lnTo>
                    <a:pt x="1177518" y="402501"/>
                  </a:lnTo>
                  <a:lnTo>
                    <a:pt x="1178445" y="394271"/>
                  </a:lnTo>
                  <a:lnTo>
                    <a:pt x="1178763" y="391680"/>
                  </a:lnTo>
                  <a:lnTo>
                    <a:pt x="1179360" y="388366"/>
                  </a:lnTo>
                  <a:lnTo>
                    <a:pt x="1180477" y="383286"/>
                  </a:lnTo>
                  <a:lnTo>
                    <a:pt x="1180985" y="380225"/>
                  </a:lnTo>
                  <a:lnTo>
                    <a:pt x="1181404" y="377012"/>
                  </a:lnTo>
                  <a:lnTo>
                    <a:pt x="1188554" y="335368"/>
                  </a:lnTo>
                  <a:lnTo>
                    <a:pt x="1297978" y="325259"/>
                  </a:lnTo>
                  <a:lnTo>
                    <a:pt x="1310411" y="323596"/>
                  </a:lnTo>
                  <a:lnTo>
                    <a:pt x="1316837" y="321945"/>
                  </a:lnTo>
                  <a:lnTo>
                    <a:pt x="1317244" y="320281"/>
                  </a:lnTo>
                  <a:lnTo>
                    <a:pt x="1321904" y="367842"/>
                  </a:lnTo>
                  <a:lnTo>
                    <a:pt x="1334058" y="388467"/>
                  </a:lnTo>
                  <a:lnTo>
                    <a:pt x="1334185" y="388366"/>
                  </a:lnTo>
                  <a:lnTo>
                    <a:pt x="1334058" y="388467"/>
                  </a:lnTo>
                  <a:lnTo>
                    <a:pt x="1325486" y="395820"/>
                  </a:lnTo>
                  <a:lnTo>
                    <a:pt x="1331899" y="435559"/>
                  </a:lnTo>
                  <a:lnTo>
                    <a:pt x="1352931" y="467855"/>
                  </a:lnTo>
                  <a:lnTo>
                    <a:pt x="1365123" y="471665"/>
                  </a:lnTo>
                  <a:lnTo>
                    <a:pt x="1372527" y="471665"/>
                  </a:lnTo>
                  <a:lnTo>
                    <a:pt x="1403819" y="442455"/>
                  </a:lnTo>
                  <a:lnTo>
                    <a:pt x="1416532" y="400735"/>
                  </a:lnTo>
                  <a:lnTo>
                    <a:pt x="1418615" y="388670"/>
                  </a:lnTo>
                  <a:lnTo>
                    <a:pt x="1418666" y="388366"/>
                  </a:lnTo>
                  <a:lnTo>
                    <a:pt x="1422933" y="346976"/>
                  </a:lnTo>
                  <a:lnTo>
                    <a:pt x="1423631" y="335368"/>
                  </a:lnTo>
                  <a:lnTo>
                    <a:pt x="1424025" y="328053"/>
                  </a:lnTo>
                  <a:lnTo>
                    <a:pt x="1424139" y="325259"/>
                  </a:lnTo>
                  <a:lnTo>
                    <a:pt x="1424216" y="323596"/>
                  </a:lnTo>
                  <a:lnTo>
                    <a:pt x="1424279" y="321945"/>
                  </a:lnTo>
                  <a:lnTo>
                    <a:pt x="1424355" y="320281"/>
                  </a:lnTo>
                  <a:lnTo>
                    <a:pt x="1424432" y="318465"/>
                  </a:lnTo>
                  <a:lnTo>
                    <a:pt x="1424559" y="314248"/>
                  </a:lnTo>
                  <a:lnTo>
                    <a:pt x="1424724" y="308787"/>
                  </a:lnTo>
                  <a:lnTo>
                    <a:pt x="1424889" y="2993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4846" y="522494"/>
              <a:ext cx="867120" cy="473172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8971796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7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78959" y="114300"/>
                </a:lnTo>
                <a:lnTo>
                  <a:pt x="279717" y="10668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7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69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48528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615333" y="525036"/>
            <a:ext cx="693420" cy="467359"/>
          </a:xfrm>
          <a:custGeom>
            <a:avLst/>
            <a:gdLst/>
            <a:ahLst/>
            <a:cxnLst/>
            <a:rect l="l" t="t" r="r" b="b"/>
            <a:pathLst>
              <a:path w="693420" h="467359">
                <a:moveTo>
                  <a:pt x="294944" y="102870"/>
                </a:moveTo>
                <a:lnTo>
                  <a:pt x="282397" y="59690"/>
                </a:lnTo>
                <a:lnTo>
                  <a:pt x="273672" y="46990"/>
                </a:lnTo>
                <a:lnTo>
                  <a:pt x="270433" y="43180"/>
                </a:lnTo>
                <a:lnTo>
                  <a:pt x="234365" y="16510"/>
                </a:lnTo>
                <a:lnTo>
                  <a:pt x="196557" y="2540"/>
                </a:lnTo>
                <a:lnTo>
                  <a:pt x="181800" y="0"/>
                </a:lnTo>
                <a:lnTo>
                  <a:pt x="148501" y="0"/>
                </a:lnTo>
                <a:lnTo>
                  <a:pt x="130352" y="2540"/>
                </a:lnTo>
                <a:lnTo>
                  <a:pt x="121183" y="5080"/>
                </a:lnTo>
                <a:lnTo>
                  <a:pt x="112052" y="6350"/>
                </a:lnTo>
                <a:lnTo>
                  <a:pt x="102920" y="8890"/>
                </a:lnTo>
                <a:lnTo>
                  <a:pt x="93827" y="12700"/>
                </a:lnTo>
                <a:lnTo>
                  <a:pt x="84823" y="15240"/>
                </a:lnTo>
                <a:lnTo>
                  <a:pt x="50749" y="33020"/>
                </a:lnTo>
                <a:lnTo>
                  <a:pt x="17119" y="64770"/>
                </a:lnTo>
                <a:lnTo>
                  <a:pt x="444" y="106680"/>
                </a:lnTo>
                <a:lnTo>
                  <a:pt x="12" y="115570"/>
                </a:lnTo>
                <a:lnTo>
                  <a:pt x="88" y="120650"/>
                </a:lnTo>
                <a:lnTo>
                  <a:pt x="177" y="123190"/>
                </a:lnTo>
                <a:lnTo>
                  <a:pt x="279" y="125730"/>
                </a:lnTo>
                <a:lnTo>
                  <a:pt x="330" y="127000"/>
                </a:lnTo>
                <a:lnTo>
                  <a:pt x="457" y="128270"/>
                </a:lnTo>
                <a:lnTo>
                  <a:pt x="571" y="129540"/>
                </a:lnTo>
                <a:lnTo>
                  <a:pt x="698" y="130810"/>
                </a:lnTo>
                <a:lnTo>
                  <a:pt x="825" y="132080"/>
                </a:lnTo>
                <a:lnTo>
                  <a:pt x="1460" y="138430"/>
                </a:lnTo>
                <a:lnTo>
                  <a:pt x="3352" y="148590"/>
                </a:lnTo>
                <a:lnTo>
                  <a:pt x="23723" y="190500"/>
                </a:lnTo>
                <a:lnTo>
                  <a:pt x="36626" y="204470"/>
                </a:lnTo>
                <a:lnTo>
                  <a:pt x="44005" y="212090"/>
                </a:lnTo>
                <a:lnTo>
                  <a:pt x="52019" y="217170"/>
                </a:lnTo>
                <a:lnTo>
                  <a:pt x="59728" y="222250"/>
                </a:lnTo>
                <a:lnTo>
                  <a:pt x="66230" y="226060"/>
                </a:lnTo>
                <a:lnTo>
                  <a:pt x="71539" y="228600"/>
                </a:lnTo>
                <a:lnTo>
                  <a:pt x="74701" y="228600"/>
                </a:lnTo>
                <a:lnTo>
                  <a:pt x="204330" y="228600"/>
                </a:lnTo>
                <a:lnTo>
                  <a:pt x="204076" y="227330"/>
                </a:lnTo>
                <a:lnTo>
                  <a:pt x="199923" y="219710"/>
                </a:lnTo>
                <a:lnTo>
                  <a:pt x="197396" y="217170"/>
                </a:lnTo>
                <a:lnTo>
                  <a:pt x="191376" y="210820"/>
                </a:lnTo>
                <a:lnTo>
                  <a:pt x="188061" y="208280"/>
                </a:lnTo>
                <a:lnTo>
                  <a:pt x="180809" y="203200"/>
                </a:lnTo>
                <a:lnTo>
                  <a:pt x="177139" y="201930"/>
                </a:lnTo>
                <a:lnTo>
                  <a:pt x="168529" y="195580"/>
                </a:lnTo>
                <a:lnTo>
                  <a:pt x="163614" y="193040"/>
                </a:lnTo>
                <a:lnTo>
                  <a:pt x="158635" y="189230"/>
                </a:lnTo>
                <a:lnTo>
                  <a:pt x="153771" y="185420"/>
                </a:lnTo>
                <a:lnTo>
                  <a:pt x="149415" y="182880"/>
                </a:lnTo>
                <a:lnTo>
                  <a:pt x="145580" y="177800"/>
                </a:lnTo>
                <a:lnTo>
                  <a:pt x="141846" y="173990"/>
                </a:lnTo>
                <a:lnTo>
                  <a:pt x="138849" y="168910"/>
                </a:lnTo>
                <a:lnTo>
                  <a:pt x="136563" y="163830"/>
                </a:lnTo>
                <a:lnTo>
                  <a:pt x="134391" y="158750"/>
                </a:lnTo>
                <a:lnTo>
                  <a:pt x="133299" y="153670"/>
                </a:lnTo>
                <a:lnTo>
                  <a:pt x="133299" y="140970"/>
                </a:lnTo>
                <a:lnTo>
                  <a:pt x="172986" y="119380"/>
                </a:lnTo>
                <a:lnTo>
                  <a:pt x="191541" y="119380"/>
                </a:lnTo>
                <a:lnTo>
                  <a:pt x="223456" y="125730"/>
                </a:lnTo>
                <a:lnTo>
                  <a:pt x="229146" y="128270"/>
                </a:lnTo>
                <a:lnTo>
                  <a:pt x="245986" y="132080"/>
                </a:lnTo>
                <a:lnTo>
                  <a:pt x="267385" y="132080"/>
                </a:lnTo>
                <a:lnTo>
                  <a:pt x="271945" y="129540"/>
                </a:lnTo>
                <a:lnTo>
                  <a:pt x="276504" y="128270"/>
                </a:lnTo>
                <a:lnTo>
                  <a:pt x="280962" y="125730"/>
                </a:lnTo>
                <a:lnTo>
                  <a:pt x="285305" y="121920"/>
                </a:lnTo>
                <a:lnTo>
                  <a:pt x="289039" y="119380"/>
                </a:lnTo>
                <a:lnTo>
                  <a:pt x="291579" y="115570"/>
                </a:lnTo>
                <a:lnTo>
                  <a:pt x="292735" y="111760"/>
                </a:lnTo>
                <a:lnTo>
                  <a:pt x="294271" y="106680"/>
                </a:lnTo>
                <a:lnTo>
                  <a:pt x="294944" y="102870"/>
                </a:lnTo>
                <a:close/>
              </a:path>
              <a:path w="693420" h="467359">
                <a:moveTo>
                  <a:pt x="326339" y="323850"/>
                </a:moveTo>
                <a:lnTo>
                  <a:pt x="306133" y="294640"/>
                </a:lnTo>
                <a:lnTo>
                  <a:pt x="298831" y="295910"/>
                </a:lnTo>
                <a:lnTo>
                  <a:pt x="290753" y="299720"/>
                </a:lnTo>
                <a:lnTo>
                  <a:pt x="284683" y="303530"/>
                </a:lnTo>
                <a:lnTo>
                  <a:pt x="272567" y="313690"/>
                </a:lnTo>
                <a:lnTo>
                  <a:pt x="266509" y="321310"/>
                </a:lnTo>
                <a:lnTo>
                  <a:pt x="254977" y="335280"/>
                </a:lnTo>
                <a:lnTo>
                  <a:pt x="220027" y="364490"/>
                </a:lnTo>
                <a:lnTo>
                  <a:pt x="176517" y="379730"/>
                </a:lnTo>
                <a:lnTo>
                  <a:pt x="169468" y="378460"/>
                </a:lnTo>
                <a:lnTo>
                  <a:pt x="162369" y="378460"/>
                </a:lnTo>
                <a:lnTo>
                  <a:pt x="148069" y="373380"/>
                </a:lnTo>
                <a:lnTo>
                  <a:pt x="144881" y="372110"/>
                </a:lnTo>
                <a:lnTo>
                  <a:pt x="141693" y="370840"/>
                </a:lnTo>
                <a:lnTo>
                  <a:pt x="118071" y="344170"/>
                </a:lnTo>
                <a:lnTo>
                  <a:pt x="118071" y="339090"/>
                </a:lnTo>
                <a:lnTo>
                  <a:pt x="118414" y="330200"/>
                </a:lnTo>
                <a:lnTo>
                  <a:pt x="119468" y="323850"/>
                </a:lnTo>
                <a:lnTo>
                  <a:pt x="121221" y="316230"/>
                </a:lnTo>
                <a:lnTo>
                  <a:pt x="123672" y="311150"/>
                </a:lnTo>
                <a:lnTo>
                  <a:pt x="127393" y="302260"/>
                </a:lnTo>
                <a:lnTo>
                  <a:pt x="131165" y="297180"/>
                </a:lnTo>
                <a:lnTo>
                  <a:pt x="132105" y="295910"/>
                </a:lnTo>
                <a:lnTo>
                  <a:pt x="143611" y="284480"/>
                </a:lnTo>
                <a:lnTo>
                  <a:pt x="150037" y="279400"/>
                </a:lnTo>
                <a:lnTo>
                  <a:pt x="164134" y="270510"/>
                </a:lnTo>
                <a:lnTo>
                  <a:pt x="170815" y="266700"/>
                </a:lnTo>
                <a:lnTo>
                  <a:pt x="177139" y="264160"/>
                </a:lnTo>
                <a:lnTo>
                  <a:pt x="184073" y="260350"/>
                </a:lnTo>
                <a:lnTo>
                  <a:pt x="190449" y="256540"/>
                </a:lnTo>
                <a:lnTo>
                  <a:pt x="196253" y="252730"/>
                </a:lnTo>
                <a:lnTo>
                  <a:pt x="202158" y="248920"/>
                </a:lnTo>
                <a:lnTo>
                  <a:pt x="205105" y="243840"/>
                </a:lnTo>
                <a:lnTo>
                  <a:pt x="205105" y="232410"/>
                </a:lnTo>
                <a:lnTo>
                  <a:pt x="204597" y="229870"/>
                </a:lnTo>
                <a:lnTo>
                  <a:pt x="204444" y="229171"/>
                </a:lnTo>
                <a:lnTo>
                  <a:pt x="75120" y="229171"/>
                </a:lnTo>
                <a:lnTo>
                  <a:pt x="73393" y="229171"/>
                </a:lnTo>
                <a:lnTo>
                  <a:pt x="35877" y="255270"/>
                </a:lnTo>
                <a:lnTo>
                  <a:pt x="12382" y="287020"/>
                </a:lnTo>
                <a:lnTo>
                  <a:pt x="457" y="331470"/>
                </a:lnTo>
                <a:lnTo>
                  <a:pt x="0" y="342900"/>
                </a:lnTo>
                <a:lnTo>
                  <a:pt x="114" y="347980"/>
                </a:lnTo>
                <a:lnTo>
                  <a:pt x="165" y="349250"/>
                </a:lnTo>
                <a:lnTo>
                  <a:pt x="279" y="351790"/>
                </a:lnTo>
                <a:lnTo>
                  <a:pt x="393" y="354330"/>
                </a:lnTo>
                <a:lnTo>
                  <a:pt x="15570" y="397510"/>
                </a:lnTo>
                <a:lnTo>
                  <a:pt x="46393" y="430530"/>
                </a:lnTo>
                <a:lnTo>
                  <a:pt x="85737" y="453390"/>
                </a:lnTo>
                <a:lnTo>
                  <a:pt x="94005" y="455930"/>
                </a:lnTo>
                <a:lnTo>
                  <a:pt x="102336" y="459740"/>
                </a:lnTo>
                <a:lnTo>
                  <a:pt x="110718" y="462280"/>
                </a:lnTo>
                <a:lnTo>
                  <a:pt x="143586" y="467360"/>
                </a:lnTo>
                <a:lnTo>
                  <a:pt x="163042" y="467360"/>
                </a:lnTo>
                <a:lnTo>
                  <a:pt x="206756" y="458470"/>
                </a:lnTo>
                <a:lnTo>
                  <a:pt x="243903" y="439420"/>
                </a:lnTo>
                <a:lnTo>
                  <a:pt x="274205" y="415290"/>
                </a:lnTo>
                <a:lnTo>
                  <a:pt x="286715" y="401320"/>
                </a:lnTo>
                <a:lnTo>
                  <a:pt x="292303" y="394970"/>
                </a:lnTo>
                <a:lnTo>
                  <a:pt x="315201" y="360680"/>
                </a:lnTo>
                <a:lnTo>
                  <a:pt x="318782" y="354330"/>
                </a:lnTo>
                <a:lnTo>
                  <a:pt x="321056" y="347980"/>
                </a:lnTo>
                <a:lnTo>
                  <a:pt x="324586" y="339090"/>
                </a:lnTo>
                <a:lnTo>
                  <a:pt x="326339" y="330200"/>
                </a:lnTo>
                <a:lnTo>
                  <a:pt x="326339" y="323850"/>
                </a:lnTo>
                <a:close/>
              </a:path>
              <a:path w="693420" h="467359">
                <a:moveTo>
                  <a:pt x="661428" y="102870"/>
                </a:moveTo>
                <a:lnTo>
                  <a:pt x="648881" y="59690"/>
                </a:lnTo>
                <a:lnTo>
                  <a:pt x="620903" y="29210"/>
                </a:lnTo>
                <a:lnTo>
                  <a:pt x="576719" y="6350"/>
                </a:lnTo>
                <a:lnTo>
                  <a:pt x="548271" y="0"/>
                </a:lnTo>
                <a:lnTo>
                  <a:pt x="514972" y="0"/>
                </a:lnTo>
                <a:lnTo>
                  <a:pt x="496836" y="2540"/>
                </a:lnTo>
                <a:lnTo>
                  <a:pt x="487667" y="5080"/>
                </a:lnTo>
                <a:lnTo>
                  <a:pt x="478523" y="6350"/>
                </a:lnTo>
                <a:lnTo>
                  <a:pt x="469404" y="8890"/>
                </a:lnTo>
                <a:lnTo>
                  <a:pt x="460298" y="12700"/>
                </a:lnTo>
                <a:lnTo>
                  <a:pt x="451294" y="15240"/>
                </a:lnTo>
                <a:lnTo>
                  <a:pt x="417233" y="33020"/>
                </a:lnTo>
                <a:lnTo>
                  <a:pt x="383603" y="64770"/>
                </a:lnTo>
                <a:lnTo>
                  <a:pt x="366928" y="106680"/>
                </a:lnTo>
                <a:lnTo>
                  <a:pt x="366483" y="115570"/>
                </a:lnTo>
                <a:lnTo>
                  <a:pt x="366572" y="120650"/>
                </a:lnTo>
                <a:lnTo>
                  <a:pt x="366661" y="123190"/>
                </a:lnTo>
                <a:lnTo>
                  <a:pt x="366763" y="125730"/>
                </a:lnTo>
                <a:lnTo>
                  <a:pt x="366801" y="127000"/>
                </a:lnTo>
                <a:lnTo>
                  <a:pt x="367944" y="138430"/>
                </a:lnTo>
                <a:lnTo>
                  <a:pt x="369836" y="148590"/>
                </a:lnTo>
                <a:lnTo>
                  <a:pt x="390207" y="190500"/>
                </a:lnTo>
                <a:lnTo>
                  <a:pt x="403110" y="204470"/>
                </a:lnTo>
                <a:lnTo>
                  <a:pt x="410489" y="212090"/>
                </a:lnTo>
                <a:lnTo>
                  <a:pt x="418490" y="217170"/>
                </a:lnTo>
                <a:lnTo>
                  <a:pt x="426212" y="222250"/>
                </a:lnTo>
                <a:lnTo>
                  <a:pt x="432714" y="226060"/>
                </a:lnTo>
                <a:lnTo>
                  <a:pt x="438023" y="228600"/>
                </a:lnTo>
                <a:lnTo>
                  <a:pt x="441185" y="228600"/>
                </a:lnTo>
                <a:lnTo>
                  <a:pt x="570814" y="228600"/>
                </a:lnTo>
                <a:lnTo>
                  <a:pt x="570560" y="227330"/>
                </a:lnTo>
                <a:lnTo>
                  <a:pt x="566407" y="219710"/>
                </a:lnTo>
                <a:lnTo>
                  <a:pt x="563867" y="217170"/>
                </a:lnTo>
                <a:lnTo>
                  <a:pt x="557860" y="210820"/>
                </a:lnTo>
                <a:lnTo>
                  <a:pt x="554545" y="208280"/>
                </a:lnTo>
                <a:lnTo>
                  <a:pt x="547293" y="203200"/>
                </a:lnTo>
                <a:lnTo>
                  <a:pt x="543610" y="201930"/>
                </a:lnTo>
                <a:lnTo>
                  <a:pt x="535012" y="195580"/>
                </a:lnTo>
                <a:lnTo>
                  <a:pt x="530098" y="193040"/>
                </a:lnTo>
                <a:lnTo>
                  <a:pt x="525119" y="189230"/>
                </a:lnTo>
                <a:lnTo>
                  <a:pt x="520242" y="185420"/>
                </a:lnTo>
                <a:lnTo>
                  <a:pt x="515899" y="182880"/>
                </a:lnTo>
                <a:lnTo>
                  <a:pt x="512064" y="177800"/>
                </a:lnTo>
                <a:lnTo>
                  <a:pt x="508330" y="173990"/>
                </a:lnTo>
                <a:lnTo>
                  <a:pt x="505333" y="168910"/>
                </a:lnTo>
                <a:lnTo>
                  <a:pt x="503047" y="163830"/>
                </a:lnTo>
                <a:lnTo>
                  <a:pt x="500875" y="158750"/>
                </a:lnTo>
                <a:lnTo>
                  <a:pt x="499783" y="153670"/>
                </a:lnTo>
                <a:lnTo>
                  <a:pt x="499783" y="140970"/>
                </a:lnTo>
                <a:lnTo>
                  <a:pt x="539470" y="119380"/>
                </a:lnTo>
                <a:lnTo>
                  <a:pt x="558012" y="119380"/>
                </a:lnTo>
                <a:lnTo>
                  <a:pt x="589927" y="125730"/>
                </a:lnTo>
                <a:lnTo>
                  <a:pt x="595630" y="128270"/>
                </a:lnTo>
                <a:lnTo>
                  <a:pt x="612470" y="132080"/>
                </a:lnTo>
                <a:lnTo>
                  <a:pt x="633869" y="132080"/>
                </a:lnTo>
                <a:lnTo>
                  <a:pt x="638429" y="129540"/>
                </a:lnTo>
                <a:lnTo>
                  <a:pt x="642988" y="128270"/>
                </a:lnTo>
                <a:lnTo>
                  <a:pt x="647433" y="125730"/>
                </a:lnTo>
                <a:lnTo>
                  <a:pt x="651789" y="121920"/>
                </a:lnTo>
                <a:lnTo>
                  <a:pt x="655523" y="119380"/>
                </a:lnTo>
                <a:lnTo>
                  <a:pt x="658063" y="115570"/>
                </a:lnTo>
                <a:lnTo>
                  <a:pt x="659218" y="111760"/>
                </a:lnTo>
                <a:lnTo>
                  <a:pt x="660755" y="106680"/>
                </a:lnTo>
                <a:lnTo>
                  <a:pt x="661428" y="102870"/>
                </a:lnTo>
                <a:close/>
              </a:path>
              <a:path w="693420" h="467359">
                <a:moveTo>
                  <a:pt x="692823" y="323850"/>
                </a:moveTo>
                <a:lnTo>
                  <a:pt x="672617" y="294640"/>
                </a:lnTo>
                <a:lnTo>
                  <a:pt x="665314" y="295910"/>
                </a:lnTo>
                <a:lnTo>
                  <a:pt x="657237" y="299720"/>
                </a:lnTo>
                <a:lnTo>
                  <a:pt x="651167" y="303530"/>
                </a:lnTo>
                <a:lnTo>
                  <a:pt x="639051" y="313690"/>
                </a:lnTo>
                <a:lnTo>
                  <a:pt x="632980" y="321310"/>
                </a:lnTo>
                <a:lnTo>
                  <a:pt x="621449" y="335280"/>
                </a:lnTo>
                <a:lnTo>
                  <a:pt x="586511" y="364490"/>
                </a:lnTo>
                <a:lnTo>
                  <a:pt x="542988" y="379730"/>
                </a:lnTo>
                <a:lnTo>
                  <a:pt x="535952" y="378460"/>
                </a:lnTo>
                <a:lnTo>
                  <a:pt x="528853" y="378460"/>
                </a:lnTo>
                <a:lnTo>
                  <a:pt x="514553" y="373380"/>
                </a:lnTo>
                <a:lnTo>
                  <a:pt x="511365" y="372110"/>
                </a:lnTo>
                <a:lnTo>
                  <a:pt x="508177" y="370840"/>
                </a:lnTo>
                <a:lnTo>
                  <a:pt x="484555" y="344170"/>
                </a:lnTo>
                <a:lnTo>
                  <a:pt x="484555" y="339090"/>
                </a:lnTo>
                <a:lnTo>
                  <a:pt x="484898" y="330200"/>
                </a:lnTo>
                <a:lnTo>
                  <a:pt x="485952" y="323850"/>
                </a:lnTo>
                <a:lnTo>
                  <a:pt x="487705" y="316230"/>
                </a:lnTo>
                <a:lnTo>
                  <a:pt x="490143" y="311150"/>
                </a:lnTo>
                <a:lnTo>
                  <a:pt x="493877" y="302260"/>
                </a:lnTo>
                <a:lnTo>
                  <a:pt x="497649" y="297180"/>
                </a:lnTo>
                <a:lnTo>
                  <a:pt x="498589" y="295910"/>
                </a:lnTo>
                <a:lnTo>
                  <a:pt x="510095" y="284480"/>
                </a:lnTo>
                <a:lnTo>
                  <a:pt x="516521" y="279400"/>
                </a:lnTo>
                <a:lnTo>
                  <a:pt x="530606" y="270510"/>
                </a:lnTo>
                <a:lnTo>
                  <a:pt x="537298" y="266700"/>
                </a:lnTo>
                <a:lnTo>
                  <a:pt x="543610" y="264160"/>
                </a:lnTo>
                <a:lnTo>
                  <a:pt x="550557" y="260350"/>
                </a:lnTo>
                <a:lnTo>
                  <a:pt x="556933" y="256540"/>
                </a:lnTo>
                <a:lnTo>
                  <a:pt x="562737" y="252730"/>
                </a:lnTo>
                <a:lnTo>
                  <a:pt x="568642" y="248920"/>
                </a:lnTo>
                <a:lnTo>
                  <a:pt x="571588" y="243840"/>
                </a:lnTo>
                <a:lnTo>
                  <a:pt x="571588" y="232410"/>
                </a:lnTo>
                <a:lnTo>
                  <a:pt x="571068" y="229870"/>
                </a:lnTo>
                <a:lnTo>
                  <a:pt x="570928" y="229171"/>
                </a:lnTo>
                <a:lnTo>
                  <a:pt x="441604" y="229171"/>
                </a:lnTo>
                <a:lnTo>
                  <a:pt x="439877" y="229171"/>
                </a:lnTo>
                <a:lnTo>
                  <a:pt x="435381" y="231140"/>
                </a:lnTo>
                <a:lnTo>
                  <a:pt x="402361" y="255270"/>
                </a:lnTo>
                <a:lnTo>
                  <a:pt x="378866" y="287020"/>
                </a:lnTo>
                <a:lnTo>
                  <a:pt x="366928" y="331470"/>
                </a:lnTo>
                <a:lnTo>
                  <a:pt x="366483" y="342900"/>
                </a:lnTo>
                <a:lnTo>
                  <a:pt x="366598" y="347980"/>
                </a:lnTo>
                <a:lnTo>
                  <a:pt x="366649" y="349250"/>
                </a:lnTo>
                <a:lnTo>
                  <a:pt x="366763" y="351790"/>
                </a:lnTo>
                <a:lnTo>
                  <a:pt x="366877" y="354330"/>
                </a:lnTo>
                <a:lnTo>
                  <a:pt x="382041" y="397510"/>
                </a:lnTo>
                <a:lnTo>
                  <a:pt x="412877" y="430530"/>
                </a:lnTo>
                <a:lnTo>
                  <a:pt x="452221" y="453390"/>
                </a:lnTo>
                <a:lnTo>
                  <a:pt x="460489" y="455930"/>
                </a:lnTo>
                <a:lnTo>
                  <a:pt x="468820" y="459740"/>
                </a:lnTo>
                <a:lnTo>
                  <a:pt x="477202" y="462280"/>
                </a:lnTo>
                <a:lnTo>
                  <a:pt x="510057" y="467360"/>
                </a:lnTo>
                <a:lnTo>
                  <a:pt x="529513" y="467360"/>
                </a:lnTo>
                <a:lnTo>
                  <a:pt x="573239" y="458470"/>
                </a:lnTo>
                <a:lnTo>
                  <a:pt x="610387" y="439420"/>
                </a:lnTo>
                <a:lnTo>
                  <a:pt x="640689" y="415290"/>
                </a:lnTo>
                <a:lnTo>
                  <a:pt x="653199" y="401320"/>
                </a:lnTo>
                <a:lnTo>
                  <a:pt x="658787" y="394970"/>
                </a:lnTo>
                <a:lnTo>
                  <a:pt x="681685" y="360680"/>
                </a:lnTo>
                <a:lnTo>
                  <a:pt x="685266" y="354330"/>
                </a:lnTo>
                <a:lnTo>
                  <a:pt x="687539" y="347980"/>
                </a:lnTo>
                <a:lnTo>
                  <a:pt x="691057" y="339090"/>
                </a:lnTo>
                <a:lnTo>
                  <a:pt x="692823" y="330200"/>
                </a:lnTo>
                <a:lnTo>
                  <a:pt x="692823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359158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85251" y="45085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757466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092700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8" y="269240"/>
                </a:lnTo>
                <a:lnTo>
                  <a:pt x="690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6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2" y="193040"/>
                </a:lnTo>
                <a:lnTo>
                  <a:pt x="2982" y="153670"/>
                </a:lnTo>
                <a:lnTo>
                  <a:pt x="8072" y="106680"/>
                </a:lnTo>
                <a:lnTo>
                  <a:pt x="9685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2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7" y="68580"/>
                </a:lnTo>
                <a:lnTo>
                  <a:pt x="33225" y="78740"/>
                </a:lnTo>
                <a:lnTo>
                  <a:pt x="32240" y="83820"/>
                </a:lnTo>
                <a:lnTo>
                  <a:pt x="30376" y="95250"/>
                </a:lnTo>
                <a:lnTo>
                  <a:pt x="29391" y="100330"/>
                </a:lnTo>
                <a:lnTo>
                  <a:pt x="28355" y="107950"/>
                </a:lnTo>
                <a:lnTo>
                  <a:pt x="32292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2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6" y="195580"/>
                </a:lnTo>
                <a:lnTo>
                  <a:pt x="183743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1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6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8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0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7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0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2" y="107950"/>
                </a:lnTo>
                <a:lnTo>
                  <a:pt x="28355" y="107950"/>
                </a:lnTo>
                <a:lnTo>
                  <a:pt x="29391" y="100330"/>
                </a:lnTo>
                <a:lnTo>
                  <a:pt x="30376" y="95250"/>
                </a:lnTo>
                <a:lnTo>
                  <a:pt x="32240" y="83820"/>
                </a:lnTo>
                <a:lnTo>
                  <a:pt x="33225" y="78740"/>
                </a:lnTo>
                <a:lnTo>
                  <a:pt x="35297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1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1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3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0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7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6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7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1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6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4" y="64770"/>
                </a:lnTo>
                <a:lnTo>
                  <a:pt x="347758" y="67310"/>
                </a:lnTo>
                <a:lnTo>
                  <a:pt x="346825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983" y="281940"/>
                </a:lnTo>
                <a:lnTo>
                  <a:pt x="217894" y="27940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5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8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2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3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7" y="278090"/>
                </a:lnTo>
                <a:lnTo>
                  <a:pt x="106173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490184" y="524731"/>
            <a:ext cx="1052195" cy="468630"/>
          </a:xfrm>
          <a:custGeom>
            <a:avLst/>
            <a:gdLst/>
            <a:ahLst/>
            <a:cxnLst/>
            <a:rect l="l" t="t" r="r" b="b"/>
            <a:pathLst>
              <a:path w="1052194" h="468630">
                <a:moveTo>
                  <a:pt x="369303" y="234696"/>
                </a:moveTo>
                <a:lnTo>
                  <a:pt x="369112" y="224434"/>
                </a:lnTo>
                <a:lnTo>
                  <a:pt x="368985" y="222300"/>
                </a:lnTo>
                <a:lnTo>
                  <a:pt x="368935" y="221322"/>
                </a:lnTo>
                <a:lnTo>
                  <a:pt x="368528" y="214172"/>
                </a:lnTo>
                <a:lnTo>
                  <a:pt x="368477" y="213753"/>
                </a:lnTo>
                <a:lnTo>
                  <a:pt x="367550" y="203911"/>
                </a:lnTo>
                <a:lnTo>
                  <a:pt x="360273" y="163436"/>
                </a:lnTo>
                <a:lnTo>
                  <a:pt x="347865" y="125107"/>
                </a:lnTo>
                <a:lnTo>
                  <a:pt x="331012" y="90220"/>
                </a:lnTo>
                <a:lnTo>
                  <a:pt x="305231" y="56045"/>
                </a:lnTo>
                <a:lnTo>
                  <a:pt x="303098" y="53924"/>
                </a:lnTo>
                <a:lnTo>
                  <a:pt x="297497" y="48336"/>
                </a:lnTo>
                <a:lnTo>
                  <a:pt x="263613" y="22694"/>
                </a:lnTo>
                <a:lnTo>
                  <a:pt x="256768" y="18961"/>
                </a:lnTo>
                <a:lnTo>
                  <a:pt x="256768" y="250545"/>
                </a:lnTo>
                <a:lnTo>
                  <a:pt x="256654" y="255244"/>
                </a:lnTo>
                <a:lnTo>
                  <a:pt x="253276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62" y="378574"/>
                </a:lnTo>
                <a:lnTo>
                  <a:pt x="198666" y="378574"/>
                </a:lnTo>
                <a:lnTo>
                  <a:pt x="191731" y="380238"/>
                </a:lnTo>
                <a:lnTo>
                  <a:pt x="191973" y="380238"/>
                </a:lnTo>
                <a:lnTo>
                  <a:pt x="184962" y="380796"/>
                </a:lnTo>
                <a:lnTo>
                  <a:pt x="146532" y="361048"/>
                </a:lnTo>
                <a:lnTo>
                  <a:pt x="126288" y="327215"/>
                </a:lnTo>
                <a:lnTo>
                  <a:pt x="114401" y="278828"/>
                </a:lnTo>
                <a:lnTo>
                  <a:pt x="112979" y="255244"/>
                </a:lnTo>
                <a:lnTo>
                  <a:pt x="113004" y="244817"/>
                </a:lnTo>
                <a:lnTo>
                  <a:pt x="113245" y="236105"/>
                </a:lnTo>
                <a:lnTo>
                  <a:pt x="113372" y="234696"/>
                </a:lnTo>
                <a:lnTo>
                  <a:pt x="114439" y="222300"/>
                </a:lnTo>
                <a:lnTo>
                  <a:pt x="122643" y="184861"/>
                </a:lnTo>
                <a:lnTo>
                  <a:pt x="141198" y="147078"/>
                </a:lnTo>
                <a:lnTo>
                  <a:pt x="172173" y="122428"/>
                </a:lnTo>
                <a:lnTo>
                  <a:pt x="178460" y="120827"/>
                </a:lnTo>
                <a:lnTo>
                  <a:pt x="178612" y="120827"/>
                </a:lnTo>
                <a:lnTo>
                  <a:pt x="184962" y="120294"/>
                </a:lnTo>
                <a:lnTo>
                  <a:pt x="222885" y="139331"/>
                </a:lnTo>
                <a:lnTo>
                  <a:pt x="243052" y="172631"/>
                </a:lnTo>
                <a:lnTo>
                  <a:pt x="255181" y="221322"/>
                </a:lnTo>
                <a:lnTo>
                  <a:pt x="255257" y="222300"/>
                </a:lnTo>
                <a:lnTo>
                  <a:pt x="256298" y="234696"/>
                </a:lnTo>
                <a:lnTo>
                  <a:pt x="256387" y="236105"/>
                </a:lnTo>
                <a:lnTo>
                  <a:pt x="256768" y="250545"/>
                </a:lnTo>
                <a:lnTo>
                  <a:pt x="256768" y="18961"/>
                </a:lnTo>
                <a:lnTo>
                  <a:pt x="215531" y="3848"/>
                </a:lnTo>
                <a:lnTo>
                  <a:pt x="204901" y="1955"/>
                </a:lnTo>
                <a:lnTo>
                  <a:pt x="204520" y="1955"/>
                </a:lnTo>
                <a:lnTo>
                  <a:pt x="195249" y="977"/>
                </a:lnTo>
                <a:lnTo>
                  <a:pt x="144081" y="5981"/>
                </a:lnTo>
                <a:lnTo>
                  <a:pt x="106006" y="22072"/>
                </a:lnTo>
                <a:lnTo>
                  <a:pt x="71970" y="47752"/>
                </a:lnTo>
                <a:lnTo>
                  <a:pt x="43218" y="82219"/>
                </a:lnTo>
                <a:lnTo>
                  <a:pt x="24714" y="115747"/>
                </a:lnTo>
                <a:lnTo>
                  <a:pt x="11036" y="153250"/>
                </a:lnTo>
                <a:lnTo>
                  <a:pt x="10845" y="154025"/>
                </a:lnTo>
                <a:lnTo>
                  <a:pt x="6210" y="173024"/>
                </a:lnTo>
                <a:lnTo>
                  <a:pt x="6159" y="173342"/>
                </a:lnTo>
                <a:lnTo>
                  <a:pt x="6045" y="174040"/>
                </a:lnTo>
                <a:lnTo>
                  <a:pt x="2768" y="193192"/>
                </a:lnTo>
                <a:lnTo>
                  <a:pt x="2717" y="193662"/>
                </a:lnTo>
                <a:lnTo>
                  <a:pt x="698" y="213753"/>
                </a:lnTo>
                <a:lnTo>
                  <a:pt x="685" y="214172"/>
                </a:lnTo>
                <a:lnTo>
                  <a:pt x="0" y="234696"/>
                </a:lnTo>
                <a:lnTo>
                  <a:pt x="2959" y="275882"/>
                </a:lnTo>
                <a:lnTo>
                  <a:pt x="11506" y="315823"/>
                </a:lnTo>
                <a:lnTo>
                  <a:pt x="25107" y="353288"/>
                </a:lnTo>
                <a:lnTo>
                  <a:pt x="56946" y="404761"/>
                </a:lnTo>
                <a:lnTo>
                  <a:pt x="88290" y="434721"/>
                </a:lnTo>
                <a:lnTo>
                  <a:pt x="124904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62" y="468147"/>
                </a:lnTo>
                <a:lnTo>
                  <a:pt x="195199" y="467791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101" y="434721"/>
                </a:lnTo>
                <a:lnTo>
                  <a:pt x="312572" y="404761"/>
                </a:lnTo>
                <a:lnTo>
                  <a:pt x="335559" y="370420"/>
                </a:lnTo>
                <a:lnTo>
                  <a:pt x="351421" y="334860"/>
                </a:lnTo>
                <a:lnTo>
                  <a:pt x="362585" y="295846"/>
                </a:lnTo>
                <a:lnTo>
                  <a:pt x="368528" y="255016"/>
                </a:lnTo>
                <a:lnTo>
                  <a:pt x="369112" y="244817"/>
                </a:lnTo>
                <a:lnTo>
                  <a:pt x="369303" y="234696"/>
                </a:lnTo>
                <a:close/>
              </a:path>
              <a:path w="1052194" h="468630">
                <a:moveTo>
                  <a:pt x="727113" y="53047"/>
                </a:moveTo>
                <a:lnTo>
                  <a:pt x="724776" y="47561"/>
                </a:lnTo>
                <a:lnTo>
                  <a:pt x="720115" y="43205"/>
                </a:lnTo>
                <a:lnTo>
                  <a:pt x="715454" y="38747"/>
                </a:lnTo>
                <a:lnTo>
                  <a:pt x="669912" y="21793"/>
                </a:lnTo>
                <a:lnTo>
                  <a:pt x="616521" y="12776"/>
                </a:lnTo>
                <a:lnTo>
                  <a:pt x="575894" y="8750"/>
                </a:lnTo>
                <a:lnTo>
                  <a:pt x="536867" y="6413"/>
                </a:lnTo>
                <a:lnTo>
                  <a:pt x="536867" y="240284"/>
                </a:lnTo>
                <a:lnTo>
                  <a:pt x="536867" y="240487"/>
                </a:lnTo>
                <a:lnTo>
                  <a:pt x="536676" y="246100"/>
                </a:lnTo>
                <a:lnTo>
                  <a:pt x="536867" y="240284"/>
                </a:lnTo>
                <a:lnTo>
                  <a:pt x="536867" y="6413"/>
                </a:lnTo>
                <a:lnTo>
                  <a:pt x="532599" y="6197"/>
                </a:lnTo>
                <a:lnTo>
                  <a:pt x="530428" y="6134"/>
                </a:lnTo>
                <a:lnTo>
                  <a:pt x="530428" y="205574"/>
                </a:lnTo>
                <a:lnTo>
                  <a:pt x="530110" y="214172"/>
                </a:lnTo>
                <a:lnTo>
                  <a:pt x="529831" y="221259"/>
                </a:lnTo>
                <a:lnTo>
                  <a:pt x="530428" y="205574"/>
                </a:lnTo>
                <a:lnTo>
                  <a:pt x="530428" y="6134"/>
                </a:lnTo>
                <a:lnTo>
                  <a:pt x="529653" y="6108"/>
                </a:lnTo>
                <a:lnTo>
                  <a:pt x="529653" y="226136"/>
                </a:lnTo>
                <a:lnTo>
                  <a:pt x="529615" y="227152"/>
                </a:lnTo>
                <a:lnTo>
                  <a:pt x="529170" y="237210"/>
                </a:lnTo>
                <a:lnTo>
                  <a:pt x="529653" y="226136"/>
                </a:lnTo>
                <a:lnTo>
                  <a:pt x="529653" y="6108"/>
                </a:lnTo>
                <a:lnTo>
                  <a:pt x="529005" y="6096"/>
                </a:lnTo>
                <a:lnTo>
                  <a:pt x="529005" y="241033"/>
                </a:lnTo>
                <a:lnTo>
                  <a:pt x="528256" y="259778"/>
                </a:lnTo>
                <a:lnTo>
                  <a:pt x="528789" y="246100"/>
                </a:lnTo>
                <a:lnTo>
                  <a:pt x="529005" y="241033"/>
                </a:lnTo>
                <a:lnTo>
                  <a:pt x="529005" y="6096"/>
                </a:lnTo>
                <a:lnTo>
                  <a:pt x="522097" y="5867"/>
                </a:lnTo>
                <a:lnTo>
                  <a:pt x="511924" y="5664"/>
                </a:lnTo>
                <a:lnTo>
                  <a:pt x="486130" y="5664"/>
                </a:lnTo>
                <a:lnTo>
                  <a:pt x="475310" y="6426"/>
                </a:lnTo>
                <a:lnTo>
                  <a:pt x="469074" y="7277"/>
                </a:lnTo>
                <a:lnTo>
                  <a:pt x="468807" y="7277"/>
                </a:lnTo>
                <a:lnTo>
                  <a:pt x="427139" y="26263"/>
                </a:lnTo>
                <a:lnTo>
                  <a:pt x="413143" y="51803"/>
                </a:lnTo>
                <a:lnTo>
                  <a:pt x="413143" y="67246"/>
                </a:lnTo>
                <a:lnTo>
                  <a:pt x="439064" y="102577"/>
                </a:lnTo>
                <a:lnTo>
                  <a:pt x="475373" y="112572"/>
                </a:lnTo>
                <a:lnTo>
                  <a:pt x="507834" y="112572"/>
                </a:lnTo>
                <a:lnTo>
                  <a:pt x="513715" y="112369"/>
                </a:lnTo>
                <a:lnTo>
                  <a:pt x="513676" y="112572"/>
                </a:lnTo>
                <a:lnTo>
                  <a:pt x="507187" y="166306"/>
                </a:lnTo>
                <a:lnTo>
                  <a:pt x="504837" y="205574"/>
                </a:lnTo>
                <a:lnTo>
                  <a:pt x="504405" y="254635"/>
                </a:lnTo>
                <a:lnTo>
                  <a:pt x="504926" y="271411"/>
                </a:lnTo>
                <a:lnTo>
                  <a:pt x="505802" y="288124"/>
                </a:lnTo>
                <a:lnTo>
                  <a:pt x="505904" y="289560"/>
                </a:lnTo>
                <a:lnTo>
                  <a:pt x="505993" y="290753"/>
                </a:lnTo>
                <a:lnTo>
                  <a:pt x="507022" y="304787"/>
                </a:lnTo>
                <a:lnTo>
                  <a:pt x="513054" y="353136"/>
                </a:lnTo>
                <a:lnTo>
                  <a:pt x="520941" y="390931"/>
                </a:lnTo>
                <a:lnTo>
                  <a:pt x="535660" y="432358"/>
                </a:lnTo>
                <a:lnTo>
                  <a:pt x="564426" y="463169"/>
                </a:lnTo>
                <a:lnTo>
                  <a:pt x="578827" y="463169"/>
                </a:lnTo>
                <a:lnTo>
                  <a:pt x="602094" y="429082"/>
                </a:lnTo>
                <a:lnTo>
                  <a:pt x="604735" y="384365"/>
                </a:lnTo>
                <a:lnTo>
                  <a:pt x="604939" y="382816"/>
                </a:lnTo>
                <a:lnTo>
                  <a:pt x="607504" y="340182"/>
                </a:lnTo>
                <a:lnTo>
                  <a:pt x="611276" y="297014"/>
                </a:lnTo>
                <a:lnTo>
                  <a:pt x="611886" y="290753"/>
                </a:lnTo>
                <a:lnTo>
                  <a:pt x="612000" y="289560"/>
                </a:lnTo>
                <a:lnTo>
                  <a:pt x="617169" y="240284"/>
                </a:lnTo>
                <a:lnTo>
                  <a:pt x="621957" y="199771"/>
                </a:lnTo>
                <a:lnTo>
                  <a:pt x="626706" y="162267"/>
                </a:lnTo>
                <a:lnTo>
                  <a:pt x="627913" y="152565"/>
                </a:lnTo>
                <a:lnTo>
                  <a:pt x="630174" y="134226"/>
                </a:lnTo>
                <a:lnTo>
                  <a:pt x="632777" y="112369"/>
                </a:lnTo>
                <a:lnTo>
                  <a:pt x="632841" y="111861"/>
                </a:lnTo>
                <a:lnTo>
                  <a:pt x="633476" y="106362"/>
                </a:lnTo>
                <a:lnTo>
                  <a:pt x="633857" y="102895"/>
                </a:lnTo>
                <a:lnTo>
                  <a:pt x="635723" y="102577"/>
                </a:lnTo>
                <a:lnTo>
                  <a:pt x="677164" y="95783"/>
                </a:lnTo>
                <a:lnTo>
                  <a:pt x="717664" y="78651"/>
                </a:lnTo>
                <a:lnTo>
                  <a:pt x="726732" y="62166"/>
                </a:lnTo>
                <a:lnTo>
                  <a:pt x="726859" y="61341"/>
                </a:lnTo>
                <a:lnTo>
                  <a:pt x="727062" y="59994"/>
                </a:lnTo>
                <a:lnTo>
                  <a:pt x="727113" y="53047"/>
                </a:lnTo>
                <a:close/>
              </a:path>
              <a:path w="1052194" h="468630">
                <a:moveTo>
                  <a:pt x="1052156" y="359410"/>
                </a:moveTo>
                <a:lnTo>
                  <a:pt x="1043368" y="320040"/>
                </a:lnTo>
                <a:lnTo>
                  <a:pt x="1021613" y="284480"/>
                </a:lnTo>
                <a:lnTo>
                  <a:pt x="994410" y="254000"/>
                </a:lnTo>
                <a:lnTo>
                  <a:pt x="987374" y="247650"/>
                </a:lnTo>
                <a:lnTo>
                  <a:pt x="980694" y="241300"/>
                </a:lnTo>
                <a:lnTo>
                  <a:pt x="974394" y="236220"/>
                </a:lnTo>
                <a:lnTo>
                  <a:pt x="968451" y="229870"/>
                </a:lnTo>
                <a:lnTo>
                  <a:pt x="965250" y="227330"/>
                </a:lnTo>
                <a:lnTo>
                  <a:pt x="959599" y="222250"/>
                </a:lnTo>
                <a:lnTo>
                  <a:pt x="957008" y="219710"/>
                </a:lnTo>
                <a:lnTo>
                  <a:pt x="954722" y="218440"/>
                </a:lnTo>
                <a:lnTo>
                  <a:pt x="952754" y="215900"/>
                </a:lnTo>
                <a:lnTo>
                  <a:pt x="939698" y="203200"/>
                </a:lnTo>
                <a:lnTo>
                  <a:pt x="934313" y="198120"/>
                </a:lnTo>
                <a:lnTo>
                  <a:pt x="929132" y="193040"/>
                </a:lnTo>
                <a:lnTo>
                  <a:pt x="919187" y="182880"/>
                </a:lnTo>
                <a:lnTo>
                  <a:pt x="914781" y="177800"/>
                </a:lnTo>
                <a:lnTo>
                  <a:pt x="907110" y="166370"/>
                </a:lnTo>
                <a:lnTo>
                  <a:pt x="905611" y="163830"/>
                </a:lnTo>
                <a:lnTo>
                  <a:pt x="904113" y="161290"/>
                </a:lnTo>
                <a:lnTo>
                  <a:pt x="899756" y="152400"/>
                </a:lnTo>
                <a:lnTo>
                  <a:pt x="898664" y="147320"/>
                </a:lnTo>
                <a:lnTo>
                  <a:pt x="898664" y="142240"/>
                </a:lnTo>
                <a:lnTo>
                  <a:pt x="926439" y="115570"/>
                </a:lnTo>
                <a:lnTo>
                  <a:pt x="940219" y="115570"/>
                </a:lnTo>
                <a:lnTo>
                  <a:pt x="945400" y="116840"/>
                </a:lnTo>
                <a:lnTo>
                  <a:pt x="950277" y="118110"/>
                </a:lnTo>
                <a:lnTo>
                  <a:pt x="955141" y="118110"/>
                </a:lnTo>
                <a:lnTo>
                  <a:pt x="959751" y="120650"/>
                </a:lnTo>
                <a:lnTo>
                  <a:pt x="964107" y="121920"/>
                </a:lnTo>
                <a:lnTo>
                  <a:pt x="968451" y="124460"/>
                </a:lnTo>
                <a:lnTo>
                  <a:pt x="972654" y="125730"/>
                </a:lnTo>
                <a:lnTo>
                  <a:pt x="980732" y="130810"/>
                </a:lnTo>
                <a:lnTo>
                  <a:pt x="984465" y="133350"/>
                </a:lnTo>
                <a:lnTo>
                  <a:pt x="987882" y="134620"/>
                </a:lnTo>
                <a:lnTo>
                  <a:pt x="993381" y="138430"/>
                </a:lnTo>
                <a:lnTo>
                  <a:pt x="1004049" y="143510"/>
                </a:lnTo>
                <a:lnTo>
                  <a:pt x="1009332" y="147320"/>
                </a:lnTo>
                <a:lnTo>
                  <a:pt x="1014831" y="147320"/>
                </a:lnTo>
                <a:lnTo>
                  <a:pt x="1020521" y="144780"/>
                </a:lnTo>
                <a:lnTo>
                  <a:pt x="1026934" y="142240"/>
                </a:lnTo>
                <a:lnTo>
                  <a:pt x="1047457" y="106680"/>
                </a:lnTo>
                <a:lnTo>
                  <a:pt x="1047521" y="105410"/>
                </a:lnTo>
                <a:lnTo>
                  <a:pt x="1047877" y="99060"/>
                </a:lnTo>
                <a:lnTo>
                  <a:pt x="1042441" y="67310"/>
                </a:lnTo>
                <a:lnTo>
                  <a:pt x="1041120" y="63500"/>
                </a:lnTo>
                <a:lnTo>
                  <a:pt x="1014450" y="26670"/>
                </a:lnTo>
                <a:lnTo>
                  <a:pt x="963409" y="2540"/>
                </a:lnTo>
                <a:lnTo>
                  <a:pt x="943356" y="0"/>
                </a:lnTo>
                <a:lnTo>
                  <a:pt x="920254" y="0"/>
                </a:lnTo>
                <a:lnTo>
                  <a:pt x="872629" y="10160"/>
                </a:lnTo>
                <a:lnTo>
                  <a:pt x="831113" y="30480"/>
                </a:lnTo>
                <a:lnTo>
                  <a:pt x="796912" y="59690"/>
                </a:lnTo>
                <a:lnTo>
                  <a:pt x="794067" y="63385"/>
                </a:lnTo>
                <a:lnTo>
                  <a:pt x="794067" y="134620"/>
                </a:lnTo>
                <a:lnTo>
                  <a:pt x="794004" y="135890"/>
                </a:lnTo>
                <a:lnTo>
                  <a:pt x="793927" y="137160"/>
                </a:lnTo>
                <a:lnTo>
                  <a:pt x="794067" y="134620"/>
                </a:lnTo>
                <a:lnTo>
                  <a:pt x="794067" y="63385"/>
                </a:lnTo>
                <a:lnTo>
                  <a:pt x="772579" y="99060"/>
                </a:lnTo>
                <a:lnTo>
                  <a:pt x="764616" y="130810"/>
                </a:lnTo>
                <a:lnTo>
                  <a:pt x="764730" y="144780"/>
                </a:lnTo>
                <a:lnTo>
                  <a:pt x="775576" y="186690"/>
                </a:lnTo>
                <a:lnTo>
                  <a:pt x="795566" y="220980"/>
                </a:lnTo>
                <a:lnTo>
                  <a:pt x="821029" y="251460"/>
                </a:lnTo>
                <a:lnTo>
                  <a:pt x="849655" y="278130"/>
                </a:lnTo>
                <a:lnTo>
                  <a:pt x="859116" y="287020"/>
                </a:lnTo>
                <a:lnTo>
                  <a:pt x="868299" y="294640"/>
                </a:lnTo>
                <a:lnTo>
                  <a:pt x="877227" y="302260"/>
                </a:lnTo>
                <a:lnTo>
                  <a:pt x="906233" y="326390"/>
                </a:lnTo>
                <a:lnTo>
                  <a:pt x="912190" y="332740"/>
                </a:lnTo>
                <a:lnTo>
                  <a:pt x="917168" y="337820"/>
                </a:lnTo>
                <a:lnTo>
                  <a:pt x="922248" y="342900"/>
                </a:lnTo>
                <a:lnTo>
                  <a:pt x="926071" y="347980"/>
                </a:lnTo>
                <a:lnTo>
                  <a:pt x="931252" y="355600"/>
                </a:lnTo>
                <a:lnTo>
                  <a:pt x="932548" y="359410"/>
                </a:lnTo>
                <a:lnTo>
                  <a:pt x="932548" y="365760"/>
                </a:lnTo>
                <a:lnTo>
                  <a:pt x="931519" y="369570"/>
                </a:lnTo>
                <a:lnTo>
                  <a:pt x="927366" y="377190"/>
                </a:lnTo>
                <a:lnTo>
                  <a:pt x="924369" y="381000"/>
                </a:lnTo>
                <a:lnTo>
                  <a:pt x="920432" y="383540"/>
                </a:lnTo>
                <a:lnTo>
                  <a:pt x="916495" y="387350"/>
                </a:lnTo>
                <a:lnTo>
                  <a:pt x="911885" y="389890"/>
                </a:lnTo>
                <a:lnTo>
                  <a:pt x="901306" y="393700"/>
                </a:lnTo>
                <a:lnTo>
                  <a:pt x="895972" y="397510"/>
                </a:lnTo>
                <a:lnTo>
                  <a:pt x="890701" y="404952"/>
                </a:lnTo>
                <a:lnTo>
                  <a:pt x="887996" y="402590"/>
                </a:lnTo>
                <a:lnTo>
                  <a:pt x="885101" y="400050"/>
                </a:lnTo>
                <a:lnTo>
                  <a:pt x="883640" y="398780"/>
                </a:lnTo>
                <a:lnTo>
                  <a:pt x="876236" y="394970"/>
                </a:lnTo>
                <a:lnTo>
                  <a:pt x="861110" y="391160"/>
                </a:lnTo>
                <a:lnTo>
                  <a:pt x="854583" y="389890"/>
                </a:lnTo>
                <a:lnTo>
                  <a:pt x="849083" y="387350"/>
                </a:lnTo>
                <a:lnTo>
                  <a:pt x="843394" y="384810"/>
                </a:lnTo>
                <a:lnTo>
                  <a:pt x="826554" y="381000"/>
                </a:lnTo>
                <a:lnTo>
                  <a:pt x="821270" y="382270"/>
                </a:lnTo>
                <a:lnTo>
                  <a:pt x="816292" y="386080"/>
                </a:lnTo>
                <a:lnTo>
                  <a:pt x="810907" y="389890"/>
                </a:lnTo>
                <a:lnTo>
                  <a:pt x="808215" y="396240"/>
                </a:lnTo>
                <a:lnTo>
                  <a:pt x="808215" y="410210"/>
                </a:lnTo>
                <a:lnTo>
                  <a:pt x="811377" y="417830"/>
                </a:lnTo>
                <a:lnTo>
                  <a:pt x="817689" y="425450"/>
                </a:lnTo>
                <a:lnTo>
                  <a:pt x="822769" y="430530"/>
                </a:lnTo>
                <a:lnTo>
                  <a:pt x="828535" y="435610"/>
                </a:lnTo>
                <a:lnTo>
                  <a:pt x="834974" y="441960"/>
                </a:lnTo>
                <a:lnTo>
                  <a:pt x="842098" y="445770"/>
                </a:lnTo>
                <a:lnTo>
                  <a:pt x="849934" y="450850"/>
                </a:lnTo>
                <a:lnTo>
                  <a:pt x="858380" y="454660"/>
                </a:lnTo>
                <a:lnTo>
                  <a:pt x="867422" y="458470"/>
                </a:lnTo>
                <a:lnTo>
                  <a:pt x="877062" y="462280"/>
                </a:lnTo>
                <a:lnTo>
                  <a:pt x="887222" y="464820"/>
                </a:lnTo>
                <a:lnTo>
                  <a:pt x="920115" y="468630"/>
                </a:lnTo>
                <a:lnTo>
                  <a:pt x="945146" y="466090"/>
                </a:lnTo>
                <a:lnTo>
                  <a:pt x="957300" y="463550"/>
                </a:lnTo>
                <a:lnTo>
                  <a:pt x="969238" y="459740"/>
                </a:lnTo>
                <a:lnTo>
                  <a:pt x="980770" y="455930"/>
                </a:lnTo>
                <a:lnTo>
                  <a:pt x="991616" y="449580"/>
                </a:lnTo>
                <a:lnTo>
                  <a:pt x="1001763" y="444500"/>
                </a:lnTo>
                <a:lnTo>
                  <a:pt x="1032776" y="415290"/>
                </a:lnTo>
                <a:lnTo>
                  <a:pt x="1040130" y="404952"/>
                </a:lnTo>
                <a:lnTo>
                  <a:pt x="1040892" y="403860"/>
                </a:lnTo>
                <a:lnTo>
                  <a:pt x="1045845" y="393700"/>
                </a:lnTo>
                <a:lnTo>
                  <a:pt x="1049401" y="382270"/>
                </a:lnTo>
                <a:lnTo>
                  <a:pt x="1051521" y="372110"/>
                </a:lnTo>
                <a:lnTo>
                  <a:pt x="1052156" y="361950"/>
                </a:lnTo>
                <a:lnTo>
                  <a:pt x="1052156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4177" y="2303594"/>
            <a:ext cx="16009983" cy="8146348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845851" y="1547462"/>
            <a:ext cx="324802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-265" dirty="0"/>
              <a:t>R</a:t>
            </a:r>
            <a:r>
              <a:rPr sz="3050" spc="-160" dirty="0"/>
              <a:t> </a:t>
            </a:r>
            <a:r>
              <a:rPr sz="3050" spc="-120" dirty="0"/>
              <a:t>E</a:t>
            </a:r>
            <a:r>
              <a:rPr sz="3050" spc="-295" dirty="0"/>
              <a:t> </a:t>
            </a:r>
            <a:r>
              <a:rPr sz="3050" spc="-400" dirty="0"/>
              <a:t>G</a:t>
            </a:r>
            <a:r>
              <a:rPr sz="3050" spc="-30" dirty="0"/>
              <a:t> </a:t>
            </a:r>
            <a:r>
              <a:rPr sz="3050" dirty="0"/>
              <a:t>IS</a:t>
            </a:r>
            <a:r>
              <a:rPr sz="3050" spc="-114" dirty="0"/>
              <a:t> </a:t>
            </a:r>
            <a:r>
              <a:rPr sz="3050" spc="-340" dirty="0"/>
              <a:t>T</a:t>
            </a:r>
            <a:r>
              <a:rPr sz="3050" spc="-75" dirty="0"/>
              <a:t> </a:t>
            </a:r>
            <a:r>
              <a:rPr sz="3050" spc="-265" dirty="0"/>
              <a:t>R</a:t>
            </a:r>
            <a:r>
              <a:rPr sz="3050" spc="-155" dirty="0"/>
              <a:t> </a:t>
            </a:r>
            <a:r>
              <a:rPr sz="3050" spc="-400" dirty="0"/>
              <a:t>A</a:t>
            </a:r>
            <a:r>
              <a:rPr sz="3050" spc="-175" dirty="0"/>
              <a:t> </a:t>
            </a:r>
            <a:r>
              <a:rPr sz="3050" spc="-340" dirty="0"/>
              <a:t>T</a:t>
            </a:r>
            <a:r>
              <a:rPr sz="3050" spc="-85" dirty="0"/>
              <a:t> </a:t>
            </a:r>
            <a:r>
              <a:rPr sz="3050" spc="-60" dirty="0"/>
              <a:t>IO</a:t>
            </a:r>
            <a:r>
              <a:rPr sz="3050" spc="-170" dirty="0"/>
              <a:t> </a:t>
            </a:r>
            <a:r>
              <a:rPr sz="3050" spc="-380" dirty="0"/>
              <a:t>N</a:t>
            </a:r>
            <a:endParaRPr sz="3050"/>
          </a:p>
        </p:txBody>
      </p:sp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98406" y="1671359"/>
            <a:ext cx="196850" cy="279400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6542074" y="1547462"/>
            <a:ext cx="1020444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-400" dirty="0">
                <a:solidFill>
                  <a:srgbClr val="006FBF"/>
                </a:solidFill>
                <a:latin typeface="Times New Roman"/>
                <a:cs typeface="Times New Roman"/>
              </a:rPr>
              <a:t>A</a:t>
            </a:r>
            <a:r>
              <a:rPr sz="3050" spc="-175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3050" spc="-400" dirty="0">
                <a:solidFill>
                  <a:srgbClr val="006FBF"/>
                </a:solidFill>
                <a:latin typeface="Times New Roman"/>
                <a:cs typeface="Times New Roman"/>
              </a:rPr>
              <a:t>G</a:t>
            </a:r>
            <a:r>
              <a:rPr sz="3050" spc="-110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3050" spc="-120" dirty="0">
                <a:solidFill>
                  <a:srgbClr val="006FBF"/>
                </a:solidFill>
                <a:latin typeface="Times New Roman"/>
                <a:cs typeface="Times New Roman"/>
              </a:rPr>
              <a:t>E</a:t>
            </a:r>
            <a:r>
              <a:rPr sz="3050" spc="-295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3050" spc="-50" dirty="0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7527" y="2169174"/>
            <a:ext cx="17045940" cy="8312784"/>
            <a:chOff x="807527" y="2169174"/>
            <a:chExt cx="17045940" cy="8312784"/>
          </a:xfrm>
        </p:grpSpPr>
        <p:sp>
          <p:nvSpPr>
            <p:cNvPr id="3" name="object 3"/>
            <p:cNvSpPr/>
            <p:nvPr/>
          </p:nvSpPr>
          <p:spPr>
            <a:xfrm>
              <a:off x="807527" y="7314652"/>
              <a:ext cx="1092835" cy="1092835"/>
            </a:xfrm>
            <a:custGeom>
              <a:avLst/>
              <a:gdLst/>
              <a:ahLst/>
              <a:cxnLst/>
              <a:rect l="l" t="t" r="r" b="b"/>
              <a:pathLst>
                <a:path w="1092835" h="1092834">
                  <a:moveTo>
                    <a:pt x="546168" y="1092338"/>
                  </a:moveTo>
                  <a:lnTo>
                    <a:pt x="493570" y="1089839"/>
                  </a:lnTo>
                  <a:lnTo>
                    <a:pt x="442385" y="1082492"/>
                  </a:lnTo>
                  <a:lnTo>
                    <a:pt x="392843" y="1070528"/>
                  </a:lnTo>
                  <a:lnTo>
                    <a:pt x="345175" y="1054174"/>
                  </a:lnTo>
                  <a:lnTo>
                    <a:pt x="299607" y="1033659"/>
                  </a:lnTo>
                  <a:lnTo>
                    <a:pt x="256369" y="1009212"/>
                  </a:lnTo>
                  <a:lnTo>
                    <a:pt x="215690" y="981062"/>
                  </a:lnTo>
                  <a:lnTo>
                    <a:pt x="177799" y="949437"/>
                  </a:lnTo>
                  <a:lnTo>
                    <a:pt x="142925" y="914566"/>
                  </a:lnTo>
                  <a:lnTo>
                    <a:pt x="111296" y="876677"/>
                  </a:lnTo>
                  <a:lnTo>
                    <a:pt x="83141" y="835998"/>
                  </a:lnTo>
                  <a:lnTo>
                    <a:pt x="58690" y="792761"/>
                  </a:lnTo>
                  <a:lnTo>
                    <a:pt x="38172" y="747191"/>
                  </a:lnTo>
                  <a:lnTo>
                    <a:pt x="21814" y="699518"/>
                  </a:lnTo>
                  <a:lnTo>
                    <a:pt x="9847" y="649972"/>
                  </a:lnTo>
                  <a:lnTo>
                    <a:pt x="2499" y="598778"/>
                  </a:lnTo>
                  <a:lnTo>
                    <a:pt x="0" y="546168"/>
                  </a:lnTo>
                  <a:lnTo>
                    <a:pt x="2499" y="493559"/>
                  </a:lnTo>
                  <a:lnTo>
                    <a:pt x="9847" y="442366"/>
                  </a:lnTo>
                  <a:lnTo>
                    <a:pt x="21814" y="392819"/>
                  </a:lnTo>
                  <a:lnTo>
                    <a:pt x="38172" y="345146"/>
                  </a:lnTo>
                  <a:lnTo>
                    <a:pt x="58690" y="299576"/>
                  </a:lnTo>
                  <a:lnTo>
                    <a:pt x="83141" y="256338"/>
                  </a:lnTo>
                  <a:lnTo>
                    <a:pt x="111296" y="215660"/>
                  </a:lnTo>
                  <a:lnTo>
                    <a:pt x="142925" y="177771"/>
                  </a:lnTo>
                  <a:lnTo>
                    <a:pt x="177799" y="142900"/>
                  </a:lnTo>
                  <a:lnTo>
                    <a:pt x="215690" y="111275"/>
                  </a:lnTo>
                  <a:lnTo>
                    <a:pt x="256369" y="83125"/>
                  </a:lnTo>
                  <a:lnTo>
                    <a:pt x="299607" y="58678"/>
                  </a:lnTo>
                  <a:lnTo>
                    <a:pt x="345175" y="38163"/>
                  </a:lnTo>
                  <a:lnTo>
                    <a:pt x="392843" y="21809"/>
                  </a:lnTo>
                  <a:lnTo>
                    <a:pt x="442385" y="9845"/>
                  </a:lnTo>
                  <a:lnTo>
                    <a:pt x="493570" y="2498"/>
                  </a:lnTo>
                  <a:lnTo>
                    <a:pt x="546168" y="0"/>
                  </a:lnTo>
                  <a:lnTo>
                    <a:pt x="598778" y="2498"/>
                  </a:lnTo>
                  <a:lnTo>
                    <a:pt x="649972" y="9845"/>
                  </a:lnTo>
                  <a:lnTo>
                    <a:pt x="699518" y="21809"/>
                  </a:lnTo>
                  <a:lnTo>
                    <a:pt x="747191" y="38163"/>
                  </a:lnTo>
                  <a:lnTo>
                    <a:pt x="792761" y="58678"/>
                  </a:lnTo>
                  <a:lnTo>
                    <a:pt x="835999" y="83125"/>
                  </a:lnTo>
                  <a:lnTo>
                    <a:pt x="876677" y="111275"/>
                  </a:lnTo>
                  <a:lnTo>
                    <a:pt x="914566" y="142900"/>
                  </a:lnTo>
                  <a:lnTo>
                    <a:pt x="949437" y="177771"/>
                  </a:lnTo>
                  <a:lnTo>
                    <a:pt x="981062" y="215660"/>
                  </a:lnTo>
                  <a:lnTo>
                    <a:pt x="1009212" y="256338"/>
                  </a:lnTo>
                  <a:lnTo>
                    <a:pt x="1033659" y="299576"/>
                  </a:lnTo>
                  <a:lnTo>
                    <a:pt x="1054174" y="345146"/>
                  </a:lnTo>
                  <a:lnTo>
                    <a:pt x="1070528" y="392819"/>
                  </a:lnTo>
                  <a:lnTo>
                    <a:pt x="1082492" y="442366"/>
                  </a:lnTo>
                  <a:lnTo>
                    <a:pt x="1089839" y="493559"/>
                  </a:lnTo>
                  <a:lnTo>
                    <a:pt x="1092339" y="546168"/>
                  </a:lnTo>
                  <a:lnTo>
                    <a:pt x="1089839" y="598778"/>
                  </a:lnTo>
                  <a:lnTo>
                    <a:pt x="1082492" y="649972"/>
                  </a:lnTo>
                  <a:lnTo>
                    <a:pt x="1070528" y="699518"/>
                  </a:lnTo>
                  <a:lnTo>
                    <a:pt x="1054174" y="747191"/>
                  </a:lnTo>
                  <a:lnTo>
                    <a:pt x="1033659" y="792761"/>
                  </a:lnTo>
                  <a:lnTo>
                    <a:pt x="1009212" y="835998"/>
                  </a:lnTo>
                  <a:lnTo>
                    <a:pt x="981062" y="876677"/>
                  </a:lnTo>
                  <a:lnTo>
                    <a:pt x="949437" y="914566"/>
                  </a:lnTo>
                  <a:lnTo>
                    <a:pt x="914566" y="949437"/>
                  </a:lnTo>
                  <a:lnTo>
                    <a:pt x="876677" y="981062"/>
                  </a:lnTo>
                  <a:lnTo>
                    <a:pt x="835999" y="1009212"/>
                  </a:lnTo>
                  <a:lnTo>
                    <a:pt x="792761" y="1033659"/>
                  </a:lnTo>
                  <a:lnTo>
                    <a:pt x="747191" y="1054174"/>
                  </a:lnTo>
                  <a:lnTo>
                    <a:pt x="699518" y="1070528"/>
                  </a:lnTo>
                  <a:lnTo>
                    <a:pt x="649972" y="1082492"/>
                  </a:lnTo>
                  <a:lnTo>
                    <a:pt x="598778" y="1089839"/>
                  </a:lnTo>
                  <a:lnTo>
                    <a:pt x="546168" y="1092338"/>
                  </a:lnTo>
                  <a:close/>
                </a:path>
              </a:pathLst>
            </a:custGeom>
            <a:solidFill>
              <a:srgbClr val="FB6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6642" y="2471129"/>
              <a:ext cx="15926216" cy="80102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77261" y="2179651"/>
              <a:ext cx="556260" cy="6953250"/>
            </a:xfrm>
            <a:custGeom>
              <a:avLst/>
              <a:gdLst/>
              <a:ahLst/>
              <a:cxnLst/>
              <a:rect l="l" t="t" r="r" b="b"/>
              <a:pathLst>
                <a:path w="556260" h="6953250">
                  <a:moveTo>
                    <a:pt x="278111" y="1467621"/>
                  </a:moveTo>
                  <a:lnTo>
                    <a:pt x="228118" y="1472424"/>
                  </a:lnTo>
                  <a:lnTo>
                    <a:pt x="181066" y="1486272"/>
                  </a:lnTo>
                  <a:lnTo>
                    <a:pt x="137739" y="1508326"/>
                  </a:lnTo>
                  <a:lnTo>
                    <a:pt x="98924" y="1537743"/>
                  </a:lnTo>
                  <a:lnTo>
                    <a:pt x="65405" y="1573682"/>
                  </a:lnTo>
                  <a:lnTo>
                    <a:pt x="37968" y="1615301"/>
                  </a:lnTo>
                  <a:lnTo>
                    <a:pt x="17397" y="1661761"/>
                  </a:lnTo>
                  <a:lnTo>
                    <a:pt x="4479" y="1712219"/>
                  </a:lnTo>
                  <a:lnTo>
                    <a:pt x="0" y="1765836"/>
                  </a:lnTo>
                  <a:lnTo>
                    <a:pt x="4479" y="1819452"/>
                  </a:lnTo>
                  <a:lnTo>
                    <a:pt x="17397" y="1869910"/>
                  </a:lnTo>
                  <a:lnTo>
                    <a:pt x="37968" y="1916371"/>
                  </a:lnTo>
                  <a:lnTo>
                    <a:pt x="65405" y="1957990"/>
                  </a:lnTo>
                  <a:lnTo>
                    <a:pt x="98924" y="1993929"/>
                  </a:lnTo>
                  <a:lnTo>
                    <a:pt x="137739" y="2023346"/>
                  </a:lnTo>
                  <a:lnTo>
                    <a:pt x="181066" y="2045399"/>
                  </a:lnTo>
                  <a:lnTo>
                    <a:pt x="228118" y="2059247"/>
                  </a:lnTo>
                  <a:lnTo>
                    <a:pt x="278111" y="2064051"/>
                  </a:lnTo>
                  <a:lnTo>
                    <a:pt x="328096" y="2059247"/>
                  </a:lnTo>
                  <a:lnTo>
                    <a:pt x="375144" y="2045399"/>
                  </a:lnTo>
                  <a:lnTo>
                    <a:pt x="418470" y="2023346"/>
                  </a:lnTo>
                  <a:lnTo>
                    <a:pt x="457286" y="1993929"/>
                  </a:lnTo>
                  <a:lnTo>
                    <a:pt x="490807" y="1957990"/>
                  </a:lnTo>
                  <a:lnTo>
                    <a:pt x="518246" y="1916371"/>
                  </a:lnTo>
                  <a:lnTo>
                    <a:pt x="538820" y="1869910"/>
                  </a:lnTo>
                  <a:lnTo>
                    <a:pt x="551741" y="1819452"/>
                  </a:lnTo>
                  <a:lnTo>
                    <a:pt x="556222" y="1765836"/>
                  </a:lnTo>
                  <a:lnTo>
                    <a:pt x="551741" y="1712219"/>
                  </a:lnTo>
                  <a:lnTo>
                    <a:pt x="538820" y="1661761"/>
                  </a:lnTo>
                  <a:lnTo>
                    <a:pt x="518247" y="1615301"/>
                  </a:lnTo>
                  <a:lnTo>
                    <a:pt x="490807" y="1573682"/>
                  </a:lnTo>
                  <a:lnTo>
                    <a:pt x="457286" y="1537743"/>
                  </a:lnTo>
                  <a:lnTo>
                    <a:pt x="418470" y="1508326"/>
                  </a:lnTo>
                  <a:lnTo>
                    <a:pt x="375144" y="1486272"/>
                  </a:lnTo>
                  <a:lnTo>
                    <a:pt x="328096" y="1472424"/>
                  </a:lnTo>
                  <a:lnTo>
                    <a:pt x="278111" y="1467621"/>
                  </a:lnTo>
                  <a:close/>
                </a:path>
                <a:path w="556260" h="6953250">
                  <a:moveTo>
                    <a:pt x="278111" y="0"/>
                  </a:moveTo>
                  <a:lnTo>
                    <a:pt x="228118" y="4832"/>
                  </a:lnTo>
                  <a:lnTo>
                    <a:pt x="181066" y="18766"/>
                  </a:lnTo>
                  <a:lnTo>
                    <a:pt x="137739" y="40952"/>
                  </a:lnTo>
                  <a:lnTo>
                    <a:pt x="98924" y="70544"/>
                  </a:lnTo>
                  <a:lnTo>
                    <a:pt x="65405" y="106692"/>
                  </a:lnTo>
                  <a:lnTo>
                    <a:pt x="37968" y="148549"/>
                  </a:lnTo>
                  <a:lnTo>
                    <a:pt x="17397" y="195265"/>
                  </a:lnTo>
                  <a:lnTo>
                    <a:pt x="4479" y="245995"/>
                  </a:lnTo>
                  <a:lnTo>
                    <a:pt x="0" y="299890"/>
                  </a:lnTo>
                  <a:lnTo>
                    <a:pt x="4479" y="353785"/>
                  </a:lnTo>
                  <a:lnTo>
                    <a:pt x="17397" y="404514"/>
                  </a:lnTo>
                  <a:lnTo>
                    <a:pt x="37968" y="451231"/>
                  </a:lnTo>
                  <a:lnTo>
                    <a:pt x="65405" y="493087"/>
                  </a:lnTo>
                  <a:lnTo>
                    <a:pt x="98924" y="529235"/>
                  </a:lnTo>
                  <a:lnTo>
                    <a:pt x="137739" y="558827"/>
                  </a:lnTo>
                  <a:lnTo>
                    <a:pt x="181066" y="581013"/>
                  </a:lnTo>
                  <a:lnTo>
                    <a:pt x="228118" y="594947"/>
                  </a:lnTo>
                  <a:lnTo>
                    <a:pt x="278111" y="599781"/>
                  </a:lnTo>
                  <a:lnTo>
                    <a:pt x="328096" y="594947"/>
                  </a:lnTo>
                  <a:lnTo>
                    <a:pt x="375144" y="581013"/>
                  </a:lnTo>
                  <a:lnTo>
                    <a:pt x="418470" y="558827"/>
                  </a:lnTo>
                  <a:lnTo>
                    <a:pt x="457286" y="529235"/>
                  </a:lnTo>
                  <a:lnTo>
                    <a:pt x="490807" y="493087"/>
                  </a:lnTo>
                  <a:lnTo>
                    <a:pt x="518246" y="451231"/>
                  </a:lnTo>
                  <a:lnTo>
                    <a:pt x="538820" y="404514"/>
                  </a:lnTo>
                  <a:lnTo>
                    <a:pt x="551741" y="353785"/>
                  </a:lnTo>
                  <a:lnTo>
                    <a:pt x="556222" y="299890"/>
                  </a:lnTo>
                  <a:lnTo>
                    <a:pt x="551741" y="245995"/>
                  </a:lnTo>
                  <a:lnTo>
                    <a:pt x="538820" y="195265"/>
                  </a:lnTo>
                  <a:lnTo>
                    <a:pt x="518247" y="148549"/>
                  </a:lnTo>
                  <a:lnTo>
                    <a:pt x="490807" y="106692"/>
                  </a:lnTo>
                  <a:lnTo>
                    <a:pt x="457286" y="70544"/>
                  </a:lnTo>
                  <a:lnTo>
                    <a:pt x="418470" y="40952"/>
                  </a:lnTo>
                  <a:lnTo>
                    <a:pt x="375144" y="18766"/>
                  </a:lnTo>
                  <a:lnTo>
                    <a:pt x="328096" y="4832"/>
                  </a:lnTo>
                  <a:lnTo>
                    <a:pt x="278111" y="0"/>
                  </a:lnTo>
                  <a:close/>
                </a:path>
                <a:path w="556260" h="6953250">
                  <a:moveTo>
                    <a:pt x="278111" y="2201432"/>
                  </a:moveTo>
                  <a:lnTo>
                    <a:pt x="228118" y="2206235"/>
                  </a:lnTo>
                  <a:lnTo>
                    <a:pt x="181066" y="2220083"/>
                  </a:lnTo>
                  <a:lnTo>
                    <a:pt x="137739" y="2242136"/>
                  </a:lnTo>
                  <a:lnTo>
                    <a:pt x="98924" y="2271553"/>
                  </a:lnTo>
                  <a:lnTo>
                    <a:pt x="65405" y="2307492"/>
                  </a:lnTo>
                  <a:lnTo>
                    <a:pt x="37968" y="2349111"/>
                  </a:lnTo>
                  <a:lnTo>
                    <a:pt x="17397" y="2395572"/>
                  </a:lnTo>
                  <a:lnTo>
                    <a:pt x="4479" y="2446030"/>
                  </a:lnTo>
                  <a:lnTo>
                    <a:pt x="0" y="2499647"/>
                  </a:lnTo>
                  <a:lnTo>
                    <a:pt x="4479" y="2553263"/>
                  </a:lnTo>
                  <a:lnTo>
                    <a:pt x="17397" y="2603721"/>
                  </a:lnTo>
                  <a:lnTo>
                    <a:pt x="37968" y="2650181"/>
                  </a:lnTo>
                  <a:lnTo>
                    <a:pt x="65405" y="2691801"/>
                  </a:lnTo>
                  <a:lnTo>
                    <a:pt x="98924" y="2727740"/>
                  </a:lnTo>
                  <a:lnTo>
                    <a:pt x="137739" y="2757156"/>
                  </a:lnTo>
                  <a:lnTo>
                    <a:pt x="181066" y="2779210"/>
                  </a:lnTo>
                  <a:lnTo>
                    <a:pt x="228118" y="2793058"/>
                  </a:lnTo>
                  <a:lnTo>
                    <a:pt x="278111" y="2797861"/>
                  </a:lnTo>
                  <a:lnTo>
                    <a:pt x="328096" y="2793058"/>
                  </a:lnTo>
                  <a:lnTo>
                    <a:pt x="375144" y="2779210"/>
                  </a:lnTo>
                  <a:lnTo>
                    <a:pt x="418470" y="2757156"/>
                  </a:lnTo>
                  <a:lnTo>
                    <a:pt x="457286" y="2727740"/>
                  </a:lnTo>
                  <a:lnTo>
                    <a:pt x="490807" y="2691801"/>
                  </a:lnTo>
                  <a:lnTo>
                    <a:pt x="518246" y="2650181"/>
                  </a:lnTo>
                  <a:lnTo>
                    <a:pt x="538820" y="2603721"/>
                  </a:lnTo>
                  <a:lnTo>
                    <a:pt x="551741" y="2553263"/>
                  </a:lnTo>
                  <a:lnTo>
                    <a:pt x="556222" y="2499647"/>
                  </a:lnTo>
                  <a:lnTo>
                    <a:pt x="551741" y="2446030"/>
                  </a:lnTo>
                  <a:lnTo>
                    <a:pt x="538820" y="2395572"/>
                  </a:lnTo>
                  <a:lnTo>
                    <a:pt x="518247" y="2349111"/>
                  </a:lnTo>
                  <a:lnTo>
                    <a:pt x="490807" y="2307492"/>
                  </a:lnTo>
                  <a:lnTo>
                    <a:pt x="457286" y="2271553"/>
                  </a:lnTo>
                  <a:lnTo>
                    <a:pt x="418470" y="2242136"/>
                  </a:lnTo>
                  <a:lnTo>
                    <a:pt x="375144" y="2220083"/>
                  </a:lnTo>
                  <a:lnTo>
                    <a:pt x="328096" y="2206235"/>
                  </a:lnTo>
                  <a:lnTo>
                    <a:pt x="278111" y="2201432"/>
                  </a:lnTo>
                  <a:close/>
                </a:path>
                <a:path w="556260" h="6953250">
                  <a:moveTo>
                    <a:pt x="278111" y="733810"/>
                  </a:moveTo>
                  <a:lnTo>
                    <a:pt x="228118" y="738613"/>
                  </a:lnTo>
                  <a:lnTo>
                    <a:pt x="181066" y="752461"/>
                  </a:lnTo>
                  <a:lnTo>
                    <a:pt x="137739" y="774515"/>
                  </a:lnTo>
                  <a:lnTo>
                    <a:pt x="98924" y="803932"/>
                  </a:lnTo>
                  <a:lnTo>
                    <a:pt x="65405" y="839871"/>
                  </a:lnTo>
                  <a:lnTo>
                    <a:pt x="37968" y="881490"/>
                  </a:lnTo>
                  <a:lnTo>
                    <a:pt x="17397" y="927951"/>
                  </a:lnTo>
                  <a:lnTo>
                    <a:pt x="4479" y="978408"/>
                  </a:lnTo>
                  <a:lnTo>
                    <a:pt x="0" y="1032026"/>
                  </a:lnTo>
                  <a:lnTo>
                    <a:pt x="4479" y="1085642"/>
                  </a:lnTo>
                  <a:lnTo>
                    <a:pt x="17397" y="1136100"/>
                  </a:lnTo>
                  <a:lnTo>
                    <a:pt x="37968" y="1182560"/>
                  </a:lnTo>
                  <a:lnTo>
                    <a:pt x="65405" y="1224179"/>
                  </a:lnTo>
                  <a:lnTo>
                    <a:pt x="98924" y="1260118"/>
                  </a:lnTo>
                  <a:lnTo>
                    <a:pt x="137739" y="1289535"/>
                  </a:lnTo>
                  <a:lnTo>
                    <a:pt x="181066" y="1311589"/>
                  </a:lnTo>
                  <a:lnTo>
                    <a:pt x="228118" y="1325437"/>
                  </a:lnTo>
                  <a:lnTo>
                    <a:pt x="278111" y="1330241"/>
                  </a:lnTo>
                  <a:lnTo>
                    <a:pt x="328096" y="1325437"/>
                  </a:lnTo>
                  <a:lnTo>
                    <a:pt x="375144" y="1311589"/>
                  </a:lnTo>
                  <a:lnTo>
                    <a:pt x="418470" y="1289535"/>
                  </a:lnTo>
                  <a:lnTo>
                    <a:pt x="457286" y="1260118"/>
                  </a:lnTo>
                  <a:lnTo>
                    <a:pt x="490807" y="1224179"/>
                  </a:lnTo>
                  <a:lnTo>
                    <a:pt x="518246" y="1182560"/>
                  </a:lnTo>
                  <a:lnTo>
                    <a:pt x="538820" y="1136100"/>
                  </a:lnTo>
                  <a:lnTo>
                    <a:pt x="551741" y="1085642"/>
                  </a:lnTo>
                  <a:lnTo>
                    <a:pt x="556222" y="1032026"/>
                  </a:lnTo>
                  <a:lnTo>
                    <a:pt x="551741" y="978408"/>
                  </a:lnTo>
                  <a:lnTo>
                    <a:pt x="538820" y="927951"/>
                  </a:lnTo>
                  <a:lnTo>
                    <a:pt x="518247" y="881490"/>
                  </a:lnTo>
                  <a:lnTo>
                    <a:pt x="490807" y="839871"/>
                  </a:lnTo>
                  <a:lnTo>
                    <a:pt x="457286" y="803932"/>
                  </a:lnTo>
                  <a:lnTo>
                    <a:pt x="418470" y="774515"/>
                  </a:lnTo>
                  <a:lnTo>
                    <a:pt x="375144" y="752461"/>
                  </a:lnTo>
                  <a:lnTo>
                    <a:pt x="328096" y="738613"/>
                  </a:lnTo>
                  <a:lnTo>
                    <a:pt x="278111" y="733810"/>
                  </a:lnTo>
                  <a:close/>
                </a:path>
                <a:path w="556260" h="6953250">
                  <a:moveTo>
                    <a:pt x="278111" y="3669054"/>
                  </a:moveTo>
                  <a:lnTo>
                    <a:pt x="228118" y="3673857"/>
                  </a:lnTo>
                  <a:lnTo>
                    <a:pt x="181066" y="3687706"/>
                  </a:lnTo>
                  <a:lnTo>
                    <a:pt x="137739" y="3709759"/>
                  </a:lnTo>
                  <a:lnTo>
                    <a:pt x="98924" y="3739176"/>
                  </a:lnTo>
                  <a:lnTo>
                    <a:pt x="65405" y="3775115"/>
                  </a:lnTo>
                  <a:lnTo>
                    <a:pt x="37968" y="3816734"/>
                  </a:lnTo>
                  <a:lnTo>
                    <a:pt x="17397" y="3863195"/>
                  </a:lnTo>
                  <a:lnTo>
                    <a:pt x="4479" y="3913652"/>
                  </a:lnTo>
                  <a:lnTo>
                    <a:pt x="0" y="3967269"/>
                  </a:lnTo>
                  <a:lnTo>
                    <a:pt x="4479" y="4020886"/>
                  </a:lnTo>
                  <a:lnTo>
                    <a:pt x="17397" y="4071344"/>
                  </a:lnTo>
                  <a:lnTo>
                    <a:pt x="37968" y="4117804"/>
                  </a:lnTo>
                  <a:lnTo>
                    <a:pt x="65405" y="4159423"/>
                  </a:lnTo>
                  <a:lnTo>
                    <a:pt x="98924" y="4195363"/>
                  </a:lnTo>
                  <a:lnTo>
                    <a:pt x="137739" y="4224780"/>
                  </a:lnTo>
                  <a:lnTo>
                    <a:pt x="181066" y="4246833"/>
                  </a:lnTo>
                  <a:lnTo>
                    <a:pt x="228118" y="4260681"/>
                  </a:lnTo>
                  <a:lnTo>
                    <a:pt x="278111" y="4265484"/>
                  </a:lnTo>
                  <a:lnTo>
                    <a:pt x="328096" y="4260681"/>
                  </a:lnTo>
                  <a:lnTo>
                    <a:pt x="375144" y="4246833"/>
                  </a:lnTo>
                  <a:lnTo>
                    <a:pt x="418470" y="4224780"/>
                  </a:lnTo>
                  <a:lnTo>
                    <a:pt x="457286" y="4195363"/>
                  </a:lnTo>
                  <a:lnTo>
                    <a:pt x="490807" y="4159423"/>
                  </a:lnTo>
                  <a:lnTo>
                    <a:pt x="518246" y="4117804"/>
                  </a:lnTo>
                  <a:lnTo>
                    <a:pt x="538820" y="4071344"/>
                  </a:lnTo>
                  <a:lnTo>
                    <a:pt x="551741" y="4020886"/>
                  </a:lnTo>
                  <a:lnTo>
                    <a:pt x="556222" y="3967269"/>
                  </a:lnTo>
                  <a:lnTo>
                    <a:pt x="551741" y="3913652"/>
                  </a:lnTo>
                  <a:lnTo>
                    <a:pt x="538820" y="3863195"/>
                  </a:lnTo>
                  <a:lnTo>
                    <a:pt x="518247" y="3816734"/>
                  </a:lnTo>
                  <a:lnTo>
                    <a:pt x="490807" y="3775115"/>
                  </a:lnTo>
                  <a:lnTo>
                    <a:pt x="457286" y="3739176"/>
                  </a:lnTo>
                  <a:lnTo>
                    <a:pt x="418470" y="3709759"/>
                  </a:lnTo>
                  <a:lnTo>
                    <a:pt x="375144" y="3687706"/>
                  </a:lnTo>
                  <a:lnTo>
                    <a:pt x="328096" y="3673857"/>
                  </a:lnTo>
                  <a:lnTo>
                    <a:pt x="278111" y="3669054"/>
                  </a:lnTo>
                  <a:close/>
                </a:path>
                <a:path w="556260" h="6953250">
                  <a:moveTo>
                    <a:pt x="278111" y="2935243"/>
                  </a:moveTo>
                  <a:lnTo>
                    <a:pt x="228118" y="2940046"/>
                  </a:lnTo>
                  <a:lnTo>
                    <a:pt x="181066" y="2953894"/>
                  </a:lnTo>
                  <a:lnTo>
                    <a:pt x="137739" y="2975948"/>
                  </a:lnTo>
                  <a:lnTo>
                    <a:pt x="98924" y="3005364"/>
                  </a:lnTo>
                  <a:lnTo>
                    <a:pt x="65405" y="3041303"/>
                  </a:lnTo>
                  <a:lnTo>
                    <a:pt x="37968" y="3082923"/>
                  </a:lnTo>
                  <a:lnTo>
                    <a:pt x="17397" y="3129383"/>
                  </a:lnTo>
                  <a:lnTo>
                    <a:pt x="4479" y="3179841"/>
                  </a:lnTo>
                  <a:lnTo>
                    <a:pt x="0" y="3233458"/>
                  </a:lnTo>
                  <a:lnTo>
                    <a:pt x="4479" y="3287074"/>
                  </a:lnTo>
                  <a:lnTo>
                    <a:pt x="17397" y="3337532"/>
                  </a:lnTo>
                  <a:lnTo>
                    <a:pt x="37968" y="3383993"/>
                  </a:lnTo>
                  <a:lnTo>
                    <a:pt x="65405" y="3425612"/>
                  </a:lnTo>
                  <a:lnTo>
                    <a:pt x="98924" y="3461551"/>
                  </a:lnTo>
                  <a:lnTo>
                    <a:pt x="137739" y="3490968"/>
                  </a:lnTo>
                  <a:lnTo>
                    <a:pt x="181066" y="3513021"/>
                  </a:lnTo>
                  <a:lnTo>
                    <a:pt x="228118" y="3526870"/>
                  </a:lnTo>
                  <a:lnTo>
                    <a:pt x="278111" y="3531673"/>
                  </a:lnTo>
                  <a:lnTo>
                    <a:pt x="328096" y="3526870"/>
                  </a:lnTo>
                  <a:lnTo>
                    <a:pt x="375144" y="3513021"/>
                  </a:lnTo>
                  <a:lnTo>
                    <a:pt x="418470" y="3490968"/>
                  </a:lnTo>
                  <a:lnTo>
                    <a:pt x="457286" y="3461551"/>
                  </a:lnTo>
                  <a:lnTo>
                    <a:pt x="490807" y="3425612"/>
                  </a:lnTo>
                  <a:lnTo>
                    <a:pt x="518246" y="3383993"/>
                  </a:lnTo>
                  <a:lnTo>
                    <a:pt x="538820" y="3337532"/>
                  </a:lnTo>
                  <a:lnTo>
                    <a:pt x="551741" y="3287074"/>
                  </a:lnTo>
                  <a:lnTo>
                    <a:pt x="556222" y="3233458"/>
                  </a:lnTo>
                  <a:lnTo>
                    <a:pt x="551741" y="3179841"/>
                  </a:lnTo>
                  <a:lnTo>
                    <a:pt x="538820" y="3129383"/>
                  </a:lnTo>
                  <a:lnTo>
                    <a:pt x="518247" y="3082923"/>
                  </a:lnTo>
                  <a:lnTo>
                    <a:pt x="490807" y="3041303"/>
                  </a:lnTo>
                  <a:lnTo>
                    <a:pt x="457286" y="3005364"/>
                  </a:lnTo>
                  <a:lnTo>
                    <a:pt x="418470" y="2975948"/>
                  </a:lnTo>
                  <a:lnTo>
                    <a:pt x="375144" y="2953894"/>
                  </a:lnTo>
                  <a:lnTo>
                    <a:pt x="328096" y="2940046"/>
                  </a:lnTo>
                  <a:lnTo>
                    <a:pt x="278111" y="2935243"/>
                  </a:lnTo>
                  <a:close/>
                </a:path>
                <a:path w="556260" h="6953250">
                  <a:moveTo>
                    <a:pt x="278111" y="4402866"/>
                  </a:moveTo>
                  <a:lnTo>
                    <a:pt x="228118" y="4407669"/>
                  </a:lnTo>
                  <a:lnTo>
                    <a:pt x="181066" y="4421517"/>
                  </a:lnTo>
                  <a:lnTo>
                    <a:pt x="137739" y="4443570"/>
                  </a:lnTo>
                  <a:lnTo>
                    <a:pt x="98924" y="4472987"/>
                  </a:lnTo>
                  <a:lnTo>
                    <a:pt x="65405" y="4508926"/>
                  </a:lnTo>
                  <a:lnTo>
                    <a:pt x="37968" y="4550545"/>
                  </a:lnTo>
                  <a:lnTo>
                    <a:pt x="17397" y="4597006"/>
                  </a:lnTo>
                  <a:lnTo>
                    <a:pt x="4479" y="4647464"/>
                  </a:lnTo>
                  <a:lnTo>
                    <a:pt x="0" y="4701080"/>
                  </a:lnTo>
                  <a:lnTo>
                    <a:pt x="4479" y="4754697"/>
                  </a:lnTo>
                  <a:lnTo>
                    <a:pt x="17397" y="4805155"/>
                  </a:lnTo>
                  <a:lnTo>
                    <a:pt x="37968" y="4851616"/>
                  </a:lnTo>
                  <a:lnTo>
                    <a:pt x="65405" y="4893235"/>
                  </a:lnTo>
                  <a:lnTo>
                    <a:pt x="98924" y="4929174"/>
                  </a:lnTo>
                  <a:lnTo>
                    <a:pt x="137739" y="4958591"/>
                  </a:lnTo>
                  <a:lnTo>
                    <a:pt x="181066" y="4980644"/>
                  </a:lnTo>
                  <a:lnTo>
                    <a:pt x="228118" y="4994492"/>
                  </a:lnTo>
                  <a:lnTo>
                    <a:pt x="278111" y="4999295"/>
                  </a:lnTo>
                  <a:lnTo>
                    <a:pt x="328096" y="4994492"/>
                  </a:lnTo>
                  <a:lnTo>
                    <a:pt x="375144" y="4980644"/>
                  </a:lnTo>
                  <a:lnTo>
                    <a:pt x="418470" y="4958591"/>
                  </a:lnTo>
                  <a:lnTo>
                    <a:pt x="457286" y="4929174"/>
                  </a:lnTo>
                  <a:lnTo>
                    <a:pt x="490807" y="4893235"/>
                  </a:lnTo>
                  <a:lnTo>
                    <a:pt x="518246" y="4851616"/>
                  </a:lnTo>
                  <a:lnTo>
                    <a:pt x="538820" y="4805155"/>
                  </a:lnTo>
                  <a:lnTo>
                    <a:pt x="551741" y="4754697"/>
                  </a:lnTo>
                  <a:lnTo>
                    <a:pt x="556222" y="4701080"/>
                  </a:lnTo>
                  <a:lnTo>
                    <a:pt x="551741" y="4647464"/>
                  </a:lnTo>
                  <a:lnTo>
                    <a:pt x="538820" y="4597006"/>
                  </a:lnTo>
                  <a:lnTo>
                    <a:pt x="518247" y="4550545"/>
                  </a:lnTo>
                  <a:lnTo>
                    <a:pt x="490807" y="4508926"/>
                  </a:lnTo>
                  <a:lnTo>
                    <a:pt x="457286" y="4472987"/>
                  </a:lnTo>
                  <a:lnTo>
                    <a:pt x="418470" y="4443570"/>
                  </a:lnTo>
                  <a:lnTo>
                    <a:pt x="375144" y="4421517"/>
                  </a:lnTo>
                  <a:lnTo>
                    <a:pt x="328096" y="4407669"/>
                  </a:lnTo>
                  <a:lnTo>
                    <a:pt x="278111" y="4402866"/>
                  </a:lnTo>
                  <a:close/>
                </a:path>
                <a:path w="556260" h="6953250">
                  <a:moveTo>
                    <a:pt x="278111" y="6352991"/>
                  </a:moveTo>
                  <a:lnTo>
                    <a:pt x="228118" y="6357824"/>
                  </a:lnTo>
                  <a:lnTo>
                    <a:pt x="181066" y="6371758"/>
                  </a:lnTo>
                  <a:lnTo>
                    <a:pt x="137739" y="6393945"/>
                  </a:lnTo>
                  <a:lnTo>
                    <a:pt x="98924" y="6423536"/>
                  </a:lnTo>
                  <a:lnTo>
                    <a:pt x="65405" y="6459684"/>
                  </a:lnTo>
                  <a:lnTo>
                    <a:pt x="37968" y="6501541"/>
                  </a:lnTo>
                  <a:lnTo>
                    <a:pt x="17397" y="6548258"/>
                  </a:lnTo>
                  <a:lnTo>
                    <a:pt x="4479" y="6598987"/>
                  </a:lnTo>
                  <a:lnTo>
                    <a:pt x="0" y="6652882"/>
                  </a:lnTo>
                  <a:lnTo>
                    <a:pt x="4479" y="6706777"/>
                  </a:lnTo>
                  <a:lnTo>
                    <a:pt x="17397" y="6757506"/>
                  </a:lnTo>
                  <a:lnTo>
                    <a:pt x="37968" y="6804224"/>
                  </a:lnTo>
                  <a:lnTo>
                    <a:pt x="65405" y="6846080"/>
                  </a:lnTo>
                  <a:lnTo>
                    <a:pt x="98924" y="6882227"/>
                  </a:lnTo>
                  <a:lnTo>
                    <a:pt x="137739" y="6911819"/>
                  </a:lnTo>
                  <a:lnTo>
                    <a:pt x="181066" y="6934005"/>
                  </a:lnTo>
                  <a:lnTo>
                    <a:pt x="228118" y="6947940"/>
                  </a:lnTo>
                  <a:lnTo>
                    <a:pt x="278111" y="6952773"/>
                  </a:lnTo>
                  <a:lnTo>
                    <a:pt x="328096" y="6947940"/>
                  </a:lnTo>
                  <a:lnTo>
                    <a:pt x="375144" y="6934005"/>
                  </a:lnTo>
                  <a:lnTo>
                    <a:pt x="418470" y="6911819"/>
                  </a:lnTo>
                  <a:lnTo>
                    <a:pt x="457286" y="6882227"/>
                  </a:lnTo>
                  <a:lnTo>
                    <a:pt x="490807" y="6846080"/>
                  </a:lnTo>
                  <a:lnTo>
                    <a:pt x="518246" y="6804222"/>
                  </a:lnTo>
                  <a:lnTo>
                    <a:pt x="538820" y="6757506"/>
                  </a:lnTo>
                  <a:lnTo>
                    <a:pt x="551741" y="6706777"/>
                  </a:lnTo>
                  <a:lnTo>
                    <a:pt x="556222" y="6652882"/>
                  </a:lnTo>
                  <a:lnTo>
                    <a:pt x="551741" y="6598987"/>
                  </a:lnTo>
                  <a:lnTo>
                    <a:pt x="538820" y="6548258"/>
                  </a:lnTo>
                  <a:lnTo>
                    <a:pt x="518247" y="6501541"/>
                  </a:lnTo>
                  <a:lnTo>
                    <a:pt x="490807" y="6459684"/>
                  </a:lnTo>
                  <a:lnTo>
                    <a:pt x="457286" y="6423536"/>
                  </a:lnTo>
                  <a:lnTo>
                    <a:pt x="418470" y="6393945"/>
                  </a:lnTo>
                  <a:lnTo>
                    <a:pt x="375144" y="6371758"/>
                  </a:lnTo>
                  <a:lnTo>
                    <a:pt x="328096" y="6357824"/>
                  </a:lnTo>
                  <a:lnTo>
                    <a:pt x="278111" y="6352991"/>
                  </a:lnTo>
                  <a:close/>
                </a:path>
              </a:pathLst>
            </a:custGeom>
            <a:ln w="20941">
              <a:solidFill>
                <a:srgbClr val="FB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0" dirty="0"/>
              <a:t>L</a:t>
            </a:r>
            <a:r>
              <a:rPr spc="-330" dirty="0"/>
              <a:t> </a:t>
            </a:r>
            <a:r>
              <a:rPr spc="-195" dirty="0"/>
              <a:t>O</a:t>
            </a:r>
            <a:r>
              <a:rPr spc="-120" dirty="0"/>
              <a:t> </a:t>
            </a:r>
            <a:r>
              <a:rPr spc="-300" dirty="0"/>
              <a:t>G</a:t>
            </a:r>
            <a:r>
              <a:rPr spc="5" dirty="0"/>
              <a:t> </a:t>
            </a:r>
            <a:r>
              <a:rPr spc="-25" dirty="0"/>
              <a:t>IN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0335" y="1831935"/>
            <a:ext cx="171450" cy="2444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45294" y="1725467"/>
            <a:ext cx="88201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320" dirty="0">
                <a:solidFill>
                  <a:srgbClr val="006FBF"/>
                </a:solidFill>
                <a:latin typeface="Times New Roman"/>
                <a:cs typeface="Times New Roman"/>
              </a:rPr>
              <a:t>A</a:t>
            </a:r>
            <a:r>
              <a:rPr sz="2600" spc="-155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2600" spc="-300" dirty="0">
                <a:solidFill>
                  <a:srgbClr val="006FBF"/>
                </a:solidFill>
                <a:latin typeface="Times New Roman"/>
                <a:cs typeface="Times New Roman"/>
              </a:rPr>
              <a:t>G</a:t>
            </a:r>
            <a:r>
              <a:rPr sz="2600" spc="-80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2600" spc="-85" dirty="0">
                <a:solidFill>
                  <a:srgbClr val="006FBF"/>
                </a:solidFill>
                <a:latin typeface="Times New Roman"/>
                <a:cs typeface="Times New Roman"/>
              </a:rPr>
              <a:t>E</a:t>
            </a:r>
            <a:r>
              <a:rPr sz="2600" spc="-280" dirty="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4747" y="2249011"/>
            <a:ext cx="154940" cy="4681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47180" y="7588937"/>
            <a:ext cx="187325" cy="259079"/>
          </a:xfrm>
          <a:custGeom>
            <a:avLst/>
            <a:gdLst/>
            <a:ahLst/>
            <a:cxnLst/>
            <a:rect l="l" t="t" r="r" b="b"/>
            <a:pathLst>
              <a:path w="187325" h="259079">
                <a:moveTo>
                  <a:pt x="102771" y="259080"/>
                </a:moveTo>
                <a:lnTo>
                  <a:pt x="84748" y="259080"/>
                </a:lnTo>
                <a:lnTo>
                  <a:pt x="67488" y="256540"/>
                </a:lnTo>
                <a:lnTo>
                  <a:pt x="30431" y="240030"/>
                </a:lnTo>
                <a:lnTo>
                  <a:pt x="12669" y="220980"/>
                </a:lnTo>
                <a:lnTo>
                  <a:pt x="8180" y="214630"/>
                </a:lnTo>
                <a:lnTo>
                  <a:pt x="0" y="175260"/>
                </a:lnTo>
                <a:lnTo>
                  <a:pt x="599" y="170180"/>
                </a:lnTo>
                <a:lnTo>
                  <a:pt x="2999" y="157480"/>
                </a:lnTo>
                <a:lnTo>
                  <a:pt x="4771" y="152400"/>
                </a:lnTo>
                <a:lnTo>
                  <a:pt x="7116" y="147320"/>
                </a:lnTo>
                <a:lnTo>
                  <a:pt x="9516" y="140970"/>
                </a:lnTo>
                <a:lnTo>
                  <a:pt x="12379" y="135890"/>
                </a:lnTo>
                <a:lnTo>
                  <a:pt x="19033" y="125730"/>
                </a:lnTo>
                <a:lnTo>
                  <a:pt x="22905" y="120650"/>
                </a:lnTo>
                <a:lnTo>
                  <a:pt x="27322" y="116840"/>
                </a:lnTo>
                <a:lnTo>
                  <a:pt x="27731" y="116840"/>
                </a:lnTo>
                <a:lnTo>
                  <a:pt x="23314" y="113030"/>
                </a:lnTo>
                <a:lnTo>
                  <a:pt x="11120" y="81280"/>
                </a:lnTo>
                <a:lnTo>
                  <a:pt x="11155" y="68580"/>
                </a:lnTo>
                <a:lnTo>
                  <a:pt x="23354" y="35560"/>
                </a:lnTo>
                <a:lnTo>
                  <a:pt x="27537" y="29210"/>
                </a:lnTo>
                <a:lnTo>
                  <a:pt x="32230" y="24130"/>
                </a:lnTo>
                <a:lnTo>
                  <a:pt x="37680" y="17780"/>
                </a:lnTo>
                <a:lnTo>
                  <a:pt x="43560" y="13970"/>
                </a:lnTo>
                <a:lnTo>
                  <a:pt x="49869" y="10160"/>
                </a:lnTo>
                <a:lnTo>
                  <a:pt x="56608" y="6350"/>
                </a:lnTo>
                <a:lnTo>
                  <a:pt x="63653" y="2540"/>
                </a:lnTo>
                <a:lnTo>
                  <a:pt x="78051" y="0"/>
                </a:lnTo>
                <a:lnTo>
                  <a:pt x="99452" y="0"/>
                </a:lnTo>
                <a:lnTo>
                  <a:pt x="106278" y="2540"/>
                </a:lnTo>
                <a:lnTo>
                  <a:pt x="112971" y="3810"/>
                </a:lnTo>
                <a:lnTo>
                  <a:pt x="119459" y="7620"/>
                </a:lnTo>
                <a:lnTo>
                  <a:pt x="125589" y="10160"/>
                </a:lnTo>
                <a:lnTo>
                  <a:pt x="131361" y="15240"/>
                </a:lnTo>
                <a:lnTo>
                  <a:pt x="136775" y="19050"/>
                </a:lnTo>
                <a:lnTo>
                  <a:pt x="142006" y="24130"/>
                </a:lnTo>
                <a:lnTo>
                  <a:pt x="146571" y="30480"/>
                </a:lnTo>
                <a:lnTo>
                  <a:pt x="150472" y="35560"/>
                </a:lnTo>
                <a:lnTo>
                  <a:pt x="153709" y="41910"/>
                </a:lnTo>
                <a:lnTo>
                  <a:pt x="155233" y="45720"/>
                </a:lnTo>
                <a:lnTo>
                  <a:pt x="28713" y="45720"/>
                </a:lnTo>
                <a:lnTo>
                  <a:pt x="27513" y="52070"/>
                </a:lnTo>
                <a:lnTo>
                  <a:pt x="26586" y="57150"/>
                </a:lnTo>
                <a:lnTo>
                  <a:pt x="25277" y="68580"/>
                </a:lnTo>
                <a:lnTo>
                  <a:pt x="24513" y="73660"/>
                </a:lnTo>
                <a:lnTo>
                  <a:pt x="23641" y="80010"/>
                </a:lnTo>
                <a:lnTo>
                  <a:pt x="63561" y="80010"/>
                </a:lnTo>
                <a:lnTo>
                  <a:pt x="67160" y="82550"/>
                </a:lnTo>
                <a:lnTo>
                  <a:pt x="69451" y="83820"/>
                </a:lnTo>
                <a:lnTo>
                  <a:pt x="75014" y="86360"/>
                </a:lnTo>
                <a:lnTo>
                  <a:pt x="80413" y="86360"/>
                </a:lnTo>
                <a:lnTo>
                  <a:pt x="83085" y="87630"/>
                </a:lnTo>
                <a:lnTo>
                  <a:pt x="157057" y="87630"/>
                </a:lnTo>
                <a:lnTo>
                  <a:pt x="153927" y="96520"/>
                </a:lnTo>
                <a:lnTo>
                  <a:pt x="151146" y="101600"/>
                </a:lnTo>
                <a:lnTo>
                  <a:pt x="147819" y="104140"/>
                </a:lnTo>
                <a:lnTo>
                  <a:pt x="149891" y="104140"/>
                </a:lnTo>
                <a:lnTo>
                  <a:pt x="152073" y="105410"/>
                </a:lnTo>
                <a:lnTo>
                  <a:pt x="154254" y="107950"/>
                </a:lnTo>
                <a:lnTo>
                  <a:pt x="156436" y="109220"/>
                </a:lnTo>
                <a:lnTo>
                  <a:pt x="158617" y="111760"/>
                </a:lnTo>
                <a:lnTo>
                  <a:pt x="164942" y="116840"/>
                </a:lnTo>
                <a:lnTo>
                  <a:pt x="170499" y="124460"/>
                </a:lnTo>
                <a:lnTo>
                  <a:pt x="175290" y="130810"/>
                </a:lnTo>
                <a:lnTo>
                  <a:pt x="179313" y="138430"/>
                </a:lnTo>
                <a:lnTo>
                  <a:pt x="179814" y="139700"/>
                </a:lnTo>
                <a:lnTo>
                  <a:pt x="88511" y="139700"/>
                </a:lnTo>
                <a:lnTo>
                  <a:pt x="83330" y="140970"/>
                </a:lnTo>
                <a:lnTo>
                  <a:pt x="73132" y="144780"/>
                </a:lnTo>
                <a:lnTo>
                  <a:pt x="68551" y="148590"/>
                </a:lnTo>
                <a:lnTo>
                  <a:pt x="64461" y="152400"/>
                </a:lnTo>
                <a:lnTo>
                  <a:pt x="63170" y="153670"/>
                </a:lnTo>
                <a:lnTo>
                  <a:pt x="16769" y="153670"/>
                </a:lnTo>
                <a:lnTo>
                  <a:pt x="16497" y="156210"/>
                </a:lnTo>
                <a:lnTo>
                  <a:pt x="16306" y="157480"/>
                </a:lnTo>
                <a:lnTo>
                  <a:pt x="16088" y="158750"/>
                </a:lnTo>
                <a:lnTo>
                  <a:pt x="16006" y="160020"/>
                </a:lnTo>
                <a:lnTo>
                  <a:pt x="15897" y="161290"/>
                </a:lnTo>
                <a:lnTo>
                  <a:pt x="15788" y="162560"/>
                </a:lnTo>
                <a:lnTo>
                  <a:pt x="15460" y="163830"/>
                </a:lnTo>
                <a:lnTo>
                  <a:pt x="15324" y="166370"/>
                </a:lnTo>
                <a:lnTo>
                  <a:pt x="15228" y="167493"/>
                </a:lnTo>
                <a:lnTo>
                  <a:pt x="19909" y="167493"/>
                </a:lnTo>
                <a:lnTo>
                  <a:pt x="19732" y="168317"/>
                </a:lnTo>
                <a:lnTo>
                  <a:pt x="16660" y="172720"/>
                </a:lnTo>
                <a:lnTo>
                  <a:pt x="14997" y="179070"/>
                </a:lnTo>
                <a:lnTo>
                  <a:pt x="15106" y="181610"/>
                </a:lnTo>
                <a:lnTo>
                  <a:pt x="15215" y="184150"/>
                </a:lnTo>
                <a:lnTo>
                  <a:pt x="15270" y="185420"/>
                </a:lnTo>
                <a:lnTo>
                  <a:pt x="15379" y="187960"/>
                </a:lnTo>
                <a:lnTo>
                  <a:pt x="15433" y="189230"/>
                </a:lnTo>
                <a:lnTo>
                  <a:pt x="16797" y="195580"/>
                </a:lnTo>
                <a:lnTo>
                  <a:pt x="19305" y="200660"/>
                </a:lnTo>
                <a:lnTo>
                  <a:pt x="64897" y="200660"/>
                </a:lnTo>
                <a:lnTo>
                  <a:pt x="69560" y="203200"/>
                </a:lnTo>
                <a:lnTo>
                  <a:pt x="80794" y="205740"/>
                </a:lnTo>
                <a:lnTo>
                  <a:pt x="86984" y="207010"/>
                </a:lnTo>
                <a:lnTo>
                  <a:pt x="179313" y="207010"/>
                </a:lnTo>
                <a:lnTo>
                  <a:pt x="176750" y="212090"/>
                </a:lnTo>
                <a:lnTo>
                  <a:pt x="173751" y="217170"/>
                </a:lnTo>
                <a:lnTo>
                  <a:pt x="170315" y="222250"/>
                </a:lnTo>
                <a:lnTo>
                  <a:pt x="166934" y="227330"/>
                </a:lnTo>
                <a:lnTo>
                  <a:pt x="128677" y="252730"/>
                </a:lnTo>
                <a:lnTo>
                  <a:pt x="111600" y="257810"/>
                </a:lnTo>
                <a:lnTo>
                  <a:pt x="102771" y="259080"/>
                </a:lnTo>
                <a:close/>
              </a:path>
              <a:path w="187325" h="259079">
                <a:moveTo>
                  <a:pt x="30021" y="80010"/>
                </a:moveTo>
                <a:lnTo>
                  <a:pt x="23641" y="80010"/>
                </a:lnTo>
                <a:lnTo>
                  <a:pt x="24513" y="73660"/>
                </a:lnTo>
                <a:lnTo>
                  <a:pt x="25277" y="68580"/>
                </a:lnTo>
                <a:lnTo>
                  <a:pt x="26586" y="57150"/>
                </a:lnTo>
                <a:lnTo>
                  <a:pt x="27513" y="52070"/>
                </a:lnTo>
                <a:lnTo>
                  <a:pt x="28713" y="45720"/>
                </a:lnTo>
                <a:lnTo>
                  <a:pt x="31794" y="46990"/>
                </a:lnTo>
                <a:lnTo>
                  <a:pt x="34684" y="48260"/>
                </a:lnTo>
                <a:lnTo>
                  <a:pt x="32176" y="53340"/>
                </a:lnTo>
                <a:lnTo>
                  <a:pt x="30567" y="58420"/>
                </a:lnTo>
                <a:lnTo>
                  <a:pt x="29858" y="63500"/>
                </a:lnTo>
                <a:lnTo>
                  <a:pt x="29203" y="68580"/>
                </a:lnTo>
                <a:lnTo>
                  <a:pt x="29258" y="73660"/>
                </a:lnTo>
                <a:lnTo>
                  <a:pt x="30021" y="80010"/>
                </a:lnTo>
                <a:close/>
              </a:path>
              <a:path w="187325" h="259079">
                <a:moveTo>
                  <a:pt x="63561" y="80010"/>
                </a:moveTo>
                <a:lnTo>
                  <a:pt x="30021" y="80010"/>
                </a:lnTo>
                <a:lnTo>
                  <a:pt x="29258" y="73660"/>
                </a:lnTo>
                <a:lnTo>
                  <a:pt x="29203" y="68580"/>
                </a:lnTo>
                <a:lnTo>
                  <a:pt x="29858" y="63500"/>
                </a:lnTo>
                <a:lnTo>
                  <a:pt x="30567" y="58420"/>
                </a:lnTo>
                <a:lnTo>
                  <a:pt x="32176" y="53340"/>
                </a:lnTo>
                <a:lnTo>
                  <a:pt x="34684" y="48260"/>
                </a:lnTo>
                <a:lnTo>
                  <a:pt x="31794" y="46990"/>
                </a:lnTo>
                <a:lnTo>
                  <a:pt x="28713" y="45720"/>
                </a:lnTo>
                <a:lnTo>
                  <a:pt x="155233" y="45720"/>
                </a:lnTo>
                <a:lnTo>
                  <a:pt x="156250" y="48260"/>
                </a:lnTo>
                <a:lnTo>
                  <a:pt x="156855" y="50800"/>
                </a:lnTo>
                <a:lnTo>
                  <a:pt x="83658" y="50800"/>
                </a:lnTo>
                <a:lnTo>
                  <a:pt x="81994" y="52070"/>
                </a:lnTo>
                <a:lnTo>
                  <a:pt x="78886" y="52070"/>
                </a:lnTo>
                <a:lnTo>
                  <a:pt x="77413" y="53340"/>
                </a:lnTo>
                <a:lnTo>
                  <a:pt x="74632" y="54610"/>
                </a:lnTo>
                <a:lnTo>
                  <a:pt x="73405" y="55880"/>
                </a:lnTo>
                <a:lnTo>
                  <a:pt x="71223" y="57150"/>
                </a:lnTo>
                <a:lnTo>
                  <a:pt x="70378" y="58420"/>
                </a:lnTo>
                <a:lnTo>
                  <a:pt x="67597" y="60960"/>
                </a:lnTo>
                <a:lnTo>
                  <a:pt x="65852" y="63500"/>
                </a:lnTo>
                <a:lnTo>
                  <a:pt x="64543" y="67310"/>
                </a:lnTo>
                <a:lnTo>
                  <a:pt x="63288" y="69850"/>
                </a:lnTo>
                <a:lnTo>
                  <a:pt x="62661" y="72390"/>
                </a:lnTo>
                <a:lnTo>
                  <a:pt x="62661" y="77470"/>
                </a:lnTo>
                <a:lnTo>
                  <a:pt x="63561" y="80010"/>
                </a:lnTo>
                <a:close/>
              </a:path>
              <a:path w="187325" h="259079">
                <a:moveTo>
                  <a:pt x="157057" y="87630"/>
                </a:moveTo>
                <a:lnTo>
                  <a:pt x="88566" y="87630"/>
                </a:lnTo>
                <a:lnTo>
                  <a:pt x="91538" y="86360"/>
                </a:lnTo>
                <a:lnTo>
                  <a:pt x="94319" y="86360"/>
                </a:lnTo>
                <a:lnTo>
                  <a:pt x="97101" y="85090"/>
                </a:lnTo>
                <a:lnTo>
                  <a:pt x="99473" y="83820"/>
                </a:lnTo>
                <a:lnTo>
                  <a:pt x="101436" y="81280"/>
                </a:lnTo>
                <a:lnTo>
                  <a:pt x="103399" y="80010"/>
                </a:lnTo>
                <a:lnTo>
                  <a:pt x="104926" y="78740"/>
                </a:lnTo>
                <a:lnTo>
                  <a:pt x="107108" y="73660"/>
                </a:lnTo>
                <a:lnTo>
                  <a:pt x="107653" y="71120"/>
                </a:lnTo>
                <a:lnTo>
                  <a:pt x="107653" y="67310"/>
                </a:lnTo>
                <a:lnTo>
                  <a:pt x="107108" y="64770"/>
                </a:lnTo>
                <a:lnTo>
                  <a:pt x="104926" y="60960"/>
                </a:lnTo>
                <a:lnTo>
                  <a:pt x="103399" y="58420"/>
                </a:lnTo>
                <a:lnTo>
                  <a:pt x="99473" y="55880"/>
                </a:lnTo>
                <a:lnTo>
                  <a:pt x="97101" y="53340"/>
                </a:lnTo>
                <a:lnTo>
                  <a:pt x="94319" y="53340"/>
                </a:lnTo>
                <a:lnTo>
                  <a:pt x="91538" y="52070"/>
                </a:lnTo>
                <a:lnTo>
                  <a:pt x="88566" y="50800"/>
                </a:lnTo>
                <a:lnTo>
                  <a:pt x="156855" y="50800"/>
                </a:lnTo>
                <a:lnTo>
                  <a:pt x="158065" y="55880"/>
                </a:lnTo>
                <a:lnTo>
                  <a:pt x="159154" y="62230"/>
                </a:lnTo>
                <a:lnTo>
                  <a:pt x="159275" y="64770"/>
                </a:lnTo>
                <a:lnTo>
                  <a:pt x="159396" y="67310"/>
                </a:lnTo>
                <a:lnTo>
                  <a:pt x="159517" y="76200"/>
                </a:lnTo>
                <a:lnTo>
                  <a:pt x="158399" y="83820"/>
                </a:lnTo>
                <a:lnTo>
                  <a:pt x="157057" y="87630"/>
                </a:lnTo>
                <a:close/>
              </a:path>
              <a:path w="187325" h="259079">
                <a:moveTo>
                  <a:pt x="179313" y="207010"/>
                </a:moveTo>
                <a:lnTo>
                  <a:pt x="99637" y="207010"/>
                </a:lnTo>
                <a:lnTo>
                  <a:pt x="105145" y="205740"/>
                </a:lnTo>
                <a:lnTo>
                  <a:pt x="110271" y="204470"/>
                </a:lnTo>
                <a:lnTo>
                  <a:pt x="115397" y="201930"/>
                </a:lnTo>
                <a:lnTo>
                  <a:pt x="119815" y="199390"/>
                </a:lnTo>
                <a:lnTo>
                  <a:pt x="123523" y="196850"/>
                </a:lnTo>
                <a:lnTo>
                  <a:pt x="127232" y="193040"/>
                </a:lnTo>
                <a:lnTo>
                  <a:pt x="130149" y="190500"/>
                </a:lnTo>
                <a:lnTo>
                  <a:pt x="134403" y="181610"/>
                </a:lnTo>
                <a:lnTo>
                  <a:pt x="135467" y="177800"/>
                </a:lnTo>
                <a:lnTo>
                  <a:pt x="135343" y="168317"/>
                </a:lnTo>
                <a:lnTo>
                  <a:pt x="134403" y="163830"/>
                </a:lnTo>
                <a:lnTo>
                  <a:pt x="130149" y="156210"/>
                </a:lnTo>
                <a:lnTo>
                  <a:pt x="127232" y="152400"/>
                </a:lnTo>
                <a:lnTo>
                  <a:pt x="123523" y="149860"/>
                </a:lnTo>
                <a:lnTo>
                  <a:pt x="119815" y="146050"/>
                </a:lnTo>
                <a:lnTo>
                  <a:pt x="115397" y="143510"/>
                </a:lnTo>
                <a:lnTo>
                  <a:pt x="110271" y="142240"/>
                </a:lnTo>
                <a:lnTo>
                  <a:pt x="105145" y="139700"/>
                </a:lnTo>
                <a:lnTo>
                  <a:pt x="179814" y="139700"/>
                </a:lnTo>
                <a:lnTo>
                  <a:pt x="182821" y="147320"/>
                </a:lnTo>
                <a:lnTo>
                  <a:pt x="187187" y="170180"/>
                </a:lnTo>
                <a:lnTo>
                  <a:pt x="187259" y="171450"/>
                </a:lnTo>
                <a:lnTo>
                  <a:pt x="187330" y="179070"/>
                </a:lnTo>
                <a:lnTo>
                  <a:pt x="186594" y="185420"/>
                </a:lnTo>
                <a:lnTo>
                  <a:pt x="185121" y="190500"/>
                </a:lnTo>
                <a:lnTo>
                  <a:pt x="183704" y="196850"/>
                </a:lnTo>
                <a:lnTo>
                  <a:pt x="181768" y="201930"/>
                </a:lnTo>
                <a:lnTo>
                  <a:pt x="179313" y="207010"/>
                </a:lnTo>
                <a:close/>
              </a:path>
              <a:path w="187325" h="259079">
                <a:moveTo>
                  <a:pt x="19909" y="167493"/>
                </a:moveTo>
                <a:lnTo>
                  <a:pt x="15228" y="167493"/>
                </a:lnTo>
                <a:lnTo>
                  <a:pt x="15324" y="166370"/>
                </a:lnTo>
                <a:lnTo>
                  <a:pt x="15460" y="163830"/>
                </a:lnTo>
                <a:lnTo>
                  <a:pt x="15788" y="162560"/>
                </a:lnTo>
                <a:lnTo>
                  <a:pt x="15897" y="161290"/>
                </a:lnTo>
                <a:lnTo>
                  <a:pt x="16006" y="160020"/>
                </a:lnTo>
                <a:lnTo>
                  <a:pt x="16088" y="158750"/>
                </a:lnTo>
                <a:lnTo>
                  <a:pt x="16306" y="157480"/>
                </a:lnTo>
                <a:lnTo>
                  <a:pt x="16497" y="156210"/>
                </a:lnTo>
                <a:lnTo>
                  <a:pt x="16769" y="153670"/>
                </a:lnTo>
                <a:lnTo>
                  <a:pt x="19741" y="154940"/>
                </a:lnTo>
                <a:lnTo>
                  <a:pt x="23232" y="154940"/>
                </a:lnTo>
                <a:lnTo>
                  <a:pt x="21814" y="160020"/>
                </a:lnTo>
                <a:lnTo>
                  <a:pt x="20696" y="163830"/>
                </a:lnTo>
                <a:lnTo>
                  <a:pt x="20151" y="166370"/>
                </a:lnTo>
                <a:lnTo>
                  <a:pt x="17015" y="166370"/>
                </a:lnTo>
                <a:lnTo>
                  <a:pt x="19909" y="167493"/>
                </a:lnTo>
                <a:close/>
              </a:path>
              <a:path w="187325" h="259079">
                <a:moveTo>
                  <a:pt x="20520" y="167493"/>
                </a:moveTo>
                <a:lnTo>
                  <a:pt x="19909" y="167493"/>
                </a:lnTo>
                <a:lnTo>
                  <a:pt x="20696" y="163830"/>
                </a:lnTo>
                <a:lnTo>
                  <a:pt x="21814" y="160020"/>
                </a:lnTo>
                <a:lnTo>
                  <a:pt x="23232" y="154940"/>
                </a:lnTo>
                <a:lnTo>
                  <a:pt x="19741" y="154940"/>
                </a:lnTo>
                <a:lnTo>
                  <a:pt x="16769" y="153670"/>
                </a:lnTo>
                <a:lnTo>
                  <a:pt x="63170" y="153670"/>
                </a:lnTo>
                <a:lnTo>
                  <a:pt x="60589" y="156210"/>
                </a:lnTo>
                <a:lnTo>
                  <a:pt x="57535" y="161290"/>
                </a:lnTo>
                <a:lnTo>
                  <a:pt x="55299" y="166370"/>
                </a:lnTo>
                <a:lnTo>
                  <a:pt x="22305" y="166370"/>
                </a:lnTo>
                <a:lnTo>
                  <a:pt x="20520" y="167493"/>
                </a:lnTo>
                <a:close/>
              </a:path>
              <a:path w="187325" h="259079">
                <a:moveTo>
                  <a:pt x="19909" y="167493"/>
                </a:moveTo>
                <a:lnTo>
                  <a:pt x="17015" y="166370"/>
                </a:lnTo>
                <a:lnTo>
                  <a:pt x="20151" y="166370"/>
                </a:lnTo>
                <a:lnTo>
                  <a:pt x="19909" y="167493"/>
                </a:lnTo>
                <a:close/>
              </a:path>
              <a:path w="187325" h="259079">
                <a:moveTo>
                  <a:pt x="64897" y="200660"/>
                </a:moveTo>
                <a:lnTo>
                  <a:pt x="21159" y="200660"/>
                </a:lnTo>
                <a:lnTo>
                  <a:pt x="22250" y="199390"/>
                </a:lnTo>
                <a:lnTo>
                  <a:pt x="23232" y="199390"/>
                </a:lnTo>
                <a:lnTo>
                  <a:pt x="24868" y="198120"/>
                </a:lnTo>
                <a:lnTo>
                  <a:pt x="22632" y="194310"/>
                </a:lnTo>
                <a:lnTo>
                  <a:pt x="21023" y="191770"/>
                </a:lnTo>
                <a:lnTo>
                  <a:pt x="20041" y="187960"/>
                </a:lnTo>
                <a:lnTo>
                  <a:pt x="19114" y="184150"/>
                </a:lnTo>
                <a:lnTo>
                  <a:pt x="18651" y="181610"/>
                </a:lnTo>
                <a:lnTo>
                  <a:pt x="18651" y="173990"/>
                </a:lnTo>
                <a:lnTo>
                  <a:pt x="19060" y="171450"/>
                </a:lnTo>
                <a:lnTo>
                  <a:pt x="19732" y="168317"/>
                </a:lnTo>
                <a:lnTo>
                  <a:pt x="20370" y="167493"/>
                </a:lnTo>
                <a:lnTo>
                  <a:pt x="20520" y="167493"/>
                </a:lnTo>
                <a:lnTo>
                  <a:pt x="22305" y="166370"/>
                </a:lnTo>
                <a:lnTo>
                  <a:pt x="55299" y="166370"/>
                </a:lnTo>
                <a:lnTo>
                  <a:pt x="53117" y="171450"/>
                </a:lnTo>
                <a:lnTo>
                  <a:pt x="52027" y="176530"/>
                </a:lnTo>
                <a:lnTo>
                  <a:pt x="52027" y="184150"/>
                </a:lnTo>
                <a:lnTo>
                  <a:pt x="52736" y="187960"/>
                </a:lnTo>
                <a:lnTo>
                  <a:pt x="54154" y="190500"/>
                </a:lnTo>
                <a:lnTo>
                  <a:pt x="55626" y="193040"/>
                </a:lnTo>
                <a:lnTo>
                  <a:pt x="57971" y="195580"/>
                </a:lnTo>
                <a:lnTo>
                  <a:pt x="64897" y="200660"/>
                </a:lnTo>
                <a:close/>
              </a:path>
              <a:path w="187325" h="259079">
                <a:moveTo>
                  <a:pt x="21159" y="200660"/>
                </a:moveTo>
                <a:lnTo>
                  <a:pt x="19305" y="200660"/>
                </a:lnTo>
                <a:lnTo>
                  <a:pt x="16797" y="195580"/>
                </a:lnTo>
                <a:lnTo>
                  <a:pt x="15433" y="189230"/>
                </a:lnTo>
                <a:lnTo>
                  <a:pt x="15379" y="187960"/>
                </a:lnTo>
                <a:lnTo>
                  <a:pt x="15270" y="185420"/>
                </a:lnTo>
                <a:lnTo>
                  <a:pt x="15215" y="184150"/>
                </a:lnTo>
                <a:lnTo>
                  <a:pt x="15106" y="181610"/>
                </a:lnTo>
                <a:lnTo>
                  <a:pt x="14997" y="179070"/>
                </a:lnTo>
                <a:lnTo>
                  <a:pt x="16660" y="172720"/>
                </a:lnTo>
                <a:lnTo>
                  <a:pt x="19732" y="168317"/>
                </a:lnTo>
                <a:lnTo>
                  <a:pt x="19060" y="171450"/>
                </a:lnTo>
                <a:lnTo>
                  <a:pt x="18651" y="173990"/>
                </a:lnTo>
                <a:lnTo>
                  <a:pt x="18651" y="181610"/>
                </a:lnTo>
                <a:lnTo>
                  <a:pt x="19114" y="184150"/>
                </a:lnTo>
                <a:lnTo>
                  <a:pt x="20041" y="187960"/>
                </a:lnTo>
                <a:lnTo>
                  <a:pt x="21023" y="191770"/>
                </a:lnTo>
                <a:lnTo>
                  <a:pt x="22632" y="194310"/>
                </a:lnTo>
                <a:lnTo>
                  <a:pt x="24868" y="198120"/>
                </a:lnTo>
                <a:lnTo>
                  <a:pt x="23232" y="199390"/>
                </a:lnTo>
                <a:lnTo>
                  <a:pt x="22250" y="199390"/>
                </a:lnTo>
                <a:lnTo>
                  <a:pt x="21159" y="200660"/>
                </a:lnTo>
                <a:close/>
              </a:path>
            </a:pathLst>
          </a:custGeom>
          <a:solidFill>
            <a:srgbClr val="001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64747" y="855248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4318029" y="522494"/>
            <a:ext cx="612775" cy="473709"/>
            <a:chOff x="4318029" y="522494"/>
            <a:chExt cx="612775" cy="473709"/>
          </a:xfrm>
        </p:grpSpPr>
        <p:sp>
          <p:nvSpPr>
            <p:cNvPr id="15" name="object 15"/>
            <p:cNvSpPr/>
            <p:nvPr/>
          </p:nvSpPr>
          <p:spPr>
            <a:xfrm>
              <a:off x="4318029" y="522494"/>
              <a:ext cx="132080" cy="473709"/>
            </a:xfrm>
            <a:custGeom>
              <a:avLst/>
              <a:gdLst/>
              <a:ahLst/>
              <a:cxnLst/>
              <a:rect l="l" t="t" r="r" b="b"/>
              <a:pathLst>
                <a:path w="132079" h="473709">
                  <a:moveTo>
                    <a:pt x="75129" y="473172"/>
                  </a:moveTo>
                  <a:lnTo>
                    <a:pt x="60208" y="473172"/>
                  </a:lnTo>
                  <a:lnTo>
                    <a:pt x="54560" y="470788"/>
                  </a:lnTo>
                  <a:lnTo>
                    <a:pt x="31502" y="439687"/>
                  </a:lnTo>
                  <a:lnTo>
                    <a:pt x="16921" y="394953"/>
                  </a:lnTo>
                  <a:lnTo>
                    <a:pt x="8907" y="354173"/>
                  </a:lnTo>
                  <a:lnTo>
                    <a:pt x="2700" y="301425"/>
                  </a:lnTo>
                  <a:lnTo>
                    <a:pt x="174" y="250231"/>
                  </a:lnTo>
                  <a:lnTo>
                    <a:pt x="0" y="220855"/>
                  </a:lnTo>
                  <a:lnTo>
                    <a:pt x="222" y="203340"/>
                  </a:lnTo>
                  <a:lnTo>
                    <a:pt x="2787" y="154303"/>
                  </a:lnTo>
                  <a:lnTo>
                    <a:pt x="7916" y="107471"/>
                  </a:lnTo>
                  <a:lnTo>
                    <a:pt x="15143" y="65350"/>
                  </a:lnTo>
                  <a:lnTo>
                    <a:pt x="28967" y="25697"/>
                  </a:lnTo>
                  <a:lnTo>
                    <a:pt x="33319" y="19480"/>
                  </a:lnTo>
                  <a:lnTo>
                    <a:pt x="38448" y="14351"/>
                  </a:lnTo>
                  <a:lnTo>
                    <a:pt x="50364" y="6165"/>
                  </a:lnTo>
                  <a:lnTo>
                    <a:pt x="56944" y="3315"/>
                  </a:lnTo>
                  <a:lnTo>
                    <a:pt x="64093" y="1761"/>
                  </a:lnTo>
                  <a:lnTo>
                    <a:pt x="71800" y="0"/>
                  </a:lnTo>
                  <a:lnTo>
                    <a:pt x="78859" y="0"/>
                  </a:lnTo>
                  <a:lnTo>
                    <a:pt x="86630" y="1450"/>
                  </a:lnTo>
                  <a:lnTo>
                    <a:pt x="121601" y="22433"/>
                  </a:lnTo>
                  <a:lnTo>
                    <a:pt x="128883" y="38597"/>
                  </a:lnTo>
                  <a:lnTo>
                    <a:pt x="50727" y="38597"/>
                  </a:lnTo>
                  <a:lnTo>
                    <a:pt x="46025" y="50575"/>
                  </a:lnTo>
                  <a:lnTo>
                    <a:pt x="36116" y="89422"/>
                  </a:lnTo>
                  <a:lnTo>
                    <a:pt x="30463" y="128998"/>
                  </a:lnTo>
                  <a:lnTo>
                    <a:pt x="28967" y="141645"/>
                  </a:lnTo>
                  <a:lnTo>
                    <a:pt x="32904" y="142267"/>
                  </a:lnTo>
                  <a:lnTo>
                    <a:pt x="34873" y="142682"/>
                  </a:lnTo>
                  <a:lnTo>
                    <a:pt x="34873" y="142993"/>
                  </a:lnTo>
                  <a:lnTo>
                    <a:pt x="123490" y="142993"/>
                  </a:lnTo>
                  <a:lnTo>
                    <a:pt x="120814" y="165164"/>
                  </a:lnTo>
                  <a:lnTo>
                    <a:pt x="114384" y="220855"/>
                  </a:lnTo>
                  <a:lnTo>
                    <a:pt x="109646" y="265094"/>
                  </a:lnTo>
                  <a:lnTo>
                    <a:pt x="105320" y="310643"/>
                  </a:lnTo>
                  <a:lnTo>
                    <a:pt x="101862" y="356213"/>
                  </a:lnTo>
                  <a:lnTo>
                    <a:pt x="100308" y="401572"/>
                  </a:lnTo>
                  <a:lnTo>
                    <a:pt x="100201" y="405590"/>
                  </a:lnTo>
                  <a:lnTo>
                    <a:pt x="100101" y="409343"/>
                  </a:lnTo>
                  <a:lnTo>
                    <a:pt x="99370" y="424222"/>
                  </a:lnTo>
                  <a:lnTo>
                    <a:pt x="99272" y="426233"/>
                  </a:lnTo>
                  <a:lnTo>
                    <a:pt x="98132" y="434315"/>
                  </a:lnTo>
                  <a:lnTo>
                    <a:pt x="94402" y="449858"/>
                  </a:lnTo>
                  <a:lnTo>
                    <a:pt x="91138" y="457007"/>
                  </a:lnTo>
                  <a:lnTo>
                    <a:pt x="81916" y="469960"/>
                  </a:lnTo>
                  <a:lnTo>
                    <a:pt x="75129" y="473172"/>
                  </a:lnTo>
                  <a:close/>
                </a:path>
                <a:path w="132079" h="473709">
                  <a:moveTo>
                    <a:pt x="34873" y="142993"/>
                  </a:moveTo>
                  <a:lnTo>
                    <a:pt x="34873" y="142682"/>
                  </a:lnTo>
                  <a:lnTo>
                    <a:pt x="32904" y="142267"/>
                  </a:lnTo>
                  <a:lnTo>
                    <a:pt x="28967" y="141645"/>
                  </a:lnTo>
                  <a:lnTo>
                    <a:pt x="30290" y="130455"/>
                  </a:lnTo>
                  <a:lnTo>
                    <a:pt x="36116" y="89422"/>
                  </a:lnTo>
                  <a:lnTo>
                    <a:pt x="46025" y="50575"/>
                  </a:lnTo>
                  <a:lnTo>
                    <a:pt x="50727" y="38597"/>
                  </a:lnTo>
                  <a:lnTo>
                    <a:pt x="56270" y="40670"/>
                  </a:lnTo>
                  <a:lnTo>
                    <a:pt x="58379" y="42055"/>
                  </a:lnTo>
                  <a:lnTo>
                    <a:pt x="61451" y="44193"/>
                  </a:lnTo>
                  <a:lnTo>
                    <a:pt x="55146" y="55170"/>
                  </a:lnTo>
                  <a:lnTo>
                    <a:pt x="50066" y="66652"/>
                  </a:lnTo>
                  <a:lnTo>
                    <a:pt x="41088" y="116078"/>
                  </a:lnTo>
                  <a:lnTo>
                    <a:pt x="40840" y="127735"/>
                  </a:lnTo>
                  <a:lnTo>
                    <a:pt x="40844" y="130455"/>
                  </a:lnTo>
                  <a:lnTo>
                    <a:pt x="41159" y="139722"/>
                  </a:lnTo>
                  <a:lnTo>
                    <a:pt x="41245" y="142267"/>
                  </a:lnTo>
                  <a:lnTo>
                    <a:pt x="37847" y="142682"/>
                  </a:lnTo>
                  <a:lnTo>
                    <a:pt x="38059" y="142682"/>
                  </a:lnTo>
                  <a:lnTo>
                    <a:pt x="34873" y="142993"/>
                  </a:lnTo>
                  <a:close/>
                </a:path>
                <a:path w="132079" h="473709">
                  <a:moveTo>
                    <a:pt x="123490" y="142993"/>
                  </a:moveTo>
                  <a:lnTo>
                    <a:pt x="34873" y="142993"/>
                  </a:lnTo>
                  <a:lnTo>
                    <a:pt x="38059" y="142682"/>
                  </a:lnTo>
                  <a:lnTo>
                    <a:pt x="37847" y="142682"/>
                  </a:lnTo>
                  <a:lnTo>
                    <a:pt x="41245" y="142267"/>
                  </a:lnTo>
                  <a:lnTo>
                    <a:pt x="40844" y="130455"/>
                  </a:lnTo>
                  <a:lnTo>
                    <a:pt x="40840" y="127735"/>
                  </a:lnTo>
                  <a:lnTo>
                    <a:pt x="46209" y="78639"/>
                  </a:lnTo>
                  <a:lnTo>
                    <a:pt x="61451" y="44193"/>
                  </a:lnTo>
                  <a:lnTo>
                    <a:pt x="58379" y="42055"/>
                  </a:lnTo>
                  <a:lnTo>
                    <a:pt x="56270" y="40670"/>
                  </a:lnTo>
                  <a:lnTo>
                    <a:pt x="50727" y="38597"/>
                  </a:lnTo>
                  <a:lnTo>
                    <a:pt x="128883" y="38597"/>
                  </a:lnTo>
                  <a:lnTo>
                    <a:pt x="129956" y="42055"/>
                  </a:lnTo>
                  <a:lnTo>
                    <a:pt x="131539" y="54461"/>
                  </a:lnTo>
                  <a:lnTo>
                    <a:pt x="131413" y="66652"/>
                  </a:lnTo>
                  <a:lnTo>
                    <a:pt x="127818" y="105276"/>
                  </a:lnTo>
                  <a:lnTo>
                    <a:pt x="123527" y="142682"/>
                  </a:lnTo>
                  <a:lnTo>
                    <a:pt x="123490" y="14299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4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498208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7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7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09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8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68874" y="519080"/>
            <a:ext cx="662305" cy="479425"/>
          </a:xfrm>
          <a:custGeom>
            <a:avLst/>
            <a:gdLst/>
            <a:ahLst/>
            <a:cxnLst/>
            <a:rect l="l" t="t" r="r" b="b"/>
            <a:pathLst>
              <a:path w="662304" h="479425">
                <a:moveTo>
                  <a:pt x="299072" y="394639"/>
                </a:moveTo>
                <a:lnTo>
                  <a:pt x="279209" y="367322"/>
                </a:lnTo>
                <a:lnTo>
                  <a:pt x="279057" y="367322"/>
                </a:lnTo>
                <a:lnTo>
                  <a:pt x="267512" y="364109"/>
                </a:lnTo>
                <a:lnTo>
                  <a:pt x="260362" y="362813"/>
                </a:lnTo>
                <a:lnTo>
                  <a:pt x="259905" y="362813"/>
                </a:lnTo>
                <a:lnTo>
                  <a:pt x="253682" y="362204"/>
                </a:lnTo>
                <a:lnTo>
                  <a:pt x="245351" y="361251"/>
                </a:lnTo>
                <a:lnTo>
                  <a:pt x="244906" y="361251"/>
                </a:lnTo>
                <a:lnTo>
                  <a:pt x="238760" y="360743"/>
                </a:lnTo>
                <a:lnTo>
                  <a:pt x="226631" y="360121"/>
                </a:lnTo>
                <a:lnTo>
                  <a:pt x="206324" y="360121"/>
                </a:lnTo>
                <a:lnTo>
                  <a:pt x="187921" y="360743"/>
                </a:lnTo>
                <a:lnTo>
                  <a:pt x="189763" y="360743"/>
                </a:lnTo>
                <a:lnTo>
                  <a:pt x="181102" y="361251"/>
                </a:lnTo>
                <a:lnTo>
                  <a:pt x="140487" y="365150"/>
                </a:lnTo>
                <a:lnTo>
                  <a:pt x="104063" y="374027"/>
                </a:lnTo>
                <a:lnTo>
                  <a:pt x="104101" y="369963"/>
                </a:lnTo>
                <a:lnTo>
                  <a:pt x="104216" y="364109"/>
                </a:lnTo>
                <a:lnTo>
                  <a:pt x="104330" y="360121"/>
                </a:lnTo>
                <a:lnTo>
                  <a:pt x="104470" y="354965"/>
                </a:lnTo>
                <a:lnTo>
                  <a:pt x="106883" y="315455"/>
                </a:lnTo>
                <a:lnTo>
                  <a:pt x="110845" y="274535"/>
                </a:lnTo>
                <a:lnTo>
                  <a:pt x="115938" y="232956"/>
                </a:lnTo>
                <a:lnTo>
                  <a:pt x="121958" y="191541"/>
                </a:lnTo>
                <a:lnTo>
                  <a:pt x="128422" y="151980"/>
                </a:lnTo>
                <a:lnTo>
                  <a:pt x="130848" y="138074"/>
                </a:lnTo>
                <a:lnTo>
                  <a:pt x="130924" y="137655"/>
                </a:lnTo>
                <a:lnTo>
                  <a:pt x="131013" y="137134"/>
                </a:lnTo>
                <a:lnTo>
                  <a:pt x="132842" y="126961"/>
                </a:lnTo>
                <a:lnTo>
                  <a:pt x="143002" y="72847"/>
                </a:lnTo>
                <a:lnTo>
                  <a:pt x="143852" y="68491"/>
                </a:lnTo>
                <a:lnTo>
                  <a:pt x="144208" y="65900"/>
                </a:lnTo>
                <a:lnTo>
                  <a:pt x="144310" y="64554"/>
                </a:lnTo>
                <a:lnTo>
                  <a:pt x="144627" y="60617"/>
                </a:lnTo>
                <a:lnTo>
                  <a:pt x="144729" y="55689"/>
                </a:lnTo>
                <a:lnTo>
                  <a:pt x="143878" y="44462"/>
                </a:lnTo>
                <a:lnTo>
                  <a:pt x="142595" y="39535"/>
                </a:lnTo>
                <a:lnTo>
                  <a:pt x="142519" y="39217"/>
                </a:lnTo>
                <a:lnTo>
                  <a:pt x="115938" y="7785"/>
                </a:lnTo>
                <a:lnTo>
                  <a:pt x="89547" y="0"/>
                </a:lnTo>
                <a:lnTo>
                  <a:pt x="81673" y="152"/>
                </a:lnTo>
                <a:lnTo>
                  <a:pt x="74002" y="1917"/>
                </a:lnTo>
                <a:lnTo>
                  <a:pt x="66344" y="3581"/>
                </a:lnTo>
                <a:lnTo>
                  <a:pt x="59245" y="6477"/>
                </a:lnTo>
                <a:lnTo>
                  <a:pt x="50952" y="11722"/>
                </a:lnTo>
                <a:lnTo>
                  <a:pt x="50952" y="81026"/>
                </a:lnTo>
                <a:lnTo>
                  <a:pt x="50927" y="81191"/>
                </a:lnTo>
                <a:lnTo>
                  <a:pt x="50507" y="83654"/>
                </a:lnTo>
                <a:lnTo>
                  <a:pt x="50952" y="81026"/>
                </a:lnTo>
                <a:lnTo>
                  <a:pt x="50952" y="11722"/>
                </a:lnTo>
                <a:lnTo>
                  <a:pt x="46647" y="14452"/>
                </a:lnTo>
                <a:lnTo>
                  <a:pt x="46647" y="104965"/>
                </a:lnTo>
                <a:lnTo>
                  <a:pt x="46532" y="105486"/>
                </a:lnTo>
                <a:lnTo>
                  <a:pt x="44792" y="112737"/>
                </a:lnTo>
                <a:lnTo>
                  <a:pt x="46647" y="104965"/>
                </a:lnTo>
                <a:lnTo>
                  <a:pt x="46647" y="14452"/>
                </a:lnTo>
                <a:lnTo>
                  <a:pt x="25984" y="46990"/>
                </a:lnTo>
                <a:lnTo>
                  <a:pt x="15570" y="93929"/>
                </a:lnTo>
                <a:lnTo>
                  <a:pt x="9156" y="134810"/>
                </a:lnTo>
                <a:lnTo>
                  <a:pt x="4254" y="178371"/>
                </a:lnTo>
                <a:lnTo>
                  <a:pt x="1003" y="224243"/>
                </a:lnTo>
                <a:lnTo>
                  <a:pt x="0" y="255104"/>
                </a:lnTo>
                <a:lnTo>
                  <a:pt x="63" y="288251"/>
                </a:lnTo>
                <a:lnTo>
                  <a:pt x="2197" y="332981"/>
                </a:lnTo>
                <a:lnTo>
                  <a:pt x="5384" y="363283"/>
                </a:lnTo>
                <a:lnTo>
                  <a:pt x="5499" y="364109"/>
                </a:lnTo>
                <a:lnTo>
                  <a:pt x="12674" y="403910"/>
                </a:lnTo>
                <a:lnTo>
                  <a:pt x="26276" y="442734"/>
                </a:lnTo>
                <a:lnTo>
                  <a:pt x="52971" y="473176"/>
                </a:lnTo>
                <a:lnTo>
                  <a:pt x="76136" y="479386"/>
                </a:lnTo>
                <a:lnTo>
                  <a:pt x="88353" y="479386"/>
                </a:lnTo>
                <a:lnTo>
                  <a:pt x="90843" y="479234"/>
                </a:lnTo>
                <a:lnTo>
                  <a:pt x="93433" y="478929"/>
                </a:lnTo>
                <a:lnTo>
                  <a:pt x="96024" y="478713"/>
                </a:lnTo>
                <a:lnTo>
                  <a:pt x="140220" y="469442"/>
                </a:lnTo>
                <a:lnTo>
                  <a:pt x="181406" y="458406"/>
                </a:lnTo>
                <a:lnTo>
                  <a:pt x="219494" y="446595"/>
                </a:lnTo>
                <a:lnTo>
                  <a:pt x="262458" y="430593"/>
                </a:lnTo>
                <a:lnTo>
                  <a:pt x="294093" y="407771"/>
                </a:lnTo>
                <a:lnTo>
                  <a:pt x="297510" y="401332"/>
                </a:lnTo>
                <a:lnTo>
                  <a:pt x="299072" y="394639"/>
                </a:lnTo>
                <a:close/>
              </a:path>
              <a:path w="662304" h="479425">
                <a:moveTo>
                  <a:pt x="630555" y="108826"/>
                </a:moveTo>
                <a:lnTo>
                  <a:pt x="618007" y="65646"/>
                </a:lnTo>
                <a:lnTo>
                  <a:pt x="609282" y="52946"/>
                </a:lnTo>
                <a:lnTo>
                  <a:pt x="606044" y="49136"/>
                </a:lnTo>
                <a:lnTo>
                  <a:pt x="569988" y="22466"/>
                </a:lnTo>
                <a:lnTo>
                  <a:pt x="532180" y="8496"/>
                </a:lnTo>
                <a:lnTo>
                  <a:pt x="517410" y="5956"/>
                </a:lnTo>
                <a:lnTo>
                  <a:pt x="484111" y="5956"/>
                </a:lnTo>
                <a:lnTo>
                  <a:pt x="465963" y="8496"/>
                </a:lnTo>
                <a:lnTo>
                  <a:pt x="456806" y="11036"/>
                </a:lnTo>
                <a:lnTo>
                  <a:pt x="447662" y="12306"/>
                </a:lnTo>
                <a:lnTo>
                  <a:pt x="438543" y="14846"/>
                </a:lnTo>
                <a:lnTo>
                  <a:pt x="429437" y="18656"/>
                </a:lnTo>
                <a:lnTo>
                  <a:pt x="420433" y="21196"/>
                </a:lnTo>
                <a:lnTo>
                  <a:pt x="386359" y="38976"/>
                </a:lnTo>
                <a:lnTo>
                  <a:pt x="352729" y="70726"/>
                </a:lnTo>
                <a:lnTo>
                  <a:pt x="336054" y="112636"/>
                </a:lnTo>
                <a:lnTo>
                  <a:pt x="335622" y="121526"/>
                </a:lnTo>
                <a:lnTo>
                  <a:pt x="335699" y="126606"/>
                </a:lnTo>
                <a:lnTo>
                  <a:pt x="335800" y="129146"/>
                </a:lnTo>
                <a:lnTo>
                  <a:pt x="335889" y="131686"/>
                </a:lnTo>
                <a:lnTo>
                  <a:pt x="335940" y="132956"/>
                </a:lnTo>
                <a:lnTo>
                  <a:pt x="336067" y="134226"/>
                </a:lnTo>
                <a:lnTo>
                  <a:pt x="336194" y="135496"/>
                </a:lnTo>
                <a:lnTo>
                  <a:pt x="336321" y="136766"/>
                </a:lnTo>
                <a:lnTo>
                  <a:pt x="336448" y="138036"/>
                </a:lnTo>
                <a:lnTo>
                  <a:pt x="337070" y="144386"/>
                </a:lnTo>
                <a:lnTo>
                  <a:pt x="349084" y="181216"/>
                </a:lnTo>
                <a:lnTo>
                  <a:pt x="372237" y="210426"/>
                </a:lnTo>
                <a:lnTo>
                  <a:pt x="379628" y="218046"/>
                </a:lnTo>
                <a:lnTo>
                  <a:pt x="387629" y="223126"/>
                </a:lnTo>
                <a:lnTo>
                  <a:pt x="395338" y="228206"/>
                </a:lnTo>
                <a:lnTo>
                  <a:pt x="401853" y="232016"/>
                </a:lnTo>
                <a:lnTo>
                  <a:pt x="407149" y="234556"/>
                </a:lnTo>
                <a:lnTo>
                  <a:pt x="410324" y="234556"/>
                </a:lnTo>
                <a:lnTo>
                  <a:pt x="539940" y="234556"/>
                </a:lnTo>
                <a:lnTo>
                  <a:pt x="539686" y="233286"/>
                </a:lnTo>
                <a:lnTo>
                  <a:pt x="535546" y="225666"/>
                </a:lnTo>
                <a:lnTo>
                  <a:pt x="533006" y="223126"/>
                </a:lnTo>
                <a:lnTo>
                  <a:pt x="526999" y="216776"/>
                </a:lnTo>
                <a:lnTo>
                  <a:pt x="523684" y="214236"/>
                </a:lnTo>
                <a:lnTo>
                  <a:pt x="516420" y="209156"/>
                </a:lnTo>
                <a:lnTo>
                  <a:pt x="512749" y="207886"/>
                </a:lnTo>
                <a:lnTo>
                  <a:pt x="504151" y="201536"/>
                </a:lnTo>
                <a:lnTo>
                  <a:pt x="499224" y="198996"/>
                </a:lnTo>
                <a:lnTo>
                  <a:pt x="494245" y="195186"/>
                </a:lnTo>
                <a:lnTo>
                  <a:pt x="489381" y="191376"/>
                </a:lnTo>
                <a:lnTo>
                  <a:pt x="485025" y="188836"/>
                </a:lnTo>
                <a:lnTo>
                  <a:pt x="481190" y="183756"/>
                </a:lnTo>
                <a:lnTo>
                  <a:pt x="477469" y="179946"/>
                </a:lnTo>
                <a:lnTo>
                  <a:pt x="474459" y="174866"/>
                </a:lnTo>
                <a:lnTo>
                  <a:pt x="472186" y="169786"/>
                </a:lnTo>
                <a:lnTo>
                  <a:pt x="470001" y="164706"/>
                </a:lnTo>
                <a:lnTo>
                  <a:pt x="468922" y="159626"/>
                </a:lnTo>
                <a:lnTo>
                  <a:pt x="468922" y="146926"/>
                </a:lnTo>
                <a:lnTo>
                  <a:pt x="508596" y="125336"/>
                </a:lnTo>
                <a:lnTo>
                  <a:pt x="527151" y="125336"/>
                </a:lnTo>
                <a:lnTo>
                  <a:pt x="559066" y="131686"/>
                </a:lnTo>
                <a:lnTo>
                  <a:pt x="564769" y="134226"/>
                </a:lnTo>
                <a:lnTo>
                  <a:pt x="581596" y="138036"/>
                </a:lnTo>
                <a:lnTo>
                  <a:pt x="602996" y="138036"/>
                </a:lnTo>
                <a:lnTo>
                  <a:pt x="607555" y="135496"/>
                </a:lnTo>
                <a:lnTo>
                  <a:pt x="612114" y="134226"/>
                </a:lnTo>
                <a:lnTo>
                  <a:pt x="616572" y="131686"/>
                </a:lnTo>
                <a:lnTo>
                  <a:pt x="620928" y="127876"/>
                </a:lnTo>
                <a:lnTo>
                  <a:pt x="624649" y="125336"/>
                </a:lnTo>
                <a:lnTo>
                  <a:pt x="627189" y="121526"/>
                </a:lnTo>
                <a:lnTo>
                  <a:pt x="628345" y="117716"/>
                </a:lnTo>
                <a:lnTo>
                  <a:pt x="629881" y="112636"/>
                </a:lnTo>
                <a:lnTo>
                  <a:pt x="630555" y="108826"/>
                </a:lnTo>
                <a:close/>
              </a:path>
              <a:path w="662304" h="479425">
                <a:moveTo>
                  <a:pt x="661962" y="329806"/>
                </a:moveTo>
                <a:lnTo>
                  <a:pt x="641756" y="300596"/>
                </a:lnTo>
                <a:lnTo>
                  <a:pt x="634441" y="301866"/>
                </a:lnTo>
                <a:lnTo>
                  <a:pt x="626364" y="305676"/>
                </a:lnTo>
                <a:lnTo>
                  <a:pt x="620306" y="309486"/>
                </a:lnTo>
                <a:lnTo>
                  <a:pt x="608177" y="319646"/>
                </a:lnTo>
                <a:lnTo>
                  <a:pt x="602119" y="327266"/>
                </a:lnTo>
                <a:lnTo>
                  <a:pt x="590588" y="341236"/>
                </a:lnTo>
                <a:lnTo>
                  <a:pt x="555650" y="370446"/>
                </a:lnTo>
                <a:lnTo>
                  <a:pt x="512127" y="385686"/>
                </a:lnTo>
                <a:lnTo>
                  <a:pt x="505079" y="384416"/>
                </a:lnTo>
                <a:lnTo>
                  <a:pt x="497979" y="384416"/>
                </a:lnTo>
                <a:lnTo>
                  <a:pt x="483679" y="379336"/>
                </a:lnTo>
                <a:lnTo>
                  <a:pt x="480491" y="378066"/>
                </a:lnTo>
                <a:lnTo>
                  <a:pt x="477304" y="376796"/>
                </a:lnTo>
                <a:lnTo>
                  <a:pt x="453682" y="350126"/>
                </a:lnTo>
                <a:lnTo>
                  <a:pt x="453682" y="345046"/>
                </a:lnTo>
                <a:lnTo>
                  <a:pt x="454037" y="336156"/>
                </a:lnTo>
                <a:lnTo>
                  <a:pt x="455079" y="329806"/>
                </a:lnTo>
                <a:lnTo>
                  <a:pt x="456831" y="322186"/>
                </a:lnTo>
                <a:lnTo>
                  <a:pt x="459282" y="317106"/>
                </a:lnTo>
                <a:lnTo>
                  <a:pt x="463003" y="308216"/>
                </a:lnTo>
                <a:lnTo>
                  <a:pt x="499745" y="276466"/>
                </a:lnTo>
                <a:lnTo>
                  <a:pt x="512749" y="270116"/>
                </a:lnTo>
                <a:lnTo>
                  <a:pt x="519684" y="266306"/>
                </a:lnTo>
                <a:lnTo>
                  <a:pt x="526059" y="262496"/>
                </a:lnTo>
                <a:lnTo>
                  <a:pt x="531863" y="258686"/>
                </a:lnTo>
                <a:lnTo>
                  <a:pt x="537768" y="254876"/>
                </a:lnTo>
                <a:lnTo>
                  <a:pt x="540727" y="249796"/>
                </a:lnTo>
                <a:lnTo>
                  <a:pt x="540727" y="238366"/>
                </a:lnTo>
                <a:lnTo>
                  <a:pt x="540207" y="235826"/>
                </a:lnTo>
                <a:lnTo>
                  <a:pt x="540067" y="235127"/>
                </a:lnTo>
                <a:lnTo>
                  <a:pt x="410730" y="235127"/>
                </a:lnTo>
                <a:lnTo>
                  <a:pt x="409003" y="235127"/>
                </a:lnTo>
                <a:lnTo>
                  <a:pt x="404520" y="237096"/>
                </a:lnTo>
                <a:lnTo>
                  <a:pt x="371487" y="261226"/>
                </a:lnTo>
                <a:lnTo>
                  <a:pt x="347992" y="292976"/>
                </a:lnTo>
                <a:lnTo>
                  <a:pt x="336067" y="337426"/>
                </a:lnTo>
                <a:lnTo>
                  <a:pt x="335610" y="348856"/>
                </a:lnTo>
                <a:lnTo>
                  <a:pt x="335724" y="353936"/>
                </a:lnTo>
                <a:lnTo>
                  <a:pt x="335788" y="355206"/>
                </a:lnTo>
                <a:lnTo>
                  <a:pt x="335889" y="357746"/>
                </a:lnTo>
                <a:lnTo>
                  <a:pt x="346659" y="395846"/>
                </a:lnTo>
                <a:lnTo>
                  <a:pt x="374916" y="431406"/>
                </a:lnTo>
                <a:lnTo>
                  <a:pt x="421360" y="459346"/>
                </a:lnTo>
                <a:lnTo>
                  <a:pt x="429628" y="461886"/>
                </a:lnTo>
                <a:lnTo>
                  <a:pt x="437946" y="465696"/>
                </a:lnTo>
                <a:lnTo>
                  <a:pt x="446328" y="468236"/>
                </a:lnTo>
                <a:lnTo>
                  <a:pt x="479196" y="473316"/>
                </a:lnTo>
                <a:lnTo>
                  <a:pt x="498652" y="473316"/>
                </a:lnTo>
                <a:lnTo>
                  <a:pt x="542378" y="464426"/>
                </a:lnTo>
                <a:lnTo>
                  <a:pt x="579526" y="445376"/>
                </a:lnTo>
                <a:lnTo>
                  <a:pt x="609815" y="421246"/>
                </a:lnTo>
                <a:lnTo>
                  <a:pt x="622338" y="407276"/>
                </a:lnTo>
                <a:lnTo>
                  <a:pt x="627913" y="400926"/>
                </a:lnTo>
                <a:lnTo>
                  <a:pt x="633120" y="394576"/>
                </a:lnTo>
                <a:lnTo>
                  <a:pt x="637870" y="388226"/>
                </a:lnTo>
                <a:lnTo>
                  <a:pt x="639572" y="385686"/>
                </a:lnTo>
                <a:lnTo>
                  <a:pt x="642137" y="381876"/>
                </a:lnTo>
                <a:lnTo>
                  <a:pt x="645947" y="375526"/>
                </a:lnTo>
                <a:lnTo>
                  <a:pt x="650824" y="366636"/>
                </a:lnTo>
                <a:lnTo>
                  <a:pt x="654392" y="360286"/>
                </a:lnTo>
                <a:lnTo>
                  <a:pt x="656666" y="353936"/>
                </a:lnTo>
                <a:lnTo>
                  <a:pt x="660196" y="345046"/>
                </a:lnTo>
                <a:lnTo>
                  <a:pt x="661962" y="336156"/>
                </a:lnTo>
                <a:lnTo>
                  <a:pt x="661962" y="32980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82600" y="524722"/>
            <a:ext cx="449628" cy="46863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584045" y="522442"/>
            <a:ext cx="2328545" cy="473709"/>
            <a:chOff x="6584045" y="522442"/>
            <a:chExt cx="2328545" cy="473709"/>
          </a:xfrm>
        </p:grpSpPr>
        <p:sp>
          <p:nvSpPr>
            <p:cNvPr id="21" name="object 21"/>
            <p:cNvSpPr/>
            <p:nvPr/>
          </p:nvSpPr>
          <p:spPr>
            <a:xfrm>
              <a:off x="6584036" y="522445"/>
              <a:ext cx="1424940" cy="472440"/>
            </a:xfrm>
            <a:custGeom>
              <a:avLst/>
              <a:gdLst/>
              <a:ahLst/>
              <a:cxnLst/>
              <a:rect l="l" t="t" r="r" b="b"/>
              <a:pathLst>
                <a:path w="1424940" h="472440">
                  <a:moveTo>
                    <a:pt x="294957" y="105460"/>
                  </a:moveTo>
                  <a:lnTo>
                    <a:pt x="282397" y="62280"/>
                  </a:lnTo>
                  <a:lnTo>
                    <a:pt x="254431" y="31800"/>
                  </a:lnTo>
                  <a:lnTo>
                    <a:pt x="210248" y="8940"/>
                  </a:lnTo>
                  <a:lnTo>
                    <a:pt x="181800" y="2590"/>
                  </a:lnTo>
                  <a:lnTo>
                    <a:pt x="148501" y="2590"/>
                  </a:lnTo>
                  <a:lnTo>
                    <a:pt x="130352" y="5130"/>
                  </a:lnTo>
                  <a:lnTo>
                    <a:pt x="121196" y="7670"/>
                  </a:lnTo>
                  <a:lnTo>
                    <a:pt x="112052" y="8940"/>
                  </a:lnTo>
                  <a:lnTo>
                    <a:pt x="102933" y="11480"/>
                  </a:lnTo>
                  <a:lnTo>
                    <a:pt x="93827" y="15290"/>
                  </a:lnTo>
                  <a:lnTo>
                    <a:pt x="84823" y="17830"/>
                  </a:lnTo>
                  <a:lnTo>
                    <a:pt x="50761" y="35610"/>
                  </a:lnTo>
                  <a:lnTo>
                    <a:pt x="17132" y="67360"/>
                  </a:lnTo>
                  <a:lnTo>
                    <a:pt x="444" y="109270"/>
                  </a:lnTo>
                  <a:lnTo>
                    <a:pt x="12" y="118160"/>
                  </a:lnTo>
                  <a:lnTo>
                    <a:pt x="88" y="123240"/>
                  </a:lnTo>
                  <a:lnTo>
                    <a:pt x="190" y="125780"/>
                  </a:lnTo>
                  <a:lnTo>
                    <a:pt x="279" y="128320"/>
                  </a:lnTo>
                  <a:lnTo>
                    <a:pt x="330" y="129590"/>
                  </a:lnTo>
                  <a:lnTo>
                    <a:pt x="457" y="130860"/>
                  </a:lnTo>
                  <a:lnTo>
                    <a:pt x="584" y="132130"/>
                  </a:lnTo>
                  <a:lnTo>
                    <a:pt x="711" y="133400"/>
                  </a:lnTo>
                  <a:lnTo>
                    <a:pt x="838" y="134670"/>
                  </a:lnTo>
                  <a:lnTo>
                    <a:pt x="1473" y="141020"/>
                  </a:lnTo>
                  <a:lnTo>
                    <a:pt x="3365" y="151180"/>
                  </a:lnTo>
                  <a:lnTo>
                    <a:pt x="23736" y="193090"/>
                  </a:lnTo>
                  <a:lnTo>
                    <a:pt x="36639" y="207060"/>
                  </a:lnTo>
                  <a:lnTo>
                    <a:pt x="44018" y="214680"/>
                  </a:lnTo>
                  <a:lnTo>
                    <a:pt x="52019" y="219760"/>
                  </a:lnTo>
                  <a:lnTo>
                    <a:pt x="59728" y="224840"/>
                  </a:lnTo>
                  <a:lnTo>
                    <a:pt x="66243" y="228650"/>
                  </a:lnTo>
                  <a:lnTo>
                    <a:pt x="71551" y="231190"/>
                  </a:lnTo>
                  <a:lnTo>
                    <a:pt x="74714" y="231190"/>
                  </a:lnTo>
                  <a:lnTo>
                    <a:pt x="204343" y="231190"/>
                  </a:lnTo>
                  <a:lnTo>
                    <a:pt x="204076" y="229920"/>
                  </a:lnTo>
                  <a:lnTo>
                    <a:pt x="199936" y="222300"/>
                  </a:lnTo>
                  <a:lnTo>
                    <a:pt x="197396" y="219760"/>
                  </a:lnTo>
                  <a:lnTo>
                    <a:pt x="191389" y="213410"/>
                  </a:lnTo>
                  <a:lnTo>
                    <a:pt x="188074" y="210870"/>
                  </a:lnTo>
                  <a:lnTo>
                    <a:pt x="180822" y="205790"/>
                  </a:lnTo>
                  <a:lnTo>
                    <a:pt x="177139" y="204520"/>
                  </a:lnTo>
                  <a:lnTo>
                    <a:pt x="168541" y="198170"/>
                  </a:lnTo>
                  <a:lnTo>
                    <a:pt x="163614" y="195630"/>
                  </a:lnTo>
                  <a:lnTo>
                    <a:pt x="158648" y="191820"/>
                  </a:lnTo>
                  <a:lnTo>
                    <a:pt x="153771" y="188010"/>
                  </a:lnTo>
                  <a:lnTo>
                    <a:pt x="149428" y="185470"/>
                  </a:lnTo>
                  <a:lnTo>
                    <a:pt x="145592" y="180390"/>
                  </a:lnTo>
                  <a:lnTo>
                    <a:pt x="141859" y="176580"/>
                  </a:lnTo>
                  <a:lnTo>
                    <a:pt x="138849" y="171500"/>
                  </a:lnTo>
                  <a:lnTo>
                    <a:pt x="136575" y="166420"/>
                  </a:lnTo>
                  <a:lnTo>
                    <a:pt x="134391" y="161340"/>
                  </a:lnTo>
                  <a:lnTo>
                    <a:pt x="133311" y="156260"/>
                  </a:lnTo>
                  <a:lnTo>
                    <a:pt x="133311" y="143560"/>
                  </a:lnTo>
                  <a:lnTo>
                    <a:pt x="172999" y="121970"/>
                  </a:lnTo>
                  <a:lnTo>
                    <a:pt x="191541" y="121970"/>
                  </a:lnTo>
                  <a:lnTo>
                    <a:pt x="223456" y="128320"/>
                  </a:lnTo>
                  <a:lnTo>
                    <a:pt x="229158" y="130860"/>
                  </a:lnTo>
                  <a:lnTo>
                    <a:pt x="245999" y="134670"/>
                  </a:lnTo>
                  <a:lnTo>
                    <a:pt x="267385" y="134670"/>
                  </a:lnTo>
                  <a:lnTo>
                    <a:pt x="271945" y="132130"/>
                  </a:lnTo>
                  <a:lnTo>
                    <a:pt x="276504" y="130860"/>
                  </a:lnTo>
                  <a:lnTo>
                    <a:pt x="280962" y="128320"/>
                  </a:lnTo>
                  <a:lnTo>
                    <a:pt x="285318" y="124510"/>
                  </a:lnTo>
                  <a:lnTo>
                    <a:pt x="289052" y="121970"/>
                  </a:lnTo>
                  <a:lnTo>
                    <a:pt x="291592" y="118160"/>
                  </a:lnTo>
                  <a:lnTo>
                    <a:pt x="292735" y="114350"/>
                  </a:lnTo>
                  <a:lnTo>
                    <a:pt x="294284" y="109270"/>
                  </a:lnTo>
                  <a:lnTo>
                    <a:pt x="294957" y="105460"/>
                  </a:lnTo>
                  <a:close/>
                </a:path>
                <a:path w="1424940" h="472440">
                  <a:moveTo>
                    <a:pt x="326351" y="326440"/>
                  </a:moveTo>
                  <a:lnTo>
                    <a:pt x="306146" y="297230"/>
                  </a:lnTo>
                  <a:lnTo>
                    <a:pt x="298843" y="298500"/>
                  </a:lnTo>
                  <a:lnTo>
                    <a:pt x="290753" y="302310"/>
                  </a:lnTo>
                  <a:lnTo>
                    <a:pt x="284695" y="306120"/>
                  </a:lnTo>
                  <a:lnTo>
                    <a:pt x="272567" y="316280"/>
                  </a:lnTo>
                  <a:lnTo>
                    <a:pt x="266509" y="323900"/>
                  </a:lnTo>
                  <a:lnTo>
                    <a:pt x="254977" y="337870"/>
                  </a:lnTo>
                  <a:lnTo>
                    <a:pt x="220040" y="367080"/>
                  </a:lnTo>
                  <a:lnTo>
                    <a:pt x="176517" y="382320"/>
                  </a:lnTo>
                  <a:lnTo>
                    <a:pt x="169468" y="381050"/>
                  </a:lnTo>
                  <a:lnTo>
                    <a:pt x="162369" y="381050"/>
                  </a:lnTo>
                  <a:lnTo>
                    <a:pt x="148069" y="375970"/>
                  </a:lnTo>
                  <a:lnTo>
                    <a:pt x="144894" y="374700"/>
                  </a:lnTo>
                  <a:lnTo>
                    <a:pt x="141706" y="373430"/>
                  </a:lnTo>
                  <a:lnTo>
                    <a:pt x="118071" y="346760"/>
                  </a:lnTo>
                  <a:lnTo>
                    <a:pt x="118071" y="341680"/>
                  </a:lnTo>
                  <a:lnTo>
                    <a:pt x="118427" y="332790"/>
                  </a:lnTo>
                  <a:lnTo>
                    <a:pt x="119481" y="326440"/>
                  </a:lnTo>
                  <a:lnTo>
                    <a:pt x="121221" y="318820"/>
                  </a:lnTo>
                  <a:lnTo>
                    <a:pt x="123672" y="313740"/>
                  </a:lnTo>
                  <a:lnTo>
                    <a:pt x="127406" y="304850"/>
                  </a:lnTo>
                  <a:lnTo>
                    <a:pt x="131178" y="299770"/>
                  </a:lnTo>
                  <a:lnTo>
                    <a:pt x="132118" y="298500"/>
                  </a:lnTo>
                  <a:lnTo>
                    <a:pt x="143624" y="287070"/>
                  </a:lnTo>
                  <a:lnTo>
                    <a:pt x="150037" y="281990"/>
                  </a:lnTo>
                  <a:lnTo>
                    <a:pt x="164134" y="273100"/>
                  </a:lnTo>
                  <a:lnTo>
                    <a:pt x="170815" y="269290"/>
                  </a:lnTo>
                  <a:lnTo>
                    <a:pt x="177139" y="266750"/>
                  </a:lnTo>
                  <a:lnTo>
                    <a:pt x="184086" y="262940"/>
                  </a:lnTo>
                  <a:lnTo>
                    <a:pt x="190449" y="259130"/>
                  </a:lnTo>
                  <a:lnTo>
                    <a:pt x="196253" y="255320"/>
                  </a:lnTo>
                  <a:lnTo>
                    <a:pt x="202158" y="251510"/>
                  </a:lnTo>
                  <a:lnTo>
                    <a:pt x="205117" y="246430"/>
                  </a:lnTo>
                  <a:lnTo>
                    <a:pt x="205117" y="235000"/>
                  </a:lnTo>
                  <a:lnTo>
                    <a:pt x="204597" y="232460"/>
                  </a:lnTo>
                  <a:lnTo>
                    <a:pt x="204457" y="231762"/>
                  </a:lnTo>
                  <a:lnTo>
                    <a:pt x="75120" y="231762"/>
                  </a:lnTo>
                  <a:lnTo>
                    <a:pt x="73406" y="231762"/>
                  </a:lnTo>
                  <a:lnTo>
                    <a:pt x="68910" y="233730"/>
                  </a:lnTo>
                  <a:lnTo>
                    <a:pt x="35890" y="257860"/>
                  </a:lnTo>
                  <a:lnTo>
                    <a:pt x="12382" y="289610"/>
                  </a:lnTo>
                  <a:lnTo>
                    <a:pt x="457" y="334060"/>
                  </a:lnTo>
                  <a:lnTo>
                    <a:pt x="0" y="345490"/>
                  </a:lnTo>
                  <a:lnTo>
                    <a:pt x="114" y="350570"/>
                  </a:lnTo>
                  <a:lnTo>
                    <a:pt x="177" y="351840"/>
                  </a:lnTo>
                  <a:lnTo>
                    <a:pt x="292" y="354380"/>
                  </a:lnTo>
                  <a:lnTo>
                    <a:pt x="11049" y="392480"/>
                  </a:lnTo>
                  <a:lnTo>
                    <a:pt x="39319" y="428040"/>
                  </a:lnTo>
                  <a:lnTo>
                    <a:pt x="85750" y="455980"/>
                  </a:lnTo>
                  <a:lnTo>
                    <a:pt x="94018" y="458520"/>
                  </a:lnTo>
                  <a:lnTo>
                    <a:pt x="102336" y="462330"/>
                  </a:lnTo>
                  <a:lnTo>
                    <a:pt x="110718" y="464870"/>
                  </a:lnTo>
                  <a:lnTo>
                    <a:pt x="143586" y="469950"/>
                  </a:lnTo>
                  <a:lnTo>
                    <a:pt x="163042" y="469950"/>
                  </a:lnTo>
                  <a:lnTo>
                    <a:pt x="206768" y="461060"/>
                  </a:lnTo>
                  <a:lnTo>
                    <a:pt x="243916" y="442010"/>
                  </a:lnTo>
                  <a:lnTo>
                    <a:pt x="274218" y="417880"/>
                  </a:lnTo>
                  <a:lnTo>
                    <a:pt x="286727" y="403910"/>
                  </a:lnTo>
                  <a:lnTo>
                    <a:pt x="292315" y="397560"/>
                  </a:lnTo>
                  <a:lnTo>
                    <a:pt x="315214" y="363270"/>
                  </a:lnTo>
                  <a:lnTo>
                    <a:pt x="318782" y="356920"/>
                  </a:lnTo>
                  <a:lnTo>
                    <a:pt x="321068" y="350570"/>
                  </a:lnTo>
                  <a:lnTo>
                    <a:pt x="324586" y="341680"/>
                  </a:lnTo>
                  <a:lnTo>
                    <a:pt x="326351" y="332790"/>
                  </a:lnTo>
                  <a:lnTo>
                    <a:pt x="326351" y="326440"/>
                  </a:lnTo>
                  <a:close/>
                </a:path>
                <a:path w="1424940" h="472440">
                  <a:moveTo>
                    <a:pt x="716381" y="53340"/>
                  </a:moveTo>
                  <a:lnTo>
                    <a:pt x="715098" y="41910"/>
                  </a:lnTo>
                  <a:lnTo>
                    <a:pt x="713676" y="36830"/>
                  </a:lnTo>
                  <a:lnTo>
                    <a:pt x="712266" y="31750"/>
                  </a:lnTo>
                  <a:lnTo>
                    <a:pt x="677595" y="1270"/>
                  </a:lnTo>
                  <a:lnTo>
                    <a:pt x="670661" y="0"/>
                  </a:lnTo>
                  <a:lnTo>
                    <a:pt x="663968" y="0"/>
                  </a:lnTo>
                  <a:lnTo>
                    <a:pt x="651230" y="2540"/>
                  </a:lnTo>
                  <a:lnTo>
                    <a:pt x="645833" y="6121"/>
                  </a:lnTo>
                  <a:lnTo>
                    <a:pt x="645833" y="114300"/>
                  </a:lnTo>
                  <a:lnTo>
                    <a:pt x="645744" y="115570"/>
                  </a:lnTo>
                  <a:lnTo>
                    <a:pt x="645718" y="115887"/>
                  </a:lnTo>
                  <a:lnTo>
                    <a:pt x="645833" y="114300"/>
                  </a:lnTo>
                  <a:lnTo>
                    <a:pt x="645833" y="6121"/>
                  </a:lnTo>
                  <a:lnTo>
                    <a:pt x="620458" y="38100"/>
                  </a:lnTo>
                  <a:lnTo>
                    <a:pt x="612013" y="83820"/>
                  </a:lnTo>
                  <a:lnTo>
                    <a:pt x="608253" y="116840"/>
                  </a:lnTo>
                  <a:lnTo>
                    <a:pt x="607187" y="127000"/>
                  </a:lnTo>
                  <a:lnTo>
                    <a:pt x="607085" y="128270"/>
                  </a:lnTo>
                  <a:lnTo>
                    <a:pt x="606983" y="129540"/>
                  </a:lnTo>
                  <a:lnTo>
                    <a:pt x="606869" y="130810"/>
                  </a:lnTo>
                  <a:lnTo>
                    <a:pt x="606234" y="138430"/>
                  </a:lnTo>
                  <a:lnTo>
                    <a:pt x="606158" y="139700"/>
                  </a:lnTo>
                  <a:lnTo>
                    <a:pt x="606069" y="140970"/>
                  </a:lnTo>
                  <a:lnTo>
                    <a:pt x="605993" y="142240"/>
                  </a:lnTo>
                  <a:lnTo>
                    <a:pt x="605904" y="143510"/>
                  </a:lnTo>
                  <a:lnTo>
                    <a:pt x="605815" y="144780"/>
                  </a:lnTo>
                  <a:lnTo>
                    <a:pt x="603605" y="186690"/>
                  </a:lnTo>
                  <a:lnTo>
                    <a:pt x="603529" y="189230"/>
                  </a:lnTo>
                  <a:lnTo>
                    <a:pt x="603300" y="196850"/>
                  </a:lnTo>
                  <a:lnTo>
                    <a:pt x="603199" y="201930"/>
                  </a:lnTo>
                  <a:lnTo>
                    <a:pt x="603059" y="210820"/>
                  </a:lnTo>
                  <a:lnTo>
                    <a:pt x="603161" y="241300"/>
                  </a:lnTo>
                  <a:lnTo>
                    <a:pt x="604189" y="273418"/>
                  </a:lnTo>
                  <a:lnTo>
                    <a:pt x="601129" y="266700"/>
                  </a:lnTo>
                  <a:lnTo>
                    <a:pt x="577354" y="218440"/>
                  </a:lnTo>
                  <a:lnTo>
                    <a:pt x="576110" y="215900"/>
                  </a:lnTo>
                  <a:lnTo>
                    <a:pt x="563676" y="189230"/>
                  </a:lnTo>
                  <a:lnTo>
                    <a:pt x="540004" y="139700"/>
                  </a:lnTo>
                  <a:lnTo>
                    <a:pt x="529323" y="116840"/>
                  </a:lnTo>
                  <a:lnTo>
                    <a:pt x="522973" y="104140"/>
                  </a:lnTo>
                  <a:lnTo>
                    <a:pt x="517004" y="90170"/>
                  </a:lnTo>
                  <a:lnTo>
                    <a:pt x="511403" y="78740"/>
                  </a:lnTo>
                  <a:lnTo>
                    <a:pt x="506158" y="68580"/>
                  </a:lnTo>
                  <a:lnTo>
                    <a:pt x="496100" y="46990"/>
                  </a:lnTo>
                  <a:lnTo>
                    <a:pt x="474421" y="13970"/>
                  </a:lnTo>
                  <a:lnTo>
                    <a:pt x="453936" y="3810"/>
                  </a:lnTo>
                  <a:lnTo>
                    <a:pt x="451967" y="2540"/>
                  </a:lnTo>
                  <a:lnTo>
                    <a:pt x="449021" y="2540"/>
                  </a:lnTo>
                  <a:lnTo>
                    <a:pt x="445084" y="1270"/>
                  </a:lnTo>
                  <a:lnTo>
                    <a:pt x="437718" y="0"/>
                  </a:lnTo>
                  <a:lnTo>
                    <a:pt x="430682" y="0"/>
                  </a:lnTo>
                  <a:lnTo>
                    <a:pt x="417207" y="2540"/>
                  </a:lnTo>
                  <a:lnTo>
                    <a:pt x="388188" y="31750"/>
                  </a:lnTo>
                  <a:lnTo>
                    <a:pt x="378358" y="74930"/>
                  </a:lnTo>
                  <a:lnTo>
                    <a:pt x="375196" y="96520"/>
                  </a:lnTo>
                  <a:lnTo>
                    <a:pt x="373811" y="106680"/>
                  </a:lnTo>
                  <a:lnTo>
                    <a:pt x="370192" y="143510"/>
                  </a:lnTo>
                  <a:lnTo>
                    <a:pt x="370103" y="144780"/>
                  </a:lnTo>
                  <a:lnTo>
                    <a:pt x="367449" y="189230"/>
                  </a:lnTo>
                  <a:lnTo>
                    <a:pt x="366877" y="210820"/>
                  </a:lnTo>
                  <a:lnTo>
                    <a:pt x="366979" y="247650"/>
                  </a:lnTo>
                  <a:lnTo>
                    <a:pt x="369392" y="299720"/>
                  </a:lnTo>
                  <a:lnTo>
                    <a:pt x="374929" y="353060"/>
                  </a:lnTo>
                  <a:lnTo>
                    <a:pt x="381749" y="393700"/>
                  </a:lnTo>
                  <a:lnTo>
                    <a:pt x="391655" y="431800"/>
                  </a:lnTo>
                  <a:lnTo>
                    <a:pt x="415137" y="469900"/>
                  </a:lnTo>
                  <a:lnTo>
                    <a:pt x="420420" y="472440"/>
                  </a:lnTo>
                  <a:lnTo>
                    <a:pt x="434505" y="472440"/>
                  </a:lnTo>
                  <a:lnTo>
                    <a:pt x="455447" y="436880"/>
                  </a:lnTo>
                  <a:lnTo>
                    <a:pt x="456539" y="427990"/>
                  </a:lnTo>
                  <a:lnTo>
                    <a:pt x="457301" y="412750"/>
                  </a:lnTo>
                  <a:lnTo>
                    <a:pt x="457415" y="410210"/>
                  </a:lnTo>
                  <a:lnTo>
                    <a:pt x="457619" y="405130"/>
                  </a:lnTo>
                  <a:lnTo>
                    <a:pt x="457682" y="402590"/>
                  </a:lnTo>
                  <a:lnTo>
                    <a:pt x="457822" y="397510"/>
                  </a:lnTo>
                  <a:lnTo>
                    <a:pt x="457923" y="387350"/>
                  </a:lnTo>
                  <a:lnTo>
                    <a:pt x="458139" y="386080"/>
                  </a:lnTo>
                  <a:lnTo>
                    <a:pt x="459219" y="361950"/>
                  </a:lnTo>
                  <a:lnTo>
                    <a:pt x="459968" y="349250"/>
                  </a:lnTo>
                  <a:lnTo>
                    <a:pt x="461429" y="326390"/>
                  </a:lnTo>
                  <a:lnTo>
                    <a:pt x="462292" y="314960"/>
                  </a:lnTo>
                  <a:lnTo>
                    <a:pt x="463308" y="302260"/>
                  </a:lnTo>
                  <a:lnTo>
                    <a:pt x="464197" y="290830"/>
                  </a:lnTo>
                  <a:lnTo>
                    <a:pt x="465315" y="278130"/>
                  </a:lnTo>
                  <a:lnTo>
                    <a:pt x="466255" y="266700"/>
                  </a:lnTo>
                  <a:lnTo>
                    <a:pt x="467321" y="255270"/>
                  </a:lnTo>
                  <a:lnTo>
                    <a:pt x="469849" y="227330"/>
                  </a:lnTo>
                  <a:lnTo>
                    <a:pt x="469785" y="225386"/>
                  </a:lnTo>
                  <a:lnTo>
                    <a:pt x="469988" y="226060"/>
                  </a:lnTo>
                  <a:lnTo>
                    <a:pt x="487349" y="260350"/>
                  </a:lnTo>
                  <a:lnTo>
                    <a:pt x="513003" y="306070"/>
                  </a:lnTo>
                  <a:lnTo>
                    <a:pt x="521550" y="320040"/>
                  </a:lnTo>
                  <a:lnTo>
                    <a:pt x="530034" y="334010"/>
                  </a:lnTo>
                  <a:lnTo>
                    <a:pt x="538416" y="346710"/>
                  </a:lnTo>
                  <a:lnTo>
                    <a:pt x="546671" y="359410"/>
                  </a:lnTo>
                  <a:lnTo>
                    <a:pt x="554812" y="370840"/>
                  </a:lnTo>
                  <a:lnTo>
                    <a:pt x="562825" y="382270"/>
                  </a:lnTo>
                  <a:lnTo>
                    <a:pt x="570547" y="392430"/>
                  </a:lnTo>
                  <a:lnTo>
                    <a:pt x="577977" y="402590"/>
                  </a:lnTo>
                  <a:lnTo>
                    <a:pt x="592289" y="417830"/>
                  </a:lnTo>
                  <a:lnTo>
                    <a:pt x="599186" y="425450"/>
                  </a:lnTo>
                  <a:lnTo>
                    <a:pt x="605815" y="433070"/>
                  </a:lnTo>
                  <a:lnTo>
                    <a:pt x="612165" y="438150"/>
                  </a:lnTo>
                  <a:lnTo>
                    <a:pt x="618324" y="443230"/>
                  </a:lnTo>
                  <a:lnTo>
                    <a:pt x="624205" y="448310"/>
                  </a:lnTo>
                  <a:lnTo>
                    <a:pt x="629818" y="452120"/>
                  </a:lnTo>
                  <a:lnTo>
                    <a:pt x="635165" y="455930"/>
                  </a:lnTo>
                  <a:lnTo>
                    <a:pt x="642112" y="459740"/>
                  </a:lnTo>
                  <a:lnTo>
                    <a:pt x="648741" y="462280"/>
                  </a:lnTo>
                  <a:lnTo>
                    <a:pt x="661377" y="464820"/>
                  </a:lnTo>
                  <a:lnTo>
                    <a:pt x="666826" y="464820"/>
                  </a:lnTo>
                  <a:lnTo>
                    <a:pt x="671385" y="461010"/>
                  </a:lnTo>
                  <a:lnTo>
                    <a:pt x="675627" y="458470"/>
                  </a:lnTo>
                  <a:lnTo>
                    <a:pt x="678789" y="454660"/>
                  </a:lnTo>
                  <a:lnTo>
                    <a:pt x="680859" y="450850"/>
                  </a:lnTo>
                  <a:lnTo>
                    <a:pt x="683044" y="447040"/>
                  </a:lnTo>
                  <a:lnTo>
                    <a:pt x="688479" y="421640"/>
                  </a:lnTo>
                  <a:lnTo>
                    <a:pt x="689102" y="416560"/>
                  </a:lnTo>
                  <a:lnTo>
                    <a:pt x="689521" y="411480"/>
                  </a:lnTo>
                  <a:lnTo>
                    <a:pt x="689571" y="410210"/>
                  </a:lnTo>
                  <a:lnTo>
                    <a:pt x="690346" y="391160"/>
                  </a:lnTo>
                  <a:lnTo>
                    <a:pt x="690448" y="381000"/>
                  </a:lnTo>
                  <a:lnTo>
                    <a:pt x="690651" y="378460"/>
                  </a:lnTo>
                  <a:lnTo>
                    <a:pt x="691337" y="364490"/>
                  </a:lnTo>
                  <a:lnTo>
                    <a:pt x="692137" y="349250"/>
                  </a:lnTo>
                  <a:lnTo>
                    <a:pt x="693039" y="334010"/>
                  </a:lnTo>
                  <a:lnTo>
                    <a:pt x="694080" y="317500"/>
                  </a:lnTo>
                  <a:lnTo>
                    <a:pt x="695566" y="297180"/>
                  </a:lnTo>
                  <a:lnTo>
                    <a:pt x="695655" y="295910"/>
                  </a:lnTo>
                  <a:lnTo>
                    <a:pt x="698842" y="255270"/>
                  </a:lnTo>
                  <a:lnTo>
                    <a:pt x="702640" y="210820"/>
                  </a:lnTo>
                  <a:lnTo>
                    <a:pt x="704024" y="196850"/>
                  </a:lnTo>
                  <a:lnTo>
                    <a:pt x="705396" y="181610"/>
                  </a:lnTo>
                  <a:lnTo>
                    <a:pt x="709053" y="144780"/>
                  </a:lnTo>
                  <a:lnTo>
                    <a:pt x="709180" y="143510"/>
                  </a:lnTo>
                  <a:lnTo>
                    <a:pt x="709307" y="142240"/>
                  </a:lnTo>
                  <a:lnTo>
                    <a:pt x="710501" y="130810"/>
                  </a:lnTo>
                  <a:lnTo>
                    <a:pt x="711593" y="120650"/>
                  </a:lnTo>
                  <a:lnTo>
                    <a:pt x="711708" y="119380"/>
                  </a:lnTo>
                  <a:lnTo>
                    <a:pt x="711822" y="118110"/>
                  </a:lnTo>
                  <a:lnTo>
                    <a:pt x="711936" y="116840"/>
                  </a:lnTo>
                  <a:lnTo>
                    <a:pt x="712038" y="115570"/>
                  </a:lnTo>
                  <a:lnTo>
                    <a:pt x="712152" y="114300"/>
                  </a:lnTo>
                  <a:lnTo>
                    <a:pt x="712597" y="109220"/>
                  </a:lnTo>
                  <a:lnTo>
                    <a:pt x="713498" y="100330"/>
                  </a:lnTo>
                  <a:lnTo>
                    <a:pt x="713600" y="99060"/>
                  </a:lnTo>
                  <a:lnTo>
                    <a:pt x="713701" y="97790"/>
                  </a:lnTo>
                  <a:lnTo>
                    <a:pt x="713803" y="96520"/>
                  </a:lnTo>
                  <a:lnTo>
                    <a:pt x="714311" y="90170"/>
                  </a:lnTo>
                  <a:lnTo>
                    <a:pt x="715022" y="82550"/>
                  </a:lnTo>
                  <a:lnTo>
                    <a:pt x="715098" y="81280"/>
                  </a:lnTo>
                  <a:lnTo>
                    <a:pt x="715187" y="80010"/>
                  </a:lnTo>
                  <a:lnTo>
                    <a:pt x="715276" y="78740"/>
                  </a:lnTo>
                  <a:lnTo>
                    <a:pt x="716140" y="66040"/>
                  </a:lnTo>
                  <a:lnTo>
                    <a:pt x="716191" y="63500"/>
                  </a:lnTo>
                  <a:lnTo>
                    <a:pt x="716318" y="57150"/>
                  </a:lnTo>
                  <a:lnTo>
                    <a:pt x="716381" y="53340"/>
                  </a:lnTo>
                  <a:close/>
                </a:path>
                <a:path w="1424940" h="472440">
                  <a:moveTo>
                    <a:pt x="1062748" y="55333"/>
                  </a:moveTo>
                  <a:lnTo>
                    <a:pt x="1060411" y="49847"/>
                  </a:lnTo>
                  <a:lnTo>
                    <a:pt x="1055751" y="45491"/>
                  </a:lnTo>
                  <a:lnTo>
                    <a:pt x="1051090" y="41033"/>
                  </a:lnTo>
                  <a:lnTo>
                    <a:pt x="1005547" y="24079"/>
                  </a:lnTo>
                  <a:lnTo>
                    <a:pt x="952157" y="15062"/>
                  </a:lnTo>
                  <a:lnTo>
                    <a:pt x="911529" y="11036"/>
                  </a:lnTo>
                  <a:lnTo>
                    <a:pt x="872502" y="8699"/>
                  </a:lnTo>
                  <a:lnTo>
                    <a:pt x="872502" y="242570"/>
                  </a:lnTo>
                  <a:lnTo>
                    <a:pt x="872502" y="242773"/>
                  </a:lnTo>
                  <a:lnTo>
                    <a:pt x="872312" y="248386"/>
                  </a:lnTo>
                  <a:lnTo>
                    <a:pt x="872502" y="242570"/>
                  </a:lnTo>
                  <a:lnTo>
                    <a:pt x="872502" y="8699"/>
                  </a:lnTo>
                  <a:lnTo>
                    <a:pt x="868235" y="8483"/>
                  </a:lnTo>
                  <a:lnTo>
                    <a:pt x="866063" y="8420"/>
                  </a:lnTo>
                  <a:lnTo>
                    <a:pt x="866063" y="207860"/>
                  </a:lnTo>
                  <a:lnTo>
                    <a:pt x="865746" y="216458"/>
                  </a:lnTo>
                  <a:lnTo>
                    <a:pt x="865466" y="223545"/>
                  </a:lnTo>
                  <a:lnTo>
                    <a:pt x="866063" y="207860"/>
                  </a:lnTo>
                  <a:lnTo>
                    <a:pt x="866063" y="8420"/>
                  </a:lnTo>
                  <a:lnTo>
                    <a:pt x="865276" y="8394"/>
                  </a:lnTo>
                  <a:lnTo>
                    <a:pt x="865276" y="228498"/>
                  </a:lnTo>
                  <a:lnTo>
                    <a:pt x="865251" y="229438"/>
                  </a:lnTo>
                  <a:lnTo>
                    <a:pt x="864679" y="242773"/>
                  </a:lnTo>
                  <a:lnTo>
                    <a:pt x="864438" y="248386"/>
                  </a:lnTo>
                  <a:lnTo>
                    <a:pt x="865276" y="228498"/>
                  </a:lnTo>
                  <a:lnTo>
                    <a:pt x="865276" y="8394"/>
                  </a:lnTo>
                  <a:lnTo>
                    <a:pt x="857745" y="8153"/>
                  </a:lnTo>
                  <a:lnTo>
                    <a:pt x="847559" y="7950"/>
                  </a:lnTo>
                  <a:lnTo>
                    <a:pt x="821766" y="7950"/>
                  </a:lnTo>
                  <a:lnTo>
                    <a:pt x="810945" y="8712"/>
                  </a:lnTo>
                  <a:lnTo>
                    <a:pt x="804710" y="9563"/>
                  </a:lnTo>
                  <a:lnTo>
                    <a:pt x="804443" y="9563"/>
                  </a:lnTo>
                  <a:lnTo>
                    <a:pt x="762774" y="28549"/>
                  </a:lnTo>
                  <a:lnTo>
                    <a:pt x="748779" y="54089"/>
                  </a:lnTo>
                  <a:lnTo>
                    <a:pt x="748779" y="69532"/>
                  </a:lnTo>
                  <a:lnTo>
                    <a:pt x="774712" y="104863"/>
                  </a:lnTo>
                  <a:lnTo>
                    <a:pt x="811009" y="114858"/>
                  </a:lnTo>
                  <a:lnTo>
                    <a:pt x="843470" y="114858"/>
                  </a:lnTo>
                  <a:lnTo>
                    <a:pt x="849350" y="114655"/>
                  </a:lnTo>
                  <a:lnTo>
                    <a:pt x="849312" y="114858"/>
                  </a:lnTo>
                  <a:lnTo>
                    <a:pt x="842822" y="168592"/>
                  </a:lnTo>
                  <a:lnTo>
                    <a:pt x="840473" y="207860"/>
                  </a:lnTo>
                  <a:lnTo>
                    <a:pt x="840041" y="256921"/>
                  </a:lnTo>
                  <a:lnTo>
                    <a:pt x="840562" y="273697"/>
                  </a:lnTo>
                  <a:lnTo>
                    <a:pt x="841438" y="290410"/>
                  </a:lnTo>
                  <a:lnTo>
                    <a:pt x="841540" y="291846"/>
                  </a:lnTo>
                  <a:lnTo>
                    <a:pt x="841629" y="293039"/>
                  </a:lnTo>
                  <a:lnTo>
                    <a:pt x="842657" y="307073"/>
                  </a:lnTo>
                  <a:lnTo>
                    <a:pt x="848690" y="355422"/>
                  </a:lnTo>
                  <a:lnTo>
                    <a:pt x="856576" y="393217"/>
                  </a:lnTo>
                  <a:lnTo>
                    <a:pt x="871296" y="434644"/>
                  </a:lnTo>
                  <a:lnTo>
                    <a:pt x="900061" y="465455"/>
                  </a:lnTo>
                  <a:lnTo>
                    <a:pt x="914476" y="465455"/>
                  </a:lnTo>
                  <a:lnTo>
                    <a:pt x="937729" y="431368"/>
                  </a:lnTo>
                  <a:lnTo>
                    <a:pt x="940371" y="386651"/>
                  </a:lnTo>
                  <a:lnTo>
                    <a:pt x="940587" y="385102"/>
                  </a:lnTo>
                  <a:lnTo>
                    <a:pt x="943140" y="342468"/>
                  </a:lnTo>
                  <a:lnTo>
                    <a:pt x="946912" y="299300"/>
                  </a:lnTo>
                  <a:lnTo>
                    <a:pt x="947521" y="293039"/>
                  </a:lnTo>
                  <a:lnTo>
                    <a:pt x="947635" y="291846"/>
                  </a:lnTo>
                  <a:lnTo>
                    <a:pt x="952804" y="242570"/>
                  </a:lnTo>
                  <a:lnTo>
                    <a:pt x="957592" y="202057"/>
                  </a:lnTo>
                  <a:lnTo>
                    <a:pt x="962342" y="164553"/>
                  </a:lnTo>
                  <a:lnTo>
                    <a:pt x="963561" y="154851"/>
                  </a:lnTo>
                  <a:lnTo>
                    <a:pt x="965809" y="136512"/>
                  </a:lnTo>
                  <a:lnTo>
                    <a:pt x="968413" y="114655"/>
                  </a:lnTo>
                  <a:lnTo>
                    <a:pt x="968476" y="114147"/>
                  </a:lnTo>
                  <a:lnTo>
                    <a:pt x="969111" y="108648"/>
                  </a:lnTo>
                  <a:lnTo>
                    <a:pt x="969492" y="105181"/>
                  </a:lnTo>
                  <a:lnTo>
                    <a:pt x="971359" y="104863"/>
                  </a:lnTo>
                  <a:lnTo>
                    <a:pt x="1012799" y="98069"/>
                  </a:lnTo>
                  <a:lnTo>
                    <a:pt x="1053299" y="80937"/>
                  </a:lnTo>
                  <a:lnTo>
                    <a:pt x="1062367" y="64452"/>
                  </a:lnTo>
                  <a:lnTo>
                    <a:pt x="1062494" y="63627"/>
                  </a:lnTo>
                  <a:lnTo>
                    <a:pt x="1062697" y="62280"/>
                  </a:lnTo>
                  <a:lnTo>
                    <a:pt x="1062748" y="55333"/>
                  </a:lnTo>
                  <a:close/>
                </a:path>
                <a:path w="1424940" h="472440">
                  <a:moveTo>
                    <a:pt x="1424889" y="299377"/>
                  </a:moveTo>
                  <a:lnTo>
                    <a:pt x="1424774" y="272567"/>
                  </a:lnTo>
                  <a:lnTo>
                    <a:pt x="1424673" y="269303"/>
                  </a:lnTo>
                  <a:lnTo>
                    <a:pt x="1424584" y="266306"/>
                  </a:lnTo>
                  <a:lnTo>
                    <a:pt x="1424495" y="263499"/>
                  </a:lnTo>
                  <a:lnTo>
                    <a:pt x="1424393" y="260286"/>
                  </a:lnTo>
                  <a:lnTo>
                    <a:pt x="1424292" y="257187"/>
                  </a:lnTo>
                  <a:lnTo>
                    <a:pt x="1420787" y="209727"/>
                  </a:lnTo>
                  <a:lnTo>
                    <a:pt x="1413764" y="163766"/>
                  </a:lnTo>
                  <a:lnTo>
                    <a:pt x="1402892" y="120434"/>
                  </a:lnTo>
                  <a:lnTo>
                    <a:pt x="1397571" y="104559"/>
                  </a:lnTo>
                  <a:lnTo>
                    <a:pt x="1393444" y="93510"/>
                  </a:lnTo>
                  <a:lnTo>
                    <a:pt x="1375283" y="57302"/>
                  </a:lnTo>
                  <a:lnTo>
                    <a:pt x="1370711" y="50469"/>
                  </a:lnTo>
                  <a:lnTo>
                    <a:pt x="1367409" y="46151"/>
                  </a:lnTo>
                  <a:lnTo>
                    <a:pt x="1331544" y="17830"/>
                  </a:lnTo>
                  <a:lnTo>
                    <a:pt x="1313522" y="9982"/>
                  </a:lnTo>
                  <a:lnTo>
                    <a:pt x="1313522" y="272567"/>
                  </a:lnTo>
                  <a:lnTo>
                    <a:pt x="1311186" y="265988"/>
                  </a:lnTo>
                  <a:lnTo>
                    <a:pt x="1307147" y="264960"/>
                  </a:lnTo>
                  <a:lnTo>
                    <a:pt x="1301965" y="263499"/>
                  </a:lnTo>
                  <a:lnTo>
                    <a:pt x="1290053" y="260286"/>
                  </a:lnTo>
                  <a:lnTo>
                    <a:pt x="1285697" y="259359"/>
                  </a:lnTo>
                  <a:lnTo>
                    <a:pt x="1279791" y="258483"/>
                  </a:lnTo>
                  <a:lnTo>
                    <a:pt x="1272324" y="257644"/>
                  </a:lnTo>
                  <a:lnTo>
                    <a:pt x="1264869" y="256717"/>
                  </a:lnTo>
                  <a:lnTo>
                    <a:pt x="1256677" y="255943"/>
                  </a:lnTo>
                  <a:lnTo>
                    <a:pt x="1241031" y="254863"/>
                  </a:lnTo>
                  <a:lnTo>
                    <a:pt x="1205395" y="252831"/>
                  </a:lnTo>
                  <a:lnTo>
                    <a:pt x="1204252" y="252831"/>
                  </a:lnTo>
                  <a:lnTo>
                    <a:pt x="1206360" y="242722"/>
                  </a:lnTo>
                  <a:lnTo>
                    <a:pt x="1218031" y="192074"/>
                  </a:lnTo>
                  <a:lnTo>
                    <a:pt x="1231785" y="145503"/>
                  </a:lnTo>
                  <a:lnTo>
                    <a:pt x="1245806" y="113728"/>
                  </a:lnTo>
                  <a:lnTo>
                    <a:pt x="1248498" y="107975"/>
                  </a:lnTo>
                  <a:lnTo>
                    <a:pt x="1248600" y="107657"/>
                  </a:lnTo>
                  <a:lnTo>
                    <a:pt x="1249641" y="104559"/>
                  </a:lnTo>
                  <a:lnTo>
                    <a:pt x="1249743" y="107657"/>
                  </a:lnTo>
                  <a:lnTo>
                    <a:pt x="1250873" y="109220"/>
                  </a:lnTo>
                  <a:lnTo>
                    <a:pt x="1257096" y="109220"/>
                  </a:lnTo>
                  <a:lnTo>
                    <a:pt x="1261757" y="113309"/>
                  </a:lnTo>
                  <a:lnTo>
                    <a:pt x="1282585" y="157708"/>
                  </a:lnTo>
                  <a:lnTo>
                    <a:pt x="1293456" y="198018"/>
                  </a:lnTo>
                  <a:lnTo>
                    <a:pt x="1296733" y="213512"/>
                  </a:lnTo>
                  <a:lnTo>
                    <a:pt x="1300226" y="229209"/>
                  </a:lnTo>
                  <a:lnTo>
                    <a:pt x="1304188" y="244284"/>
                  </a:lnTo>
                  <a:lnTo>
                    <a:pt x="1308620" y="258737"/>
                  </a:lnTo>
                  <a:lnTo>
                    <a:pt x="1311186" y="265988"/>
                  </a:lnTo>
                  <a:lnTo>
                    <a:pt x="1311300" y="266306"/>
                  </a:lnTo>
                  <a:lnTo>
                    <a:pt x="1313522" y="272567"/>
                  </a:lnTo>
                  <a:lnTo>
                    <a:pt x="1313522" y="9982"/>
                  </a:lnTo>
                  <a:lnTo>
                    <a:pt x="1309014" y="8382"/>
                  </a:lnTo>
                  <a:lnTo>
                    <a:pt x="1267358" y="1663"/>
                  </a:lnTo>
                  <a:lnTo>
                    <a:pt x="1266418" y="1663"/>
                  </a:lnTo>
                  <a:lnTo>
                    <a:pt x="1257769" y="1930"/>
                  </a:lnTo>
                  <a:lnTo>
                    <a:pt x="1256080" y="1930"/>
                  </a:lnTo>
                  <a:lnTo>
                    <a:pt x="1216787" y="10198"/>
                  </a:lnTo>
                  <a:lnTo>
                    <a:pt x="1208557" y="13589"/>
                  </a:lnTo>
                  <a:lnTo>
                    <a:pt x="1208557" y="55232"/>
                  </a:lnTo>
                  <a:lnTo>
                    <a:pt x="1208341" y="54559"/>
                  </a:lnTo>
                  <a:lnTo>
                    <a:pt x="1208443" y="53733"/>
                  </a:lnTo>
                  <a:lnTo>
                    <a:pt x="1208557" y="55232"/>
                  </a:lnTo>
                  <a:lnTo>
                    <a:pt x="1208557" y="13589"/>
                  </a:lnTo>
                  <a:lnTo>
                    <a:pt x="1200772" y="17424"/>
                  </a:lnTo>
                  <a:lnTo>
                    <a:pt x="1169441" y="41757"/>
                  </a:lnTo>
                  <a:lnTo>
                    <a:pt x="1161262" y="51574"/>
                  </a:lnTo>
                  <a:lnTo>
                    <a:pt x="1161262" y="119786"/>
                  </a:lnTo>
                  <a:lnTo>
                    <a:pt x="1160894" y="119583"/>
                  </a:lnTo>
                  <a:lnTo>
                    <a:pt x="1161262" y="119786"/>
                  </a:lnTo>
                  <a:lnTo>
                    <a:pt x="1161262" y="51574"/>
                  </a:lnTo>
                  <a:lnTo>
                    <a:pt x="1137831" y="91440"/>
                  </a:lnTo>
                  <a:lnTo>
                    <a:pt x="1123238" y="129070"/>
                  </a:lnTo>
                  <a:lnTo>
                    <a:pt x="1111504" y="167894"/>
                  </a:lnTo>
                  <a:lnTo>
                    <a:pt x="1101826" y="210083"/>
                  </a:lnTo>
                  <a:lnTo>
                    <a:pt x="1094676" y="254863"/>
                  </a:lnTo>
                  <a:lnTo>
                    <a:pt x="1090637" y="299377"/>
                  </a:lnTo>
                  <a:lnTo>
                    <a:pt x="1089977" y="340360"/>
                  </a:lnTo>
                  <a:lnTo>
                    <a:pt x="1090320" y="351599"/>
                  </a:lnTo>
                  <a:lnTo>
                    <a:pt x="1094486" y="394652"/>
                  </a:lnTo>
                  <a:lnTo>
                    <a:pt x="1104773" y="434530"/>
                  </a:lnTo>
                  <a:lnTo>
                    <a:pt x="1130160" y="466077"/>
                  </a:lnTo>
                  <a:lnTo>
                    <a:pt x="1135862" y="466382"/>
                  </a:lnTo>
                  <a:lnTo>
                    <a:pt x="1144778" y="467004"/>
                  </a:lnTo>
                  <a:lnTo>
                    <a:pt x="1151826" y="464883"/>
                  </a:lnTo>
                  <a:lnTo>
                    <a:pt x="1162291" y="455041"/>
                  </a:lnTo>
                  <a:lnTo>
                    <a:pt x="1166228" y="449287"/>
                  </a:lnTo>
                  <a:lnTo>
                    <a:pt x="1168819" y="442760"/>
                  </a:lnTo>
                  <a:lnTo>
                    <a:pt x="1171511" y="436232"/>
                  </a:lnTo>
                  <a:lnTo>
                    <a:pt x="1173429" y="429399"/>
                  </a:lnTo>
                  <a:lnTo>
                    <a:pt x="1174559" y="422249"/>
                  </a:lnTo>
                  <a:lnTo>
                    <a:pt x="1175804" y="414997"/>
                  </a:lnTo>
                  <a:lnTo>
                    <a:pt x="1176794" y="408419"/>
                  </a:lnTo>
                  <a:lnTo>
                    <a:pt x="1177518" y="402501"/>
                  </a:lnTo>
                  <a:lnTo>
                    <a:pt x="1178445" y="394271"/>
                  </a:lnTo>
                  <a:lnTo>
                    <a:pt x="1178763" y="391680"/>
                  </a:lnTo>
                  <a:lnTo>
                    <a:pt x="1179360" y="388366"/>
                  </a:lnTo>
                  <a:lnTo>
                    <a:pt x="1180477" y="383286"/>
                  </a:lnTo>
                  <a:lnTo>
                    <a:pt x="1180985" y="380225"/>
                  </a:lnTo>
                  <a:lnTo>
                    <a:pt x="1181404" y="377012"/>
                  </a:lnTo>
                  <a:lnTo>
                    <a:pt x="1188554" y="335368"/>
                  </a:lnTo>
                  <a:lnTo>
                    <a:pt x="1297978" y="325259"/>
                  </a:lnTo>
                  <a:lnTo>
                    <a:pt x="1310411" y="323596"/>
                  </a:lnTo>
                  <a:lnTo>
                    <a:pt x="1316837" y="321945"/>
                  </a:lnTo>
                  <a:lnTo>
                    <a:pt x="1317244" y="320281"/>
                  </a:lnTo>
                  <a:lnTo>
                    <a:pt x="1321904" y="367842"/>
                  </a:lnTo>
                  <a:lnTo>
                    <a:pt x="1334058" y="388467"/>
                  </a:lnTo>
                  <a:lnTo>
                    <a:pt x="1334185" y="388366"/>
                  </a:lnTo>
                  <a:lnTo>
                    <a:pt x="1334058" y="388467"/>
                  </a:lnTo>
                  <a:lnTo>
                    <a:pt x="1325486" y="395820"/>
                  </a:lnTo>
                  <a:lnTo>
                    <a:pt x="1331899" y="435559"/>
                  </a:lnTo>
                  <a:lnTo>
                    <a:pt x="1352931" y="467855"/>
                  </a:lnTo>
                  <a:lnTo>
                    <a:pt x="1365123" y="471665"/>
                  </a:lnTo>
                  <a:lnTo>
                    <a:pt x="1372527" y="471665"/>
                  </a:lnTo>
                  <a:lnTo>
                    <a:pt x="1403819" y="442455"/>
                  </a:lnTo>
                  <a:lnTo>
                    <a:pt x="1416532" y="400735"/>
                  </a:lnTo>
                  <a:lnTo>
                    <a:pt x="1418615" y="388670"/>
                  </a:lnTo>
                  <a:lnTo>
                    <a:pt x="1418666" y="388366"/>
                  </a:lnTo>
                  <a:lnTo>
                    <a:pt x="1422933" y="346976"/>
                  </a:lnTo>
                  <a:lnTo>
                    <a:pt x="1423631" y="335368"/>
                  </a:lnTo>
                  <a:lnTo>
                    <a:pt x="1424025" y="328053"/>
                  </a:lnTo>
                  <a:lnTo>
                    <a:pt x="1424139" y="325259"/>
                  </a:lnTo>
                  <a:lnTo>
                    <a:pt x="1424216" y="323596"/>
                  </a:lnTo>
                  <a:lnTo>
                    <a:pt x="1424279" y="321945"/>
                  </a:lnTo>
                  <a:lnTo>
                    <a:pt x="1424355" y="320281"/>
                  </a:lnTo>
                  <a:lnTo>
                    <a:pt x="1424432" y="318465"/>
                  </a:lnTo>
                  <a:lnTo>
                    <a:pt x="1424559" y="314248"/>
                  </a:lnTo>
                  <a:lnTo>
                    <a:pt x="1424724" y="308787"/>
                  </a:lnTo>
                  <a:lnTo>
                    <a:pt x="1424889" y="2993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44846" y="522494"/>
              <a:ext cx="867120" cy="473172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8971796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7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78959" y="114300"/>
                </a:lnTo>
                <a:lnTo>
                  <a:pt x="279717" y="10668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7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69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48528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615333" y="525036"/>
            <a:ext cx="693420" cy="467359"/>
          </a:xfrm>
          <a:custGeom>
            <a:avLst/>
            <a:gdLst/>
            <a:ahLst/>
            <a:cxnLst/>
            <a:rect l="l" t="t" r="r" b="b"/>
            <a:pathLst>
              <a:path w="693420" h="467359">
                <a:moveTo>
                  <a:pt x="294944" y="102870"/>
                </a:moveTo>
                <a:lnTo>
                  <a:pt x="282397" y="59690"/>
                </a:lnTo>
                <a:lnTo>
                  <a:pt x="273672" y="46990"/>
                </a:lnTo>
                <a:lnTo>
                  <a:pt x="270433" y="43180"/>
                </a:lnTo>
                <a:lnTo>
                  <a:pt x="234365" y="16510"/>
                </a:lnTo>
                <a:lnTo>
                  <a:pt x="196557" y="2540"/>
                </a:lnTo>
                <a:lnTo>
                  <a:pt x="181800" y="0"/>
                </a:lnTo>
                <a:lnTo>
                  <a:pt x="148501" y="0"/>
                </a:lnTo>
                <a:lnTo>
                  <a:pt x="130352" y="2540"/>
                </a:lnTo>
                <a:lnTo>
                  <a:pt x="121183" y="5080"/>
                </a:lnTo>
                <a:lnTo>
                  <a:pt x="112052" y="6350"/>
                </a:lnTo>
                <a:lnTo>
                  <a:pt x="102920" y="8890"/>
                </a:lnTo>
                <a:lnTo>
                  <a:pt x="93827" y="12700"/>
                </a:lnTo>
                <a:lnTo>
                  <a:pt x="84823" y="15240"/>
                </a:lnTo>
                <a:lnTo>
                  <a:pt x="50749" y="33020"/>
                </a:lnTo>
                <a:lnTo>
                  <a:pt x="17119" y="64770"/>
                </a:lnTo>
                <a:lnTo>
                  <a:pt x="444" y="106680"/>
                </a:lnTo>
                <a:lnTo>
                  <a:pt x="12" y="115570"/>
                </a:lnTo>
                <a:lnTo>
                  <a:pt x="88" y="120650"/>
                </a:lnTo>
                <a:lnTo>
                  <a:pt x="177" y="123190"/>
                </a:lnTo>
                <a:lnTo>
                  <a:pt x="279" y="125730"/>
                </a:lnTo>
                <a:lnTo>
                  <a:pt x="330" y="127000"/>
                </a:lnTo>
                <a:lnTo>
                  <a:pt x="457" y="128270"/>
                </a:lnTo>
                <a:lnTo>
                  <a:pt x="571" y="129540"/>
                </a:lnTo>
                <a:lnTo>
                  <a:pt x="698" y="130810"/>
                </a:lnTo>
                <a:lnTo>
                  <a:pt x="825" y="132080"/>
                </a:lnTo>
                <a:lnTo>
                  <a:pt x="1460" y="138430"/>
                </a:lnTo>
                <a:lnTo>
                  <a:pt x="3352" y="148590"/>
                </a:lnTo>
                <a:lnTo>
                  <a:pt x="23723" y="190500"/>
                </a:lnTo>
                <a:lnTo>
                  <a:pt x="36626" y="204470"/>
                </a:lnTo>
                <a:lnTo>
                  <a:pt x="44005" y="212090"/>
                </a:lnTo>
                <a:lnTo>
                  <a:pt x="52019" y="217170"/>
                </a:lnTo>
                <a:lnTo>
                  <a:pt x="59728" y="222250"/>
                </a:lnTo>
                <a:lnTo>
                  <a:pt x="66230" y="226060"/>
                </a:lnTo>
                <a:lnTo>
                  <a:pt x="71539" y="228600"/>
                </a:lnTo>
                <a:lnTo>
                  <a:pt x="74701" y="228600"/>
                </a:lnTo>
                <a:lnTo>
                  <a:pt x="204330" y="228600"/>
                </a:lnTo>
                <a:lnTo>
                  <a:pt x="204076" y="227330"/>
                </a:lnTo>
                <a:lnTo>
                  <a:pt x="199923" y="219710"/>
                </a:lnTo>
                <a:lnTo>
                  <a:pt x="197396" y="217170"/>
                </a:lnTo>
                <a:lnTo>
                  <a:pt x="191376" y="210820"/>
                </a:lnTo>
                <a:lnTo>
                  <a:pt x="188061" y="208280"/>
                </a:lnTo>
                <a:lnTo>
                  <a:pt x="180809" y="203200"/>
                </a:lnTo>
                <a:lnTo>
                  <a:pt x="177139" y="201930"/>
                </a:lnTo>
                <a:lnTo>
                  <a:pt x="168529" y="195580"/>
                </a:lnTo>
                <a:lnTo>
                  <a:pt x="163614" y="193040"/>
                </a:lnTo>
                <a:lnTo>
                  <a:pt x="158635" y="189230"/>
                </a:lnTo>
                <a:lnTo>
                  <a:pt x="153771" y="185420"/>
                </a:lnTo>
                <a:lnTo>
                  <a:pt x="149415" y="182880"/>
                </a:lnTo>
                <a:lnTo>
                  <a:pt x="145580" y="177800"/>
                </a:lnTo>
                <a:lnTo>
                  <a:pt x="141846" y="173990"/>
                </a:lnTo>
                <a:lnTo>
                  <a:pt x="138849" y="168910"/>
                </a:lnTo>
                <a:lnTo>
                  <a:pt x="136563" y="163830"/>
                </a:lnTo>
                <a:lnTo>
                  <a:pt x="134391" y="158750"/>
                </a:lnTo>
                <a:lnTo>
                  <a:pt x="133299" y="153670"/>
                </a:lnTo>
                <a:lnTo>
                  <a:pt x="133299" y="140970"/>
                </a:lnTo>
                <a:lnTo>
                  <a:pt x="172986" y="119380"/>
                </a:lnTo>
                <a:lnTo>
                  <a:pt x="191541" y="119380"/>
                </a:lnTo>
                <a:lnTo>
                  <a:pt x="223456" y="125730"/>
                </a:lnTo>
                <a:lnTo>
                  <a:pt x="229146" y="128270"/>
                </a:lnTo>
                <a:lnTo>
                  <a:pt x="245986" y="132080"/>
                </a:lnTo>
                <a:lnTo>
                  <a:pt x="267385" y="132080"/>
                </a:lnTo>
                <a:lnTo>
                  <a:pt x="271945" y="129540"/>
                </a:lnTo>
                <a:lnTo>
                  <a:pt x="276504" y="128270"/>
                </a:lnTo>
                <a:lnTo>
                  <a:pt x="280962" y="125730"/>
                </a:lnTo>
                <a:lnTo>
                  <a:pt x="285305" y="121920"/>
                </a:lnTo>
                <a:lnTo>
                  <a:pt x="289039" y="119380"/>
                </a:lnTo>
                <a:lnTo>
                  <a:pt x="291579" y="115570"/>
                </a:lnTo>
                <a:lnTo>
                  <a:pt x="292735" y="111760"/>
                </a:lnTo>
                <a:lnTo>
                  <a:pt x="294271" y="106680"/>
                </a:lnTo>
                <a:lnTo>
                  <a:pt x="294944" y="102870"/>
                </a:lnTo>
                <a:close/>
              </a:path>
              <a:path w="693420" h="467359">
                <a:moveTo>
                  <a:pt x="326339" y="323850"/>
                </a:moveTo>
                <a:lnTo>
                  <a:pt x="306133" y="294640"/>
                </a:lnTo>
                <a:lnTo>
                  <a:pt x="298831" y="295910"/>
                </a:lnTo>
                <a:lnTo>
                  <a:pt x="290753" y="299720"/>
                </a:lnTo>
                <a:lnTo>
                  <a:pt x="284683" y="303530"/>
                </a:lnTo>
                <a:lnTo>
                  <a:pt x="272567" y="313690"/>
                </a:lnTo>
                <a:lnTo>
                  <a:pt x="266509" y="321310"/>
                </a:lnTo>
                <a:lnTo>
                  <a:pt x="254977" y="335280"/>
                </a:lnTo>
                <a:lnTo>
                  <a:pt x="220027" y="364490"/>
                </a:lnTo>
                <a:lnTo>
                  <a:pt x="176517" y="379730"/>
                </a:lnTo>
                <a:lnTo>
                  <a:pt x="169468" y="378460"/>
                </a:lnTo>
                <a:lnTo>
                  <a:pt x="162369" y="378460"/>
                </a:lnTo>
                <a:lnTo>
                  <a:pt x="148069" y="373380"/>
                </a:lnTo>
                <a:lnTo>
                  <a:pt x="144881" y="372110"/>
                </a:lnTo>
                <a:lnTo>
                  <a:pt x="141693" y="370840"/>
                </a:lnTo>
                <a:lnTo>
                  <a:pt x="118071" y="344170"/>
                </a:lnTo>
                <a:lnTo>
                  <a:pt x="118071" y="339090"/>
                </a:lnTo>
                <a:lnTo>
                  <a:pt x="118414" y="330200"/>
                </a:lnTo>
                <a:lnTo>
                  <a:pt x="119468" y="323850"/>
                </a:lnTo>
                <a:lnTo>
                  <a:pt x="121221" y="316230"/>
                </a:lnTo>
                <a:lnTo>
                  <a:pt x="123672" y="311150"/>
                </a:lnTo>
                <a:lnTo>
                  <a:pt x="127393" y="302260"/>
                </a:lnTo>
                <a:lnTo>
                  <a:pt x="131165" y="297180"/>
                </a:lnTo>
                <a:lnTo>
                  <a:pt x="132105" y="295910"/>
                </a:lnTo>
                <a:lnTo>
                  <a:pt x="143611" y="284480"/>
                </a:lnTo>
                <a:lnTo>
                  <a:pt x="150037" y="279400"/>
                </a:lnTo>
                <a:lnTo>
                  <a:pt x="164134" y="270510"/>
                </a:lnTo>
                <a:lnTo>
                  <a:pt x="170815" y="266700"/>
                </a:lnTo>
                <a:lnTo>
                  <a:pt x="177139" y="264160"/>
                </a:lnTo>
                <a:lnTo>
                  <a:pt x="184073" y="260350"/>
                </a:lnTo>
                <a:lnTo>
                  <a:pt x="190449" y="256540"/>
                </a:lnTo>
                <a:lnTo>
                  <a:pt x="196253" y="252730"/>
                </a:lnTo>
                <a:lnTo>
                  <a:pt x="202158" y="248920"/>
                </a:lnTo>
                <a:lnTo>
                  <a:pt x="205105" y="243840"/>
                </a:lnTo>
                <a:lnTo>
                  <a:pt x="205105" y="232410"/>
                </a:lnTo>
                <a:lnTo>
                  <a:pt x="204597" y="229870"/>
                </a:lnTo>
                <a:lnTo>
                  <a:pt x="204444" y="229171"/>
                </a:lnTo>
                <a:lnTo>
                  <a:pt x="75120" y="229171"/>
                </a:lnTo>
                <a:lnTo>
                  <a:pt x="73393" y="229171"/>
                </a:lnTo>
                <a:lnTo>
                  <a:pt x="35877" y="255270"/>
                </a:lnTo>
                <a:lnTo>
                  <a:pt x="12382" y="287020"/>
                </a:lnTo>
                <a:lnTo>
                  <a:pt x="457" y="331470"/>
                </a:lnTo>
                <a:lnTo>
                  <a:pt x="0" y="342900"/>
                </a:lnTo>
                <a:lnTo>
                  <a:pt x="114" y="347980"/>
                </a:lnTo>
                <a:lnTo>
                  <a:pt x="165" y="349250"/>
                </a:lnTo>
                <a:lnTo>
                  <a:pt x="279" y="351790"/>
                </a:lnTo>
                <a:lnTo>
                  <a:pt x="393" y="354330"/>
                </a:lnTo>
                <a:lnTo>
                  <a:pt x="15570" y="397510"/>
                </a:lnTo>
                <a:lnTo>
                  <a:pt x="46393" y="430530"/>
                </a:lnTo>
                <a:lnTo>
                  <a:pt x="85737" y="453390"/>
                </a:lnTo>
                <a:lnTo>
                  <a:pt x="94005" y="455930"/>
                </a:lnTo>
                <a:lnTo>
                  <a:pt x="102336" y="459740"/>
                </a:lnTo>
                <a:lnTo>
                  <a:pt x="110718" y="462280"/>
                </a:lnTo>
                <a:lnTo>
                  <a:pt x="143586" y="467360"/>
                </a:lnTo>
                <a:lnTo>
                  <a:pt x="163042" y="467360"/>
                </a:lnTo>
                <a:lnTo>
                  <a:pt x="206756" y="458470"/>
                </a:lnTo>
                <a:lnTo>
                  <a:pt x="243903" y="439420"/>
                </a:lnTo>
                <a:lnTo>
                  <a:pt x="274205" y="415290"/>
                </a:lnTo>
                <a:lnTo>
                  <a:pt x="286715" y="401320"/>
                </a:lnTo>
                <a:lnTo>
                  <a:pt x="292303" y="394970"/>
                </a:lnTo>
                <a:lnTo>
                  <a:pt x="315201" y="360680"/>
                </a:lnTo>
                <a:lnTo>
                  <a:pt x="318782" y="354330"/>
                </a:lnTo>
                <a:lnTo>
                  <a:pt x="321056" y="347980"/>
                </a:lnTo>
                <a:lnTo>
                  <a:pt x="324586" y="339090"/>
                </a:lnTo>
                <a:lnTo>
                  <a:pt x="326339" y="330200"/>
                </a:lnTo>
                <a:lnTo>
                  <a:pt x="326339" y="323850"/>
                </a:lnTo>
                <a:close/>
              </a:path>
              <a:path w="693420" h="467359">
                <a:moveTo>
                  <a:pt x="661428" y="102870"/>
                </a:moveTo>
                <a:lnTo>
                  <a:pt x="648881" y="59690"/>
                </a:lnTo>
                <a:lnTo>
                  <a:pt x="620903" y="29210"/>
                </a:lnTo>
                <a:lnTo>
                  <a:pt x="576719" y="6350"/>
                </a:lnTo>
                <a:lnTo>
                  <a:pt x="548271" y="0"/>
                </a:lnTo>
                <a:lnTo>
                  <a:pt x="514972" y="0"/>
                </a:lnTo>
                <a:lnTo>
                  <a:pt x="496836" y="2540"/>
                </a:lnTo>
                <a:lnTo>
                  <a:pt x="487667" y="5080"/>
                </a:lnTo>
                <a:lnTo>
                  <a:pt x="478523" y="6350"/>
                </a:lnTo>
                <a:lnTo>
                  <a:pt x="469404" y="8890"/>
                </a:lnTo>
                <a:lnTo>
                  <a:pt x="460298" y="12700"/>
                </a:lnTo>
                <a:lnTo>
                  <a:pt x="451294" y="15240"/>
                </a:lnTo>
                <a:lnTo>
                  <a:pt x="417233" y="33020"/>
                </a:lnTo>
                <a:lnTo>
                  <a:pt x="383603" y="64770"/>
                </a:lnTo>
                <a:lnTo>
                  <a:pt x="366928" y="106680"/>
                </a:lnTo>
                <a:lnTo>
                  <a:pt x="366483" y="115570"/>
                </a:lnTo>
                <a:lnTo>
                  <a:pt x="366572" y="120650"/>
                </a:lnTo>
                <a:lnTo>
                  <a:pt x="366661" y="123190"/>
                </a:lnTo>
                <a:lnTo>
                  <a:pt x="366763" y="125730"/>
                </a:lnTo>
                <a:lnTo>
                  <a:pt x="366801" y="127000"/>
                </a:lnTo>
                <a:lnTo>
                  <a:pt x="367944" y="138430"/>
                </a:lnTo>
                <a:lnTo>
                  <a:pt x="369836" y="148590"/>
                </a:lnTo>
                <a:lnTo>
                  <a:pt x="390207" y="190500"/>
                </a:lnTo>
                <a:lnTo>
                  <a:pt x="403110" y="204470"/>
                </a:lnTo>
                <a:lnTo>
                  <a:pt x="410489" y="212090"/>
                </a:lnTo>
                <a:lnTo>
                  <a:pt x="418490" y="217170"/>
                </a:lnTo>
                <a:lnTo>
                  <a:pt x="426212" y="222250"/>
                </a:lnTo>
                <a:lnTo>
                  <a:pt x="432714" y="226060"/>
                </a:lnTo>
                <a:lnTo>
                  <a:pt x="438023" y="228600"/>
                </a:lnTo>
                <a:lnTo>
                  <a:pt x="441185" y="228600"/>
                </a:lnTo>
                <a:lnTo>
                  <a:pt x="570814" y="228600"/>
                </a:lnTo>
                <a:lnTo>
                  <a:pt x="570560" y="227330"/>
                </a:lnTo>
                <a:lnTo>
                  <a:pt x="566407" y="219710"/>
                </a:lnTo>
                <a:lnTo>
                  <a:pt x="563867" y="217170"/>
                </a:lnTo>
                <a:lnTo>
                  <a:pt x="557860" y="210820"/>
                </a:lnTo>
                <a:lnTo>
                  <a:pt x="554545" y="208280"/>
                </a:lnTo>
                <a:lnTo>
                  <a:pt x="547293" y="203200"/>
                </a:lnTo>
                <a:lnTo>
                  <a:pt x="543610" y="201930"/>
                </a:lnTo>
                <a:lnTo>
                  <a:pt x="535012" y="195580"/>
                </a:lnTo>
                <a:lnTo>
                  <a:pt x="530098" y="193040"/>
                </a:lnTo>
                <a:lnTo>
                  <a:pt x="525119" y="189230"/>
                </a:lnTo>
                <a:lnTo>
                  <a:pt x="520242" y="185420"/>
                </a:lnTo>
                <a:lnTo>
                  <a:pt x="515899" y="182880"/>
                </a:lnTo>
                <a:lnTo>
                  <a:pt x="512064" y="177800"/>
                </a:lnTo>
                <a:lnTo>
                  <a:pt x="508330" y="173990"/>
                </a:lnTo>
                <a:lnTo>
                  <a:pt x="505333" y="168910"/>
                </a:lnTo>
                <a:lnTo>
                  <a:pt x="503047" y="163830"/>
                </a:lnTo>
                <a:lnTo>
                  <a:pt x="500875" y="158750"/>
                </a:lnTo>
                <a:lnTo>
                  <a:pt x="499783" y="153670"/>
                </a:lnTo>
                <a:lnTo>
                  <a:pt x="499783" y="140970"/>
                </a:lnTo>
                <a:lnTo>
                  <a:pt x="539470" y="119380"/>
                </a:lnTo>
                <a:lnTo>
                  <a:pt x="558012" y="119380"/>
                </a:lnTo>
                <a:lnTo>
                  <a:pt x="589927" y="125730"/>
                </a:lnTo>
                <a:lnTo>
                  <a:pt x="595630" y="128270"/>
                </a:lnTo>
                <a:lnTo>
                  <a:pt x="612470" y="132080"/>
                </a:lnTo>
                <a:lnTo>
                  <a:pt x="633869" y="132080"/>
                </a:lnTo>
                <a:lnTo>
                  <a:pt x="638429" y="129540"/>
                </a:lnTo>
                <a:lnTo>
                  <a:pt x="642988" y="128270"/>
                </a:lnTo>
                <a:lnTo>
                  <a:pt x="647433" y="125730"/>
                </a:lnTo>
                <a:lnTo>
                  <a:pt x="651789" y="121920"/>
                </a:lnTo>
                <a:lnTo>
                  <a:pt x="655523" y="119380"/>
                </a:lnTo>
                <a:lnTo>
                  <a:pt x="658063" y="115570"/>
                </a:lnTo>
                <a:lnTo>
                  <a:pt x="659218" y="111760"/>
                </a:lnTo>
                <a:lnTo>
                  <a:pt x="660755" y="106680"/>
                </a:lnTo>
                <a:lnTo>
                  <a:pt x="661428" y="102870"/>
                </a:lnTo>
                <a:close/>
              </a:path>
              <a:path w="693420" h="467359">
                <a:moveTo>
                  <a:pt x="692823" y="323850"/>
                </a:moveTo>
                <a:lnTo>
                  <a:pt x="672617" y="294640"/>
                </a:lnTo>
                <a:lnTo>
                  <a:pt x="665314" y="295910"/>
                </a:lnTo>
                <a:lnTo>
                  <a:pt x="657237" y="299720"/>
                </a:lnTo>
                <a:lnTo>
                  <a:pt x="651167" y="303530"/>
                </a:lnTo>
                <a:lnTo>
                  <a:pt x="639051" y="313690"/>
                </a:lnTo>
                <a:lnTo>
                  <a:pt x="632980" y="321310"/>
                </a:lnTo>
                <a:lnTo>
                  <a:pt x="621449" y="335280"/>
                </a:lnTo>
                <a:lnTo>
                  <a:pt x="586511" y="364490"/>
                </a:lnTo>
                <a:lnTo>
                  <a:pt x="542988" y="379730"/>
                </a:lnTo>
                <a:lnTo>
                  <a:pt x="535952" y="378460"/>
                </a:lnTo>
                <a:lnTo>
                  <a:pt x="528853" y="378460"/>
                </a:lnTo>
                <a:lnTo>
                  <a:pt x="514553" y="373380"/>
                </a:lnTo>
                <a:lnTo>
                  <a:pt x="511365" y="372110"/>
                </a:lnTo>
                <a:lnTo>
                  <a:pt x="508177" y="370840"/>
                </a:lnTo>
                <a:lnTo>
                  <a:pt x="484555" y="344170"/>
                </a:lnTo>
                <a:lnTo>
                  <a:pt x="484555" y="339090"/>
                </a:lnTo>
                <a:lnTo>
                  <a:pt x="484898" y="330200"/>
                </a:lnTo>
                <a:lnTo>
                  <a:pt x="485952" y="323850"/>
                </a:lnTo>
                <a:lnTo>
                  <a:pt x="487705" y="316230"/>
                </a:lnTo>
                <a:lnTo>
                  <a:pt x="490143" y="311150"/>
                </a:lnTo>
                <a:lnTo>
                  <a:pt x="493877" y="302260"/>
                </a:lnTo>
                <a:lnTo>
                  <a:pt x="497649" y="297180"/>
                </a:lnTo>
                <a:lnTo>
                  <a:pt x="498589" y="295910"/>
                </a:lnTo>
                <a:lnTo>
                  <a:pt x="510095" y="284480"/>
                </a:lnTo>
                <a:lnTo>
                  <a:pt x="516521" y="279400"/>
                </a:lnTo>
                <a:lnTo>
                  <a:pt x="530606" y="270510"/>
                </a:lnTo>
                <a:lnTo>
                  <a:pt x="537298" y="266700"/>
                </a:lnTo>
                <a:lnTo>
                  <a:pt x="543610" y="264160"/>
                </a:lnTo>
                <a:lnTo>
                  <a:pt x="550557" y="260350"/>
                </a:lnTo>
                <a:lnTo>
                  <a:pt x="556933" y="256540"/>
                </a:lnTo>
                <a:lnTo>
                  <a:pt x="562737" y="252730"/>
                </a:lnTo>
                <a:lnTo>
                  <a:pt x="568642" y="248920"/>
                </a:lnTo>
                <a:lnTo>
                  <a:pt x="571588" y="243840"/>
                </a:lnTo>
                <a:lnTo>
                  <a:pt x="571588" y="232410"/>
                </a:lnTo>
                <a:lnTo>
                  <a:pt x="571068" y="229870"/>
                </a:lnTo>
                <a:lnTo>
                  <a:pt x="570928" y="229171"/>
                </a:lnTo>
                <a:lnTo>
                  <a:pt x="441604" y="229171"/>
                </a:lnTo>
                <a:lnTo>
                  <a:pt x="439877" y="229171"/>
                </a:lnTo>
                <a:lnTo>
                  <a:pt x="435381" y="231140"/>
                </a:lnTo>
                <a:lnTo>
                  <a:pt x="402361" y="255270"/>
                </a:lnTo>
                <a:lnTo>
                  <a:pt x="378866" y="287020"/>
                </a:lnTo>
                <a:lnTo>
                  <a:pt x="366928" y="331470"/>
                </a:lnTo>
                <a:lnTo>
                  <a:pt x="366483" y="342900"/>
                </a:lnTo>
                <a:lnTo>
                  <a:pt x="366598" y="347980"/>
                </a:lnTo>
                <a:lnTo>
                  <a:pt x="366649" y="349250"/>
                </a:lnTo>
                <a:lnTo>
                  <a:pt x="366763" y="351790"/>
                </a:lnTo>
                <a:lnTo>
                  <a:pt x="366877" y="354330"/>
                </a:lnTo>
                <a:lnTo>
                  <a:pt x="382041" y="397510"/>
                </a:lnTo>
                <a:lnTo>
                  <a:pt x="412877" y="430530"/>
                </a:lnTo>
                <a:lnTo>
                  <a:pt x="452221" y="453390"/>
                </a:lnTo>
                <a:lnTo>
                  <a:pt x="460489" y="455930"/>
                </a:lnTo>
                <a:lnTo>
                  <a:pt x="468820" y="459740"/>
                </a:lnTo>
                <a:lnTo>
                  <a:pt x="477202" y="462280"/>
                </a:lnTo>
                <a:lnTo>
                  <a:pt x="510057" y="467360"/>
                </a:lnTo>
                <a:lnTo>
                  <a:pt x="529513" y="467360"/>
                </a:lnTo>
                <a:lnTo>
                  <a:pt x="573239" y="458470"/>
                </a:lnTo>
                <a:lnTo>
                  <a:pt x="610387" y="439420"/>
                </a:lnTo>
                <a:lnTo>
                  <a:pt x="640689" y="415290"/>
                </a:lnTo>
                <a:lnTo>
                  <a:pt x="653199" y="401320"/>
                </a:lnTo>
                <a:lnTo>
                  <a:pt x="658787" y="394970"/>
                </a:lnTo>
                <a:lnTo>
                  <a:pt x="681685" y="360680"/>
                </a:lnTo>
                <a:lnTo>
                  <a:pt x="685266" y="354330"/>
                </a:lnTo>
                <a:lnTo>
                  <a:pt x="687539" y="347980"/>
                </a:lnTo>
                <a:lnTo>
                  <a:pt x="691057" y="339090"/>
                </a:lnTo>
                <a:lnTo>
                  <a:pt x="692823" y="330200"/>
                </a:lnTo>
                <a:lnTo>
                  <a:pt x="692823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359158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85251" y="45085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757466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092700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8" y="269240"/>
                </a:lnTo>
                <a:lnTo>
                  <a:pt x="690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6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2" y="193040"/>
                </a:lnTo>
                <a:lnTo>
                  <a:pt x="2982" y="153670"/>
                </a:lnTo>
                <a:lnTo>
                  <a:pt x="8072" y="106680"/>
                </a:lnTo>
                <a:lnTo>
                  <a:pt x="9685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2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7" y="68580"/>
                </a:lnTo>
                <a:lnTo>
                  <a:pt x="33225" y="78740"/>
                </a:lnTo>
                <a:lnTo>
                  <a:pt x="32240" y="83820"/>
                </a:lnTo>
                <a:lnTo>
                  <a:pt x="30376" y="95250"/>
                </a:lnTo>
                <a:lnTo>
                  <a:pt x="29391" y="100330"/>
                </a:lnTo>
                <a:lnTo>
                  <a:pt x="28355" y="107950"/>
                </a:lnTo>
                <a:lnTo>
                  <a:pt x="32292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2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6" y="195580"/>
                </a:lnTo>
                <a:lnTo>
                  <a:pt x="183743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1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6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8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0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7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0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2" y="107950"/>
                </a:lnTo>
                <a:lnTo>
                  <a:pt x="28355" y="107950"/>
                </a:lnTo>
                <a:lnTo>
                  <a:pt x="29391" y="100330"/>
                </a:lnTo>
                <a:lnTo>
                  <a:pt x="30376" y="95250"/>
                </a:lnTo>
                <a:lnTo>
                  <a:pt x="32240" y="83820"/>
                </a:lnTo>
                <a:lnTo>
                  <a:pt x="33225" y="78740"/>
                </a:lnTo>
                <a:lnTo>
                  <a:pt x="35297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1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1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3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0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7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6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7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1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6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4" y="64770"/>
                </a:lnTo>
                <a:lnTo>
                  <a:pt x="347758" y="67310"/>
                </a:lnTo>
                <a:lnTo>
                  <a:pt x="346825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983" y="281940"/>
                </a:lnTo>
                <a:lnTo>
                  <a:pt x="217894" y="27940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5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8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2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3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7" y="278090"/>
                </a:lnTo>
                <a:lnTo>
                  <a:pt x="106173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490184" y="524731"/>
            <a:ext cx="1052195" cy="468630"/>
          </a:xfrm>
          <a:custGeom>
            <a:avLst/>
            <a:gdLst/>
            <a:ahLst/>
            <a:cxnLst/>
            <a:rect l="l" t="t" r="r" b="b"/>
            <a:pathLst>
              <a:path w="1052194" h="468630">
                <a:moveTo>
                  <a:pt x="369303" y="234696"/>
                </a:moveTo>
                <a:lnTo>
                  <a:pt x="369112" y="224434"/>
                </a:lnTo>
                <a:lnTo>
                  <a:pt x="368985" y="222300"/>
                </a:lnTo>
                <a:lnTo>
                  <a:pt x="368935" y="221322"/>
                </a:lnTo>
                <a:lnTo>
                  <a:pt x="368528" y="214172"/>
                </a:lnTo>
                <a:lnTo>
                  <a:pt x="368477" y="213753"/>
                </a:lnTo>
                <a:lnTo>
                  <a:pt x="367550" y="203911"/>
                </a:lnTo>
                <a:lnTo>
                  <a:pt x="360273" y="163436"/>
                </a:lnTo>
                <a:lnTo>
                  <a:pt x="347865" y="125107"/>
                </a:lnTo>
                <a:lnTo>
                  <a:pt x="331012" y="90220"/>
                </a:lnTo>
                <a:lnTo>
                  <a:pt x="305231" y="56045"/>
                </a:lnTo>
                <a:lnTo>
                  <a:pt x="303098" y="53924"/>
                </a:lnTo>
                <a:lnTo>
                  <a:pt x="297497" y="48336"/>
                </a:lnTo>
                <a:lnTo>
                  <a:pt x="263613" y="22694"/>
                </a:lnTo>
                <a:lnTo>
                  <a:pt x="256768" y="18961"/>
                </a:lnTo>
                <a:lnTo>
                  <a:pt x="256768" y="250545"/>
                </a:lnTo>
                <a:lnTo>
                  <a:pt x="256654" y="255244"/>
                </a:lnTo>
                <a:lnTo>
                  <a:pt x="253276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62" y="378574"/>
                </a:lnTo>
                <a:lnTo>
                  <a:pt x="198666" y="378574"/>
                </a:lnTo>
                <a:lnTo>
                  <a:pt x="191731" y="380238"/>
                </a:lnTo>
                <a:lnTo>
                  <a:pt x="191973" y="380238"/>
                </a:lnTo>
                <a:lnTo>
                  <a:pt x="184962" y="380796"/>
                </a:lnTo>
                <a:lnTo>
                  <a:pt x="146532" y="361048"/>
                </a:lnTo>
                <a:lnTo>
                  <a:pt x="126288" y="327215"/>
                </a:lnTo>
                <a:lnTo>
                  <a:pt x="114401" y="278828"/>
                </a:lnTo>
                <a:lnTo>
                  <a:pt x="112979" y="255244"/>
                </a:lnTo>
                <a:lnTo>
                  <a:pt x="113004" y="244817"/>
                </a:lnTo>
                <a:lnTo>
                  <a:pt x="113245" y="236105"/>
                </a:lnTo>
                <a:lnTo>
                  <a:pt x="113372" y="234696"/>
                </a:lnTo>
                <a:lnTo>
                  <a:pt x="114439" y="222300"/>
                </a:lnTo>
                <a:lnTo>
                  <a:pt x="122643" y="184861"/>
                </a:lnTo>
                <a:lnTo>
                  <a:pt x="141198" y="147078"/>
                </a:lnTo>
                <a:lnTo>
                  <a:pt x="172173" y="122428"/>
                </a:lnTo>
                <a:lnTo>
                  <a:pt x="178460" y="120827"/>
                </a:lnTo>
                <a:lnTo>
                  <a:pt x="178612" y="120827"/>
                </a:lnTo>
                <a:lnTo>
                  <a:pt x="184962" y="120294"/>
                </a:lnTo>
                <a:lnTo>
                  <a:pt x="222885" y="139331"/>
                </a:lnTo>
                <a:lnTo>
                  <a:pt x="243052" y="172631"/>
                </a:lnTo>
                <a:lnTo>
                  <a:pt x="255181" y="221322"/>
                </a:lnTo>
                <a:lnTo>
                  <a:pt x="255257" y="222300"/>
                </a:lnTo>
                <a:lnTo>
                  <a:pt x="256298" y="234696"/>
                </a:lnTo>
                <a:lnTo>
                  <a:pt x="256387" y="236105"/>
                </a:lnTo>
                <a:lnTo>
                  <a:pt x="256768" y="250545"/>
                </a:lnTo>
                <a:lnTo>
                  <a:pt x="256768" y="18961"/>
                </a:lnTo>
                <a:lnTo>
                  <a:pt x="215531" y="3848"/>
                </a:lnTo>
                <a:lnTo>
                  <a:pt x="204901" y="1955"/>
                </a:lnTo>
                <a:lnTo>
                  <a:pt x="204520" y="1955"/>
                </a:lnTo>
                <a:lnTo>
                  <a:pt x="195249" y="977"/>
                </a:lnTo>
                <a:lnTo>
                  <a:pt x="144081" y="5981"/>
                </a:lnTo>
                <a:lnTo>
                  <a:pt x="106006" y="22072"/>
                </a:lnTo>
                <a:lnTo>
                  <a:pt x="71970" y="47752"/>
                </a:lnTo>
                <a:lnTo>
                  <a:pt x="43218" y="82219"/>
                </a:lnTo>
                <a:lnTo>
                  <a:pt x="24714" y="115747"/>
                </a:lnTo>
                <a:lnTo>
                  <a:pt x="11036" y="153250"/>
                </a:lnTo>
                <a:lnTo>
                  <a:pt x="10845" y="154025"/>
                </a:lnTo>
                <a:lnTo>
                  <a:pt x="6210" y="173024"/>
                </a:lnTo>
                <a:lnTo>
                  <a:pt x="6159" y="173342"/>
                </a:lnTo>
                <a:lnTo>
                  <a:pt x="6045" y="174040"/>
                </a:lnTo>
                <a:lnTo>
                  <a:pt x="2768" y="193192"/>
                </a:lnTo>
                <a:lnTo>
                  <a:pt x="2717" y="193662"/>
                </a:lnTo>
                <a:lnTo>
                  <a:pt x="698" y="213753"/>
                </a:lnTo>
                <a:lnTo>
                  <a:pt x="685" y="214172"/>
                </a:lnTo>
                <a:lnTo>
                  <a:pt x="0" y="234696"/>
                </a:lnTo>
                <a:lnTo>
                  <a:pt x="2959" y="275882"/>
                </a:lnTo>
                <a:lnTo>
                  <a:pt x="11506" y="315823"/>
                </a:lnTo>
                <a:lnTo>
                  <a:pt x="25107" y="353288"/>
                </a:lnTo>
                <a:lnTo>
                  <a:pt x="56946" y="404761"/>
                </a:lnTo>
                <a:lnTo>
                  <a:pt x="88290" y="434721"/>
                </a:lnTo>
                <a:lnTo>
                  <a:pt x="124904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62" y="468147"/>
                </a:lnTo>
                <a:lnTo>
                  <a:pt x="195199" y="467791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101" y="434721"/>
                </a:lnTo>
                <a:lnTo>
                  <a:pt x="312572" y="404761"/>
                </a:lnTo>
                <a:lnTo>
                  <a:pt x="335559" y="370420"/>
                </a:lnTo>
                <a:lnTo>
                  <a:pt x="351421" y="334860"/>
                </a:lnTo>
                <a:lnTo>
                  <a:pt x="362585" y="295846"/>
                </a:lnTo>
                <a:lnTo>
                  <a:pt x="368528" y="255016"/>
                </a:lnTo>
                <a:lnTo>
                  <a:pt x="369112" y="244817"/>
                </a:lnTo>
                <a:lnTo>
                  <a:pt x="369303" y="234696"/>
                </a:lnTo>
                <a:close/>
              </a:path>
              <a:path w="1052194" h="468630">
                <a:moveTo>
                  <a:pt x="727113" y="53047"/>
                </a:moveTo>
                <a:lnTo>
                  <a:pt x="724776" y="47561"/>
                </a:lnTo>
                <a:lnTo>
                  <a:pt x="720115" y="43205"/>
                </a:lnTo>
                <a:lnTo>
                  <a:pt x="715454" y="38747"/>
                </a:lnTo>
                <a:lnTo>
                  <a:pt x="669912" y="21793"/>
                </a:lnTo>
                <a:lnTo>
                  <a:pt x="616521" y="12776"/>
                </a:lnTo>
                <a:lnTo>
                  <a:pt x="575894" y="8750"/>
                </a:lnTo>
                <a:lnTo>
                  <a:pt x="536867" y="6413"/>
                </a:lnTo>
                <a:lnTo>
                  <a:pt x="536867" y="240284"/>
                </a:lnTo>
                <a:lnTo>
                  <a:pt x="536867" y="240487"/>
                </a:lnTo>
                <a:lnTo>
                  <a:pt x="536676" y="246100"/>
                </a:lnTo>
                <a:lnTo>
                  <a:pt x="536867" y="240284"/>
                </a:lnTo>
                <a:lnTo>
                  <a:pt x="536867" y="6413"/>
                </a:lnTo>
                <a:lnTo>
                  <a:pt x="532599" y="6197"/>
                </a:lnTo>
                <a:lnTo>
                  <a:pt x="530428" y="6134"/>
                </a:lnTo>
                <a:lnTo>
                  <a:pt x="530428" y="205574"/>
                </a:lnTo>
                <a:lnTo>
                  <a:pt x="530110" y="214172"/>
                </a:lnTo>
                <a:lnTo>
                  <a:pt x="529831" y="221259"/>
                </a:lnTo>
                <a:lnTo>
                  <a:pt x="530428" y="205574"/>
                </a:lnTo>
                <a:lnTo>
                  <a:pt x="530428" y="6134"/>
                </a:lnTo>
                <a:lnTo>
                  <a:pt x="529653" y="6108"/>
                </a:lnTo>
                <a:lnTo>
                  <a:pt x="529653" y="226136"/>
                </a:lnTo>
                <a:lnTo>
                  <a:pt x="529615" y="227152"/>
                </a:lnTo>
                <a:lnTo>
                  <a:pt x="529170" y="237210"/>
                </a:lnTo>
                <a:lnTo>
                  <a:pt x="529653" y="226136"/>
                </a:lnTo>
                <a:lnTo>
                  <a:pt x="529653" y="6108"/>
                </a:lnTo>
                <a:lnTo>
                  <a:pt x="529005" y="6096"/>
                </a:lnTo>
                <a:lnTo>
                  <a:pt x="529005" y="241033"/>
                </a:lnTo>
                <a:lnTo>
                  <a:pt x="528256" y="259778"/>
                </a:lnTo>
                <a:lnTo>
                  <a:pt x="528789" y="246100"/>
                </a:lnTo>
                <a:lnTo>
                  <a:pt x="529005" y="241033"/>
                </a:lnTo>
                <a:lnTo>
                  <a:pt x="529005" y="6096"/>
                </a:lnTo>
                <a:lnTo>
                  <a:pt x="522097" y="5867"/>
                </a:lnTo>
                <a:lnTo>
                  <a:pt x="511924" y="5664"/>
                </a:lnTo>
                <a:lnTo>
                  <a:pt x="486130" y="5664"/>
                </a:lnTo>
                <a:lnTo>
                  <a:pt x="475310" y="6426"/>
                </a:lnTo>
                <a:lnTo>
                  <a:pt x="469074" y="7277"/>
                </a:lnTo>
                <a:lnTo>
                  <a:pt x="468807" y="7277"/>
                </a:lnTo>
                <a:lnTo>
                  <a:pt x="427139" y="26263"/>
                </a:lnTo>
                <a:lnTo>
                  <a:pt x="413143" y="51803"/>
                </a:lnTo>
                <a:lnTo>
                  <a:pt x="413143" y="67246"/>
                </a:lnTo>
                <a:lnTo>
                  <a:pt x="439064" y="102577"/>
                </a:lnTo>
                <a:lnTo>
                  <a:pt x="475373" y="112572"/>
                </a:lnTo>
                <a:lnTo>
                  <a:pt x="507834" y="112572"/>
                </a:lnTo>
                <a:lnTo>
                  <a:pt x="513715" y="112369"/>
                </a:lnTo>
                <a:lnTo>
                  <a:pt x="513676" y="112572"/>
                </a:lnTo>
                <a:lnTo>
                  <a:pt x="507187" y="166306"/>
                </a:lnTo>
                <a:lnTo>
                  <a:pt x="504837" y="205574"/>
                </a:lnTo>
                <a:lnTo>
                  <a:pt x="504405" y="254635"/>
                </a:lnTo>
                <a:lnTo>
                  <a:pt x="504926" y="271411"/>
                </a:lnTo>
                <a:lnTo>
                  <a:pt x="505802" y="288124"/>
                </a:lnTo>
                <a:lnTo>
                  <a:pt x="505904" y="289560"/>
                </a:lnTo>
                <a:lnTo>
                  <a:pt x="505993" y="290753"/>
                </a:lnTo>
                <a:lnTo>
                  <a:pt x="507022" y="304787"/>
                </a:lnTo>
                <a:lnTo>
                  <a:pt x="513054" y="353136"/>
                </a:lnTo>
                <a:lnTo>
                  <a:pt x="520941" y="390931"/>
                </a:lnTo>
                <a:lnTo>
                  <a:pt x="535660" y="432358"/>
                </a:lnTo>
                <a:lnTo>
                  <a:pt x="564426" y="463169"/>
                </a:lnTo>
                <a:lnTo>
                  <a:pt x="578827" y="463169"/>
                </a:lnTo>
                <a:lnTo>
                  <a:pt x="602094" y="429082"/>
                </a:lnTo>
                <a:lnTo>
                  <a:pt x="604735" y="384365"/>
                </a:lnTo>
                <a:lnTo>
                  <a:pt x="604939" y="382816"/>
                </a:lnTo>
                <a:lnTo>
                  <a:pt x="607504" y="340182"/>
                </a:lnTo>
                <a:lnTo>
                  <a:pt x="611276" y="297014"/>
                </a:lnTo>
                <a:lnTo>
                  <a:pt x="611886" y="290753"/>
                </a:lnTo>
                <a:lnTo>
                  <a:pt x="612000" y="289560"/>
                </a:lnTo>
                <a:lnTo>
                  <a:pt x="617169" y="240284"/>
                </a:lnTo>
                <a:lnTo>
                  <a:pt x="621957" y="199771"/>
                </a:lnTo>
                <a:lnTo>
                  <a:pt x="626706" y="162267"/>
                </a:lnTo>
                <a:lnTo>
                  <a:pt x="627913" y="152565"/>
                </a:lnTo>
                <a:lnTo>
                  <a:pt x="630174" y="134226"/>
                </a:lnTo>
                <a:lnTo>
                  <a:pt x="632777" y="112369"/>
                </a:lnTo>
                <a:lnTo>
                  <a:pt x="632841" y="111861"/>
                </a:lnTo>
                <a:lnTo>
                  <a:pt x="633476" y="106362"/>
                </a:lnTo>
                <a:lnTo>
                  <a:pt x="633857" y="102895"/>
                </a:lnTo>
                <a:lnTo>
                  <a:pt x="635723" y="102577"/>
                </a:lnTo>
                <a:lnTo>
                  <a:pt x="677164" y="95783"/>
                </a:lnTo>
                <a:lnTo>
                  <a:pt x="717664" y="78651"/>
                </a:lnTo>
                <a:lnTo>
                  <a:pt x="726732" y="62166"/>
                </a:lnTo>
                <a:lnTo>
                  <a:pt x="726859" y="61341"/>
                </a:lnTo>
                <a:lnTo>
                  <a:pt x="727062" y="59994"/>
                </a:lnTo>
                <a:lnTo>
                  <a:pt x="727113" y="53047"/>
                </a:lnTo>
                <a:close/>
              </a:path>
              <a:path w="1052194" h="468630">
                <a:moveTo>
                  <a:pt x="1052156" y="359410"/>
                </a:moveTo>
                <a:lnTo>
                  <a:pt x="1043368" y="320040"/>
                </a:lnTo>
                <a:lnTo>
                  <a:pt x="1021613" y="284480"/>
                </a:lnTo>
                <a:lnTo>
                  <a:pt x="994410" y="254000"/>
                </a:lnTo>
                <a:lnTo>
                  <a:pt x="987374" y="247650"/>
                </a:lnTo>
                <a:lnTo>
                  <a:pt x="980694" y="241300"/>
                </a:lnTo>
                <a:lnTo>
                  <a:pt x="974394" y="236220"/>
                </a:lnTo>
                <a:lnTo>
                  <a:pt x="968451" y="229870"/>
                </a:lnTo>
                <a:lnTo>
                  <a:pt x="965250" y="227330"/>
                </a:lnTo>
                <a:lnTo>
                  <a:pt x="959599" y="222250"/>
                </a:lnTo>
                <a:lnTo>
                  <a:pt x="957008" y="219710"/>
                </a:lnTo>
                <a:lnTo>
                  <a:pt x="954722" y="218440"/>
                </a:lnTo>
                <a:lnTo>
                  <a:pt x="952754" y="215900"/>
                </a:lnTo>
                <a:lnTo>
                  <a:pt x="939698" y="203200"/>
                </a:lnTo>
                <a:lnTo>
                  <a:pt x="934313" y="198120"/>
                </a:lnTo>
                <a:lnTo>
                  <a:pt x="929132" y="193040"/>
                </a:lnTo>
                <a:lnTo>
                  <a:pt x="919187" y="182880"/>
                </a:lnTo>
                <a:lnTo>
                  <a:pt x="914781" y="177800"/>
                </a:lnTo>
                <a:lnTo>
                  <a:pt x="907110" y="166370"/>
                </a:lnTo>
                <a:lnTo>
                  <a:pt x="905611" y="163830"/>
                </a:lnTo>
                <a:lnTo>
                  <a:pt x="904113" y="161290"/>
                </a:lnTo>
                <a:lnTo>
                  <a:pt x="899756" y="152400"/>
                </a:lnTo>
                <a:lnTo>
                  <a:pt x="898664" y="147320"/>
                </a:lnTo>
                <a:lnTo>
                  <a:pt x="898664" y="142240"/>
                </a:lnTo>
                <a:lnTo>
                  <a:pt x="926439" y="115570"/>
                </a:lnTo>
                <a:lnTo>
                  <a:pt x="940219" y="115570"/>
                </a:lnTo>
                <a:lnTo>
                  <a:pt x="945400" y="116840"/>
                </a:lnTo>
                <a:lnTo>
                  <a:pt x="950277" y="118110"/>
                </a:lnTo>
                <a:lnTo>
                  <a:pt x="955141" y="118110"/>
                </a:lnTo>
                <a:lnTo>
                  <a:pt x="959751" y="120650"/>
                </a:lnTo>
                <a:lnTo>
                  <a:pt x="964107" y="121920"/>
                </a:lnTo>
                <a:lnTo>
                  <a:pt x="968451" y="124460"/>
                </a:lnTo>
                <a:lnTo>
                  <a:pt x="972654" y="125730"/>
                </a:lnTo>
                <a:lnTo>
                  <a:pt x="980732" y="130810"/>
                </a:lnTo>
                <a:lnTo>
                  <a:pt x="984465" y="133350"/>
                </a:lnTo>
                <a:lnTo>
                  <a:pt x="987882" y="134620"/>
                </a:lnTo>
                <a:lnTo>
                  <a:pt x="993381" y="138430"/>
                </a:lnTo>
                <a:lnTo>
                  <a:pt x="1004049" y="143510"/>
                </a:lnTo>
                <a:lnTo>
                  <a:pt x="1009332" y="147320"/>
                </a:lnTo>
                <a:lnTo>
                  <a:pt x="1014831" y="147320"/>
                </a:lnTo>
                <a:lnTo>
                  <a:pt x="1020521" y="144780"/>
                </a:lnTo>
                <a:lnTo>
                  <a:pt x="1026934" y="142240"/>
                </a:lnTo>
                <a:lnTo>
                  <a:pt x="1047457" y="106680"/>
                </a:lnTo>
                <a:lnTo>
                  <a:pt x="1047521" y="105410"/>
                </a:lnTo>
                <a:lnTo>
                  <a:pt x="1047877" y="99060"/>
                </a:lnTo>
                <a:lnTo>
                  <a:pt x="1042441" y="67310"/>
                </a:lnTo>
                <a:lnTo>
                  <a:pt x="1041120" y="63500"/>
                </a:lnTo>
                <a:lnTo>
                  <a:pt x="1014450" y="26670"/>
                </a:lnTo>
                <a:lnTo>
                  <a:pt x="963409" y="2540"/>
                </a:lnTo>
                <a:lnTo>
                  <a:pt x="943356" y="0"/>
                </a:lnTo>
                <a:lnTo>
                  <a:pt x="920254" y="0"/>
                </a:lnTo>
                <a:lnTo>
                  <a:pt x="872629" y="10160"/>
                </a:lnTo>
                <a:lnTo>
                  <a:pt x="831113" y="30480"/>
                </a:lnTo>
                <a:lnTo>
                  <a:pt x="796912" y="59690"/>
                </a:lnTo>
                <a:lnTo>
                  <a:pt x="794067" y="63385"/>
                </a:lnTo>
                <a:lnTo>
                  <a:pt x="794067" y="134620"/>
                </a:lnTo>
                <a:lnTo>
                  <a:pt x="794004" y="135890"/>
                </a:lnTo>
                <a:lnTo>
                  <a:pt x="793927" y="137160"/>
                </a:lnTo>
                <a:lnTo>
                  <a:pt x="794067" y="134620"/>
                </a:lnTo>
                <a:lnTo>
                  <a:pt x="794067" y="63385"/>
                </a:lnTo>
                <a:lnTo>
                  <a:pt x="772579" y="99060"/>
                </a:lnTo>
                <a:lnTo>
                  <a:pt x="764616" y="130810"/>
                </a:lnTo>
                <a:lnTo>
                  <a:pt x="764730" y="144780"/>
                </a:lnTo>
                <a:lnTo>
                  <a:pt x="775576" y="186690"/>
                </a:lnTo>
                <a:lnTo>
                  <a:pt x="795566" y="220980"/>
                </a:lnTo>
                <a:lnTo>
                  <a:pt x="821029" y="251460"/>
                </a:lnTo>
                <a:lnTo>
                  <a:pt x="849655" y="278130"/>
                </a:lnTo>
                <a:lnTo>
                  <a:pt x="859116" y="287020"/>
                </a:lnTo>
                <a:lnTo>
                  <a:pt x="868299" y="294640"/>
                </a:lnTo>
                <a:lnTo>
                  <a:pt x="877227" y="302260"/>
                </a:lnTo>
                <a:lnTo>
                  <a:pt x="906233" y="326390"/>
                </a:lnTo>
                <a:lnTo>
                  <a:pt x="912190" y="332740"/>
                </a:lnTo>
                <a:lnTo>
                  <a:pt x="917168" y="337820"/>
                </a:lnTo>
                <a:lnTo>
                  <a:pt x="922248" y="342900"/>
                </a:lnTo>
                <a:lnTo>
                  <a:pt x="926071" y="347980"/>
                </a:lnTo>
                <a:lnTo>
                  <a:pt x="931252" y="355600"/>
                </a:lnTo>
                <a:lnTo>
                  <a:pt x="932548" y="359410"/>
                </a:lnTo>
                <a:lnTo>
                  <a:pt x="932548" y="365760"/>
                </a:lnTo>
                <a:lnTo>
                  <a:pt x="931519" y="369570"/>
                </a:lnTo>
                <a:lnTo>
                  <a:pt x="927366" y="377190"/>
                </a:lnTo>
                <a:lnTo>
                  <a:pt x="924369" y="381000"/>
                </a:lnTo>
                <a:lnTo>
                  <a:pt x="920432" y="383540"/>
                </a:lnTo>
                <a:lnTo>
                  <a:pt x="916495" y="387350"/>
                </a:lnTo>
                <a:lnTo>
                  <a:pt x="911885" y="389890"/>
                </a:lnTo>
                <a:lnTo>
                  <a:pt x="901306" y="393700"/>
                </a:lnTo>
                <a:lnTo>
                  <a:pt x="895972" y="397510"/>
                </a:lnTo>
                <a:lnTo>
                  <a:pt x="890701" y="404952"/>
                </a:lnTo>
                <a:lnTo>
                  <a:pt x="887996" y="402590"/>
                </a:lnTo>
                <a:lnTo>
                  <a:pt x="885101" y="400050"/>
                </a:lnTo>
                <a:lnTo>
                  <a:pt x="883640" y="398780"/>
                </a:lnTo>
                <a:lnTo>
                  <a:pt x="876236" y="394970"/>
                </a:lnTo>
                <a:lnTo>
                  <a:pt x="861110" y="391160"/>
                </a:lnTo>
                <a:lnTo>
                  <a:pt x="854583" y="389890"/>
                </a:lnTo>
                <a:lnTo>
                  <a:pt x="849083" y="387350"/>
                </a:lnTo>
                <a:lnTo>
                  <a:pt x="843394" y="384810"/>
                </a:lnTo>
                <a:lnTo>
                  <a:pt x="826554" y="381000"/>
                </a:lnTo>
                <a:lnTo>
                  <a:pt x="821270" y="382270"/>
                </a:lnTo>
                <a:lnTo>
                  <a:pt x="816292" y="386080"/>
                </a:lnTo>
                <a:lnTo>
                  <a:pt x="810907" y="389890"/>
                </a:lnTo>
                <a:lnTo>
                  <a:pt x="808215" y="396240"/>
                </a:lnTo>
                <a:lnTo>
                  <a:pt x="808215" y="410210"/>
                </a:lnTo>
                <a:lnTo>
                  <a:pt x="811377" y="417830"/>
                </a:lnTo>
                <a:lnTo>
                  <a:pt x="817689" y="425450"/>
                </a:lnTo>
                <a:lnTo>
                  <a:pt x="822769" y="430530"/>
                </a:lnTo>
                <a:lnTo>
                  <a:pt x="828535" y="435610"/>
                </a:lnTo>
                <a:lnTo>
                  <a:pt x="834974" y="441960"/>
                </a:lnTo>
                <a:lnTo>
                  <a:pt x="842098" y="445770"/>
                </a:lnTo>
                <a:lnTo>
                  <a:pt x="849934" y="450850"/>
                </a:lnTo>
                <a:lnTo>
                  <a:pt x="858380" y="454660"/>
                </a:lnTo>
                <a:lnTo>
                  <a:pt x="867422" y="458470"/>
                </a:lnTo>
                <a:lnTo>
                  <a:pt x="877062" y="462280"/>
                </a:lnTo>
                <a:lnTo>
                  <a:pt x="887222" y="464820"/>
                </a:lnTo>
                <a:lnTo>
                  <a:pt x="920115" y="468630"/>
                </a:lnTo>
                <a:lnTo>
                  <a:pt x="945146" y="466090"/>
                </a:lnTo>
                <a:lnTo>
                  <a:pt x="957300" y="463550"/>
                </a:lnTo>
                <a:lnTo>
                  <a:pt x="969238" y="459740"/>
                </a:lnTo>
                <a:lnTo>
                  <a:pt x="980770" y="455930"/>
                </a:lnTo>
                <a:lnTo>
                  <a:pt x="991616" y="449580"/>
                </a:lnTo>
                <a:lnTo>
                  <a:pt x="1001763" y="444500"/>
                </a:lnTo>
                <a:lnTo>
                  <a:pt x="1032776" y="415290"/>
                </a:lnTo>
                <a:lnTo>
                  <a:pt x="1040130" y="404952"/>
                </a:lnTo>
                <a:lnTo>
                  <a:pt x="1040892" y="403860"/>
                </a:lnTo>
                <a:lnTo>
                  <a:pt x="1045845" y="393700"/>
                </a:lnTo>
                <a:lnTo>
                  <a:pt x="1049401" y="382270"/>
                </a:lnTo>
                <a:lnTo>
                  <a:pt x="1051521" y="372110"/>
                </a:lnTo>
                <a:lnTo>
                  <a:pt x="1052156" y="361950"/>
                </a:lnTo>
                <a:lnTo>
                  <a:pt x="1052156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527" y="7314651"/>
            <a:ext cx="1092339" cy="109233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75218" y="2259482"/>
            <a:ext cx="175895" cy="4681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5218" y="856295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4318029" y="522494"/>
            <a:ext cx="612775" cy="473709"/>
            <a:chOff x="4318029" y="522494"/>
            <a:chExt cx="612775" cy="473709"/>
          </a:xfrm>
        </p:grpSpPr>
        <p:sp>
          <p:nvSpPr>
            <p:cNvPr id="16" name="object 16"/>
            <p:cNvSpPr/>
            <p:nvPr/>
          </p:nvSpPr>
          <p:spPr>
            <a:xfrm>
              <a:off x="4318029" y="522494"/>
              <a:ext cx="132080" cy="473709"/>
            </a:xfrm>
            <a:custGeom>
              <a:avLst/>
              <a:gdLst/>
              <a:ahLst/>
              <a:cxnLst/>
              <a:rect l="l" t="t" r="r" b="b"/>
              <a:pathLst>
                <a:path w="132079" h="473709">
                  <a:moveTo>
                    <a:pt x="75129" y="473172"/>
                  </a:moveTo>
                  <a:lnTo>
                    <a:pt x="60208" y="473172"/>
                  </a:lnTo>
                  <a:lnTo>
                    <a:pt x="54560" y="470788"/>
                  </a:lnTo>
                  <a:lnTo>
                    <a:pt x="31502" y="439687"/>
                  </a:lnTo>
                  <a:lnTo>
                    <a:pt x="16921" y="394953"/>
                  </a:lnTo>
                  <a:lnTo>
                    <a:pt x="8907" y="354173"/>
                  </a:lnTo>
                  <a:lnTo>
                    <a:pt x="2700" y="301425"/>
                  </a:lnTo>
                  <a:lnTo>
                    <a:pt x="174" y="250231"/>
                  </a:lnTo>
                  <a:lnTo>
                    <a:pt x="0" y="220855"/>
                  </a:lnTo>
                  <a:lnTo>
                    <a:pt x="222" y="203340"/>
                  </a:lnTo>
                  <a:lnTo>
                    <a:pt x="2787" y="154303"/>
                  </a:lnTo>
                  <a:lnTo>
                    <a:pt x="7916" y="107471"/>
                  </a:lnTo>
                  <a:lnTo>
                    <a:pt x="15143" y="65350"/>
                  </a:lnTo>
                  <a:lnTo>
                    <a:pt x="28967" y="25697"/>
                  </a:lnTo>
                  <a:lnTo>
                    <a:pt x="33319" y="19480"/>
                  </a:lnTo>
                  <a:lnTo>
                    <a:pt x="38448" y="14351"/>
                  </a:lnTo>
                  <a:lnTo>
                    <a:pt x="50364" y="6165"/>
                  </a:lnTo>
                  <a:lnTo>
                    <a:pt x="56944" y="3315"/>
                  </a:lnTo>
                  <a:lnTo>
                    <a:pt x="64093" y="1761"/>
                  </a:lnTo>
                  <a:lnTo>
                    <a:pt x="71800" y="0"/>
                  </a:lnTo>
                  <a:lnTo>
                    <a:pt x="78859" y="0"/>
                  </a:lnTo>
                  <a:lnTo>
                    <a:pt x="86630" y="1450"/>
                  </a:lnTo>
                  <a:lnTo>
                    <a:pt x="121601" y="22433"/>
                  </a:lnTo>
                  <a:lnTo>
                    <a:pt x="128883" y="38597"/>
                  </a:lnTo>
                  <a:lnTo>
                    <a:pt x="50727" y="38597"/>
                  </a:lnTo>
                  <a:lnTo>
                    <a:pt x="46025" y="50575"/>
                  </a:lnTo>
                  <a:lnTo>
                    <a:pt x="36116" y="89422"/>
                  </a:lnTo>
                  <a:lnTo>
                    <a:pt x="30463" y="128998"/>
                  </a:lnTo>
                  <a:lnTo>
                    <a:pt x="28967" y="141645"/>
                  </a:lnTo>
                  <a:lnTo>
                    <a:pt x="32904" y="142267"/>
                  </a:lnTo>
                  <a:lnTo>
                    <a:pt x="34873" y="142682"/>
                  </a:lnTo>
                  <a:lnTo>
                    <a:pt x="34873" y="142993"/>
                  </a:lnTo>
                  <a:lnTo>
                    <a:pt x="123490" y="142993"/>
                  </a:lnTo>
                  <a:lnTo>
                    <a:pt x="120814" y="165164"/>
                  </a:lnTo>
                  <a:lnTo>
                    <a:pt x="114384" y="220855"/>
                  </a:lnTo>
                  <a:lnTo>
                    <a:pt x="109646" y="265094"/>
                  </a:lnTo>
                  <a:lnTo>
                    <a:pt x="105320" y="310643"/>
                  </a:lnTo>
                  <a:lnTo>
                    <a:pt x="101862" y="356213"/>
                  </a:lnTo>
                  <a:lnTo>
                    <a:pt x="100308" y="401572"/>
                  </a:lnTo>
                  <a:lnTo>
                    <a:pt x="100201" y="405590"/>
                  </a:lnTo>
                  <a:lnTo>
                    <a:pt x="100101" y="409343"/>
                  </a:lnTo>
                  <a:lnTo>
                    <a:pt x="99370" y="424222"/>
                  </a:lnTo>
                  <a:lnTo>
                    <a:pt x="99272" y="426233"/>
                  </a:lnTo>
                  <a:lnTo>
                    <a:pt x="98132" y="434315"/>
                  </a:lnTo>
                  <a:lnTo>
                    <a:pt x="94402" y="449858"/>
                  </a:lnTo>
                  <a:lnTo>
                    <a:pt x="91138" y="457007"/>
                  </a:lnTo>
                  <a:lnTo>
                    <a:pt x="81916" y="469960"/>
                  </a:lnTo>
                  <a:lnTo>
                    <a:pt x="75129" y="473172"/>
                  </a:lnTo>
                  <a:close/>
                </a:path>
                <a:path w="132079" h="473709">
                  <a:moveTo>
                    <a:pt x="34873" y="142993"/>
                  </a:moveTo>
                  <a:lnTo>
                    <a:pt x="34873" y="142682"/>
                  </a:lnTo>
                  <a:lnTo>
                    <a:pt x="32904" y="142267"/>
                  </a:lnTo>
                  <a:lnTo>
                    <a:pt x="28967" y="141645"/>
                  </a:lnTo>
                  <a:lnTo>
                    <a:pt x="30290" y="130455"/>
                  </a:lnTo>
                  <a:lnTo>
                    <a:pt x="36116" y="89422"/>
                  </a:lnTo>
                  <a:lnTo>
                    <a:pt x="46025" y="50575"/>
                  </a:lnTo>
                  <a:lnTo>
                    <a:pt x="50727" y="38597"/>
                  </a:lnTo>
                  <a:lnTo>
                    <a:pt x="56270" y="40670"/>
                  </a:lnTo>
                  <a:lnTo>
                    <a:pt x="58379" y="42055"/>
                  </a:lnTo>
                  <a:lnTo>
                    <a:pt x="61451" y="44193"/>
                  </a:lnTo>
                  <a:lnTo>
                    <a:pt x="55146" y="55170"/>
                  </a:lnTo>
                  <a:lnTo>
                    <a:pt x="50066" y="66652"/>
                  </a:lnTo>
                  <a:lnTo>
                    <a:pt x="41088" y="116078"/>
                  </a:lnTo>
                  <a:lnTo>
                    <a:pt x="40840" y="127735"/>
                  </a:lnTo>
                  <a:lnTo>
                    <a:pt x="40844" y="130455"/>
                  </a:lnTo>
                  <a:lnTo>
                    <a:pt x="41159" y="139722"/>
                  </a:lnTo>
                  <a:lnTo>
                    <a:pt x="41245" y="142267"/>
                  </a:lnTo>
                  <a:lnTo>
                    <a:pt x="37847" y="142682"/>
                  </a:lnTo>
                  <a:lnTo>
                    <a:pt x="38059" y="142682"/>
                  </a:lnTo>
                  <a:lnTo>
                    <a:pt x="34873" y="142993"/>
                  </a:lnTo>
                  <a:close/>
                </a:path>
                <a:path w="132079" h="473709">
                  <a:moveTo>
                    <a:pt x="123490" y="142993"/>
                  </a:moveTo>
                  <a:lnTo>
                    <a:pt x="34873" y="142993"/>
                  </a:lnTo>
                  <a:lnTo>
                    <a:pt x="38059" y="142682"/>
                  </a:lnTo>
                  <a:lnTo>
                    <a:pt x="37847" y="142682"/>
                  </a:lnTo>
                  <a:lnTo>
                    <a:pt x="41245" y="142267"/>
                  </a:lnTo>
                  <a:lnTo>
                    <a:pt x="40844" y="130455"/>
                  </a:lnTo>
                  <a:lnTo>
                    <a:pt x="40840" y="127735"/>
                  </a:lnTo>
                  <a:lnTo>
                    <a:pt x="46209" y="78639"/>
                  </a:lnTo>
                  <a:lnTo>
                    <a:pt x="61451" y="44193"/>
                  </a:lnTo>
                  <a:lnTo>
                    <a:pt x="58379" y="42055"/>
                  </a:lnTo>
                  <a:lnTo>
                    <a:pt x="56270" y="40670"/>
                  </a:lnTo>
                  <a:lnTo>
                    <a:pt x="50727" y="38597"/>
                  </a:lnTo>
                  <a:lnTo>
                    <a:pt x="128883" y="38597"/>
                  </a:lnTo>
                  <a:lnTo>
                    <a:pt x="129956" y="42055"/>
                  </a:lnTo>
                  <a:lnTo>
                    <a:pt x="131539" y="54461"/>
                  </a:lnTo>
                  <a:lnTo>
                    <a:pt x="131413" y="66652"/>
                  </a:lnTo>
                  <a:lnTo>
                    <a:pt x="127818" y="105276"/>
                  </a:lnTo>
                  <a:lnTo>
                    <a:pt x="123527" y="142682"/>
                  </a:lnTo>
                  <a:lnTo>
                    <a:pt x="123490" y="14299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54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498208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7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7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09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8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68874" y="519080"/>
            <a:ext cx="662305" cy="479425"/>
          </a:xfrm>
          <a:custGeom>
            <a:avLst/>
            <a:gdLst/>
            <a:ahLst/>
            <a:cxnLst/>
            <a:rect l="l" t="t" r="r" b="b"/>
            <a:pathLst>
              <a:path w="662304" h="479425">
                <a:moveTo>
                  <a:pt x="299072" y="394639"/>
                </a:moveTo>
                <a:lnTo>
                  <a:pt x="279209" y="367322"/>
                </a:lnTo>
                <a:lnTo>
                  <a:pt x="279057" y="367322"/>
                </a:lnTo>
                <a:lnTo>
                  <a:pt x="267512" y="364109"/>
                </a:lnTo>
                <a:lnTo>
                  <a:pt x="260362" y="362813"/>
                </a:lnTo>
                <a:lnTo>
                  <a:pt x="259905" y="362813"/>
                </a:lnTo>
                <a:lnTo>
                  <a:pt x="253682" y="362204"/>
                </a:lnTo>
                <a:lnTo>
                  <a:pt x="245351" y="361251"/>
                </a:lnTo>
                <a:lnTo>
                  <a:pt x="244906" y="361251"/>
                </a:lnTo>
                <a:lnTo>
                  <a:pt x="238760" y="360743"/>
                </a:lnTo>
                <a:lnTo>
                  <a:pt x="226631" y="360121"/>
                </a:lnTo>
                <a:lnTo>
                  <a:pt x="206324" y="360121"/>
                </a:lnTo>
                <a:lnTo>
                  <a:pt x="187921" y="360743"/>
                </a:lnTo>
                <a:lnTo>
                  <a:pt x="189763" y="360743"/>
                </a:lnTo>
                <a:lnTo>
                  <a:pt x="181102" y="361251"/>
                </a:lnTo>
                <a:lnTo>
                  <a:pt x="140487" y="365150"/>
                </a:lnTo>
                <a:lnTo>
                  <a:pt x="104063" y="374027"/>
                </a:lnTo>
                <a:lnTo>
                  <a:pt x="104101" y="369963"/>
                </a:lnTo>
                <a:lnTo>
                  <a:pt x="104216" y="364109"/>
                </a:lnTo>
                <a:lnTo>
                  <a:pt x="104330" y="360121"/>
                </a:lnTo>
                <a:lnTo>
                  <a:pt x="104470" y="354965"/>
                </a:lnTo>
                <a:lnTo>
                  <a:pt x="106883" y="315455"/>
                </a:lnTo>
                <a:lnTo>
                  <a:pt x="110845" y="274535"/>
                </a:lnTo>
                <a:lnTo>
                  <a:pt x="115938" y="232956"/>
                </a:lnTo>
                <a:lnTo>
                  <a:pt x="121958" y="191541"/>
                </a:lnTo>
                <a:lnTo>
                  <a:pt x="128422" y="151980"/>
                </a:lnTo>
                <a:lnTo>
                  <a:pt x="130848" y="138074"/>
                </a:lnTo>
                <a:lnTo>
                  <a:pt x="130924" y="137655"/>
                </a:lnTo>
                <a:lnTo>
                  <a:pt x="131013" y="137134"/>
                </a:lnTo>
                <a:lnTo>
                  <a:pt x="132842" y="126961"/>
                </a:lnTo>
                <a:lnTo>
                  <a:pt x="143002" y="72847"/>
                </a:lnTo>
                <a:lnTo>
                  <a:pt x="143852" y="68491"/>
                </a:lnTo>
                <a:lnTo>
                  <a:pt x="144208" y="65900"/>
                </a:lnTo>
                <a:lnTo>
                  <a:pt x="144310" y="64554"/>
                </a:lnTo>
                <a:lnTo>
                  <a:pt x="144627" y="60617"/>
                </a:lnTo>
                <a:lnTo>
                  <a:pt x="144729" y="55689"/>
                </a:lnTo>
                <a:lnTo>
                  <a:pt x="143878" y="44462"/>
                </a:lnTo>
                <a:lnTo>
                  <a:pt x="142595" y="39535"/>
                </a:lnTo>
                <a:lnTo>
                  <a:pt x="142519" y="39217"/>
                </a:lnTo>
                <a:lnTo>
                  <a:pt x="115938" y="7785"/>
                </a:lnTo>
                <a:lnTo>
                  <a:pt x="89547" y="0"/>
                </a:lnTo>
                <a:lnTo>
                  <a:pt x="81673" y="152"/>
                </a:lnTo>
                <a:lnTo>
                  <a:pt x="74002" y="1917"/>
                </a:lnTo>
                <a:lnTo>
                  <a:pt x="66344" y="3581"/>
                </a:lnTo>
                <a:lnTo>
                  <a:pt x="59245" y="6477"/>
                </a:lnTo>
                <a:lnTo>
                  <a:pt x="50952" y="11722"/>
                </a:lnTo>
                <a:lnTo>
                  <a:pt x="50952" y="81026"/>
                </a:lnTo>
                <a:lnTo>
                  <a:pt x="50927" y="81191"/>
                </a:lnTo>
                <a:lnTo>
                  <a:pt x="50507" y="83654"/>
                </a:lnTo>
                <a:lnTo>
                  <a:pt x="50952" y="81026"/>
                </a:lnTo>
                <a:lnTo>
                  <a:pt x="50952" y="11722"/>
                </a:lnTo>
                <a:lnTo>
                  <a:pt x="46647" y="14452"/>
                </a:lnTo>
                <a:lnTo>
                  <a:pt x="46647" y="104965"/>
                </a:lnTo>
                <a:lnTo>
                  <a:pt x="46532" y="105486"/>
                </a:lnTo>
                <a:lnTo>
                  <a:pt x="44792" y="112737"/>
                </a:lnTo>
                <a:lnTo>
                  <a:pt x="46647" y="104965"/>
                </a:lnTo>
                <a:lnTo>
                  <a:pt x="46647" y="14452"/>
                </a:lnTo>
                <a:lnTo>
                  <a:pt x="25984" y="46990"/>
                </a:lnTo>
                <a:lnTo>
                  <a:pt x="15570" y="93929"/>
                </a:lnTo>
                <a:lnTo>
                  <a:pt x="9156" y="134810"/>
                </a:lnTo>
                <a:lnTo>
                  <a:pt x="4254" y="178371"/>
                </a:lnTo>
                <a:lnTo>
                  <a:pt x="1003" y="224243"/>
                </a:lnTo>
                <a:lnTo>
                  <a:pt x="0" y="255104"/>
                </a:lnTo>
                <a:lnTo>
                  <a:pt x="63" y="288251"/>
                </a:lnTo>
                <a:lnTo>
                  <a:pt x="2197" y="332981"/>
                </a:lnTo>
                <a:lnTo>
                  <a:pt x="5384" y="363283"/>
                </a:lnTo>
                <a:lnTo>
                  <a:pt x="5499" y="364109"/>
                </a:lnTo>
                <a:lnTo>
                  <a:pt x="12674" y="403910"/>
                </a:lnTo>
                <a:lnTo>
                  <a:pt x="26276" y="442734"/>
                </a:lnTo>
                <a:lnTo>
                  <a:pt x="52971" y="473176"/>
                </a:lnTo>
                <a:lnTo>
                  <a:pt x="76136" y="479386"/>
                </a:lnTo>
                <a:lnTo>
                  <a:pt x="88353" y="479386"/>
                </a:lnTo>
                <a:lnTo>
                  <a:pt x="90843" y="479234"/>
                </a:lnTo>
                <a:lnTo>
                  <a:pt x="93433" y="478929"/>
                </a:lnTo>
                <a:lnTo>
                  <a:pt x="96024" y="478713"/>
                </a:lnTo>
                <a:lnTo>
                  <a:pt x="140220" y="469442"/>
                </a:lnTo>
                <a:lnTo>
                  <a:pt x="181406" y="458406"/>
                </a:lnTo>
                <a:lnTo>
                  <a:pt x="219494" y="446595"/>
                </a:lnTo>
                <a:lnTo>
                  <a:pt x="262458" y="430593"/>
                </a:lnTo>
                <a:lnTo>
                  <a:pt x="294093" y="407771"/>
                </a:lnTo>
                <a:lnTo>
                  <a:pt x="297510" y="401332"/>
                </a:lnTo>
                <a:lnTo>
                  <a:pt x="299072" y="394639"/>
                </a:lnTo>
                <a:close/>
              </a:path>
              <a:path w="662304" h="479425">
                <a:moveTo>
                  <a:pt x="630555" y="108826"/>
                </a:moveTo>
                <a:lnTo>
                  <a:pt x="618007" y="65646"/>
                </a:lnTo>
                <a:lnTo>
                  <a:pt x="609282" y="52946"/>
                </a:lnTo>
                <a:lnTo>
                  <a:pt x="606044" y="49136"/>
                </a:lnTo>
                <a:lnTo>
                  <a:pt x="569988" y="22466"/>
                </a:lnTo>
                <a:lnTo>
                  <a:pt x="532180" y="8496"/>
                </a:lnTo>
                <a:lnTo>
                  <a:pt x="517410" y="5956"/>
                </a:lnTo>
                <a:lnTo>
                  <a:pt x="484111" y="5956"/>
                </a:lnTo>
                <a:lnTo>
                  <a:pt x="465963" y="8496"/>
                </a:lnTo>
                <a:lnTo>
                  <a:pt x="456806" y="11036"/>
                </a:lnTo>
                <a:lnTo>
                  <a:pt x="447662" y="12306"/>
                </a:lnTo>
                <a:lnTo>
                  <a:pt x="438543" y="14846"/>
                </a:lnTo>
                <a:lnTo>
                  <a:pt x="429437" y="18656"/>
                </a:lnTo>
                <a:lnTo>
                  <a:pt x="420433" y="21196"/>
                </a:lnTo>
                <a:lnTo>
                  <a:pt x="386359" y="38976"/>
                </a:lnTo>
                <a:lnTo>
                  <a:pt x="352729" y="70726"/>
                </a:lnTo>
                <a:lnTo>
                  <a:pt x="336054" y="112636"/>
                </a:lnTo>
                <a:lnTo>
                  <a:pt x="335622" y="121526"/>
                </a:lnTo>
                <a:lnTo>
                  <a:pt x="335699" y="126606"/>
                </a:lnTo>
                <a:lnTo>
                  <a:pt x="335800" y="129146"/>
                </a:lnTo>
                <a:lnTo>
                  <a:pt x="335889" y="131686"/>
                </a:lnTo>
                <a:lnTo>
                  <a:pt x="335940" y="132956"/>
                </a:lnTo>
                <a:lnTo>
                  <a:pt x="336067" y="134226"/>
                </a:lnTo>
                <a:lnTo>
                  <a:pt x="336194" y="135496"/>
                </a:lnTo>
                <a:lnTo>
                  <a:pt x="336321" y="136766"/>
                </a:lnTo>
                <a:lnTo>
                  <a:pt x="336448" y="138036"/>
                </a:lnTo>
                <a:lnTo>
                  <a:pt x="337070" y="144386"/>
                </a:lnTo>
                <a:lnTo>
                  <a:pt x="349084" y="181216"/>
                </a:lnTo>
                <a:lnTo>
                  <a:pt x="372237" y="210426"/>
                </a:lnTo>
                <a:lnTo>
                  <a:pt x="379628" y="218046"/>
                </a:lnTo>
                <a:lnTo>
                  <a:pt x="387629" y="223126"/>
                </a:lnTo>
                <a:lnTo>
                  <a:pt x="395338" y="228206"/>
                </a:lnTo>
                <a:lnTo>
                  <a:pt x="401853" y="232016"/>
                </a:lnTo>
                <a:lnTo>
                  <a:pt x="407149" y="234556"/>
                </a:lnTo>
                <a:lnTo>
                  <a:pt x="410324" y="234556"/>
                </a:lnTo>
                <a:lnTo>
                  <a:pt x="539940" y="234556"/>
                </a:lnTo>
                <a:lnTo>
                  <a:pt x="539686" y="233286"/>
                </a:lnTo>
                <a:lnTo>
                  <a:pt x="535546" y="225666"/>
                </a:lnTo>
                <a:lnTo>
                  <a:pt x="533006" y="223126"/>
                </a:lnTo>
                <a:lnTo>
                  <a:pt x="526999" y="216776"/>
                </a:lnTo>
                <a:lnTo>
                  <a:pt x="523684" y="214236"/>
                </a:lnTo>
                <a:lnTo>
                  <a:pt x="516420" y="209156"/>
                </a:lnTo>
                <a:lnTo>
                  <a:pt x="512749" y="207886"/>
                </a:lnTo>
                <a:lnTo>
                  <a:pt x="504151" y="201536"/>
                </a:lnTo>
                <a:lnTo>
                  <a:pt x="499224" y="198996"/>
                </a:lnTo>
                <a:lnTo>
                  <a:pt x="494245" y="195186"/>
                </a:lnTo>
                <a:lnTo>
                  <a:pt x="489381" y="191376"/>
                </a:lnTo>
                <a:lnTo>
                  <a:pt x="485025" y="188836"/>
                </a:lnTo>
                <a:lnTo>
                  <a:pt x="481190" y="183756"/>
                </a:lnTo>
                <a:lnTo>
                  <a:pt x="477469" y="179946"/>
                </a:lnTo>
                <a:lnTo>
                  <a:pt x="474459" y="174866"/>
                </a:lnTo>
                <a:lnTo>
                  <a:pt x="472186" y="169786"/>
                </a:lnTo>
                <a:lnTo>
                  <a:pt x="470001" y="164706"/>
                </a:lnTo>
                <a:lnTo>
                  <a:pt x="468922" y="159626"/>
                </a:lnTo>
                <a:lnTo>
                  <a:pt x="468922" y="146926"/>
                </a:lnTo>
                <a:lnTo>
                  <a:pt x="508596" y="125336"/>
                </a:lnTo>
                <a:lnTo>
                  <a:pt x="527151" y="125336"/>
                </a:lnTo>
                <a:lnTo>
                  <a:pt x="559066" y="131686"/>
                </a:lnTo>
                <a:lnTo>
                  <a:pt x="564769" y="134226"/>
                </a:lnTo>
                <a:lnTo>
                  <a:pt x="581596" y="138036"/>
                </a:lnTo>
                <a:lnTo>
                  <a:pt x="602996" y="138036"/>
                </a:lnTo>
                <a:lnTo>
                  <a:pt x="607555" y="135496"/>
                </a:lnTo>
                <a:lnTo>
                  <a:pt x="612114" y="134226"/>
                </a:lnTo>
                <a:lnTo>
                  <a:pt x="616572" y="131686"/>
                </a:lnTo>
                <a:lnTo>
                  <a:pt x="620928" y="127876"/>
                </a:lnTo>
                <a:lnTo>
                  <a:pt x="624649" y="125336"/>
                </a:lnTo>
                <a:lnTo>
                  <a:pt x="627189" y="121526"/>
                </a:lnTo>
                <a:lnTo>
                  <a:pt x="628345" y="117716"/>
                </a:lnTo>
                <a:lnTo>
                  <a:pt x="629881" y="112636"/>
                </a:lnTo>
                <a:lnTo>
                  <a:pt x="630555" y="108826"/>
                </a:lnTo>
                <a:close/>
              </a:path>
              <a:path w="662304" h="479425">
                <a:moveTo>
                  <a:pt x="661962" y="329806"/>
                </a:moveTo>
                <a:lnTo>
                  <a:pt x="641756" y="300596"/>
                </a:lnTo>
                <a:lnTo>
                  <a:pt x="634441" y="301866"/>
                </a:lnTo>
                <a:lnTo>
                  <a:pt x="626364" y="305676"/>
                </a:lnTo>
                <a:lnTo>
                  <a:pt x="620306" y="309486"/>
                </a:lnTo>
                <a:lnTo>
                  <a:pt x="608177" y="319646"/>
                </a:lnTo>
                <a:lnTo>
                  <a:pt x="602119" y="327266"/>
                </a:lnTo>
                <a:lnTo>
                  <a:pt x="590588" y="341236"/>
                </a:lnTo>
                <a:lnTo>
                  <a:pt x="555650" y="370446"/>
                </a:lnTo>
                <a:lnTo>
                  <a:pt x="512127" y="385686"/>
                </a:lnTo>
                <a:lnTo>
                  <a:pt x="505079" y="384416"/>
                </a:lnTo>
                <a:lnTo>
                  <a:pt x="497979" y="384416"/>
                </a:lnTo>
                <a:lnTo>
                  <a:pt x="483679" y="379336"/>
                </a:lnTo>
                <a:lnTo>
                  <a:pt x="480491" y="378066"/>
                </a:lnTo>
                <a:lnTo>
                  <a:pt x="477304" y="376796"/>
                </a:lnTo>
                <a:lnTo>
                  <a:pt x="453682" y="350126"/>
                </a:lnTo>
                <a:lnTo>
                  <a:pt x="453682" y="345046"/>
                </a:lnTo>
                <a:lnTo>
                  <a:pt x="454037" y="336156"/>
                </a:lnTo>
                <a:lnTo>
                  <a:pt x="455079" y="329806"/>
                </a:lnTo>
                <a:lnTo>
                  <a:pt x="456831" y="322186"/>
                </a:lnTo>
                <a:lnTo>
                  <a:pt x="459282" y="317106"/>
                </a:lnTo>
                <a:lnTo>
                  <a:pt x="463003" y="308216"/>
                </a:lnTo>
                <a:lnTo>
                  <a:pt x="499745" y="276466"/>
                </a:lnTo>
                <a:lnTo>
                  <a:pt x="512749" y="270116"/>
                </a:lnTo>
                <a:lnTo>
                  <a:pt x="519684" y="266306"/>
                </a:lnTo>
                <a:lnTo>
                  <a:pt x="526059" y="262496"/>
                </a:lnTo>
                <a:lnTo>
                  <a:pt x="531863" y="258686"/>
                </a:lnTo>
                <a:lnTo>
                  <a:pt x="537768" y="254876"/>
                </a:lnTo>
                <a:lnTo>
                  <a:pt x="540727" y="249796"/>
                </a:lnTo>
                <a:lnTo>
                  <a:pt x="540727" y="238366"/>
                </a:lnTo>
                <a:lnTo>
                  <a:pt x="540207" y="235826"/>
                </a:lnTo>
                <a:lnTo>
                  <a:pt x="540067" y="235127"/>
                </a:lnTo>
                <a:lnTo>
                  <a:pt x="410730" y="235127"/>
                </a:lnTo>
                <a:lnTo>
                  <a:pt x="409003" y="235127"/>
                </a:lnTo>
                <a:lnTo>
                  <a:pt x="404520" y="237096"/>
                </a:lnTo>
                <a:lnTo>
                  <a:pt x="371487" y="261226"/>
                </a:lnTo>
                <a:lnTo>
                  <a:pt x="347992" y="292976"/>
                </a:lnTo>
                <a:lnTo>
                  <a:pt x="336067" y="337426"/>
                </a:lnTo>
                <a:lnTo>
                  <a:pt x="335610" y="348856"/>
                </a:lnTo>
                <a:lnTo>
                  <a:pt x="335724" y="353936"/>
                </a:lnTo>
                <a:lnTo>
                  <a:pt x="335788" y="355206"/>
                </a:lnTo>
                <a:lnTo>
                  <a:pt x="335889" y="357746"/>
                </a:lnTo>
                <a:lnTo>
                  <a:pt x="346659" y="395846"/>
                </a:lnTo>
                <a:lnTo>
                  <a:pt x="374916" y="431406"/>
                </a:lnTo>
                <a:lnTo>
                  <a:pt x="421360" y="459346"/>
                </a:lnTo>
                <a:lnTo>
                  <a:pt x="429628" y="461886"/>
                </a:lnTo>
                <a:lnTo>
                  <a:pt x="437946" y="465696"/>
                </a:lnTo>
                <a:lnTo>
                  <a:pt x="446328" y="468236"/>
                </a:lnTo>
                <a:lnTo>
                  <a:pt x="479196" y="473316"/>
                </a:lnTo>
                <a:lnTo>
                  <a:pt x="498652" y="473316"/>
                </a:lnTo>
                <a:lnTo>
                  <a:pt x="542378" y="464426"/>
                </a:lnTo>
                <a:lnTo>
                  <a:pt x="579526" y="445376"/>
                </a:lnTo>
                <a:lnTo>
                  <a:pt x="609815" y="421246"/>
                </a:lnTo>
                <a:lnTo>
                  <a:pt x="622338" y="407276"/>
                </a:lnTo>
                <a:lnTo>
                  <a:pt x="627913" y="400926"/>
                </a:lnTo>
                <a:lnTo>
                  <a:pt x="633120" y="394576"/>
                </a:lnTo>
                <a:lnTo>
                  <a:pt x="637870" y="388226"/>
                </a:lnTo>
                <a:lnTo>
                  <a:pt x="639572" y="385686"/>
                </a:lnTo>
                <a:lnTo>
                  <a:pt x="642137" y="381876"/>
                </a:lnTo>
                <a:lnTo>
                  <a:pt x="645947" y="375526"/>
                </a:lnTo>
                <a:lnTo>
                  <a:pt x="650824" y="366636"/>
                </a:lnTo>
                <a:lnTo>
                  <a:pt x="654392" y="360286"/>
                </a:lnTo>
                <a:lnTo>
                  <a:pt x="656666" y="353936"/>
                </a:lnTo>
                <a:lnTo>
                  <a:pt x="660196" y="345046"/>
                </a:lnTo>
                <a:lnTo>
                  <a:pt x="661962" y="336156"/>
                </a:lnTo>
                <a:lnTo>
                  <a:pt x="661962" y="32980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2600" y="524722"/>
            <a:ext cx="449628" cy="468630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6584045" y="522442"/>
            <a:ext cx="2328545" cy="473709"/>
            <a:chOff x="6584045" y="522442"/>
            <a:chExt cx="2328545" cy="473709"/>
          </a:xfrm>
        </p:grpSpPr>
        <p:sp>
          <p:nvSpPr>
            <p:cNvPr id="22" name="object 22"/>
            <p:cNvSpPr/>
            <p:nvPr/>
          </p:nvSpPr>
          <p:spPr>
            <a:xfrm>
              <a:off x="6584036" y="522445"/>
              <a:ext cx="1424940" cy="472440"/>
            </a:xfrm>
            <a:custGeom>
              <a:avLst/>
              <a:gdLst/>
              <a:ahLst/>
              <a:cxnLst/>
              <a:rect l="l" t="t" r="r" b="b"/>
              <a:pathLst>
                <a:path w="1424940" h="472440">
                  <a:moveTo>
                    <a:pt x="294957" y="105460"/>
                  </a:moveTo>
                  <a:lnTo>
                    <a:pt x="282397" y="62280"/>
                  </a:lnTo>
                  <a:lnTo>
                    <a:pt x="254431" y="31800"/>
                  </a:lnTo>
                  <a:lnTo>
                    <a:pt x="210248" y="8940"/>
                  </a:lnTo>
                  <a:lnTo>
                    <a:pt x="181800" y="2590"/>
                  </a:lnTo>
                  <a:lnTo>
                    <a:pt x="148501" y="2590"/>
                  </a:lnTo>
                  <a:lnTo>
                    <a:pt x="130352" y="5130"/>
                  </a:lnTo>
                  <a:lnTo>
                    <a:pt x="121196" y="7670"/>
                  </a:lnTo>
                  <a:lnTo>
                    <a:pt x="112052" y="8940"/>
                  </a:lnTo>
                  <a:lnTo>
                    <a:pt x="102933" y="11480"/>
                  </a:lnTo>
                  <a:lnTo>
                    <a:pt x="93827" y="15290"/>
                  </a:lnTo>
                  <a:lnTo>
                    <a:pt x="84823" y="17830"/>
                  </a:lnTo>
                  <a:lnTo>
                    <a:pt x="50761" y="35610"/>
                  </a:lnTo>
                  <a:lnTo>
                    <a:pt x="17132" y="67360"/>
                  </a:lnTo>
                  <a:lnTo>
                    <a:pt x="444" y="109270"/>
                  </a:lnTo>
                  <a:lnTo>
                    <a:pt x="12" y="118160"/>
                  </a:lnTo>
                  <a:lnTo>
                    <a:pt x="88" y="123240"/>
                  </a:lnTo>
                  <a:lnTo>
                    <a:pt x="190" y="125780"/>
                  </a:lnTo>
                  <a:lnTo>
                    <a:pt x="279" y="128320"/>
                  </a:lnTo>
                  <a:lnTo>
                    <a:pt x="330" y="129590"/>
                  </a:lnTo>
                  <a:lnTo>
                    <a:pt x="457" y="130860"/>
                  </a:lnTo>
                  <a:lnTo>
                    <a:pt x="584" y="132130"/>
                  </a:lnTo>
                  <a:lnTo>
                    <a:pt x="711" y="133400"/>
                  </a:lnTo>
                  <a:lnTo>
                    <a:pt x="838" y="134670"/>
                  </a:lnTo>
                  <a:lnTo>
                    <a:pt x="1473" y="141020"/>
                  </a:lnTo>
                  <a:lnTo>
                    <a:pt x="3365" y="151180"/>
                  </a:lnTo>
                  <a:lnTo>
                    <a:pt x="23736" y="193090"/>
                  </a:lnTo>
                  <a:lnTo>
                    <a:pt x="36639" y="207060"/>
                  </a:lnTo>
                  <a:lnTo>
                    <a:pt x="44018" y="214680"/>
                  </a:lnTo>
                  <a:lnTo>
                    <a:pt x="52019" y="219760"/>
                  </a:lnTo>
                  <a:lnTo>
                    <a:pt x="59728" y="224840"/>
                  </a:lnTo>
                  <a:lnTo>
                    <a:pt x="66243" y="228650"/>
                  </a:lnTo>
                  <a:lnTo>
                    <a:pt x="71551" y="231190"/>
                  </a:lnTo>
                  <a:lnTo>
                    <a:pt x="74714" y="231190"/>
                  </a:lnTo>
                  <a:lnTo>
                    <a:pt x="204343" y="231190"/>
                  </a:lnTo>
                  <a:lnTo>
                    <a:pt x="204076" y="229920"/>
                  </a:lnTo>
                  <a:lnTo>
                    <a:pt x="199936" y="222300"/>
                  </a:lnTo>
                  <a:lnTo>
                    <a:pt x="197396" y="219760"/>
                  </a:lnTo>
                  <a:lnTo>
                    <a:pt x="191389" y="213410"/>
                  </a:lnTo>
                  <a:lnTo>
                    <a:pt x="188074" y="210870"/>
                  </a:lnTo>
                  <a:lnTo>
                    <a:pt x="180822" y="205790"/>
                  </a:lnTo>
                  <a:lnTo>
                    <a:pt x="177139" y="204520"/>
                  </a:lnTo>
                  <a:lnTo>
                    <a:pt x="168541" y="198170"/>
                  </a:lnTo>
                  <a:lnTo>
                    <a:pt x="163614" y="195630"/>
                  </a:lnTo>
                  <a:lnTo>
                    <a:pt x="158648" y="191820"/>
                  </a:lnTo>
                  <a:lnTo>
                    <a:pt x="153771" y="188010"/>
                  </a:lnTo>
                  <a:lnTo>
                    <a:pt x="149428" y="185470"/>
                  </a:lnTo>
                  <a:lnTo>
                    <a:pt x="145592" y="180390"/>
                  </a:lnTo>
                  <a:lnTo>
                    <a:pt x="141859" y="176580"/>
                  </a:lnTo>
                  <a:lnTo>
                    <a:pt x="138849" y="171500"/>
                  </a:lnTo>
                  <a:lnTo>
                    <a:pt x="136575" y="166420"/>
                  </a:lnTo>
                  <a:lnTo>
                    <a:pt x="134391" y="161340"/>
                  </a:lnTo>
                  <a:lnTo>
                    <a:pt x="133311" y="156260"/>
                  </a:lnTo>
                  <a:lnTo>
                    <a:pt x="133311" y="143560"/>
                  </a:lnTo>
                  <a:lnTo>
                    <a:pt x="172999" y="121970"/>
                  </a:lnTo>
                  <a:lnTo>
                    <a:pt x="191541" y="121970"/>
                  </a:lnTo>
                  <a:lnTo>
                    <a:pt x="223456" y="128320"/>
                  </a:lnTo>
                  <a:lnTo>
                    <a:pt x="229158" y="130860"/>
                  </a:lnTo>
                  <a:lnTo>
                    <a:pt x="245999" y="134670"/>
                  </a:lnTo>
                  <a:lnTo>
                    <a:pt x="267385" y="134670"/>
                  </a:lnTo>
                  <a:lnTo>
                    <a:pt x="271945" y="132130"/>
                  </a:lnTo>
                  <a:lnTo>
                    <a:pt x="276504" y="130860"/>
                  </a:lnTo>
                  <a:lnTo>
                    <a:pt x="280962" y="128320"/>
                  </a:lnTo>
                  <a:lnTo>
                    <a:pt x="285318" y="124510"/>
                  </a:lnTo>
                  <a:lnTo>
                    <a:pt x="289052" y="121970"/>
                  </a:lnTo>
                  <a:lnTo>
                    <a:pt x="291592" y="118160"/>
                  </a:lnTo>
                  <a:lnTo>
                    <a:pt x="292735" y="114350"/>
                  </a:lnTo>
                  <a:lnTo>
                    <a:pt x="294284" y="109270"/>
                  </a:lnTo>
                  <a:lnTo>
                    <a:pt x="294957" y="105460"/>
                  </a:lnTo>
                  <a:close/>
                </a:path>
                <a:path w="1424940" h="472440">
                  <a:moveTo>
                    <a:pt x="326351" y="326440"/>
                  </a:moveTo>
                  <a:lnTo>
                    <a:pt x="306146" y="297230"/>
                  </a:lnTo>
                  <a:lnTo>
                    <a:pt x="298843" y="298500"/>
                  </a:lnTo>
                  <a:lnTo>
                    <a:pt x="290753" y="302310"/>
                  </a:lnTo>
                  <a:lnTo>
                    <a:pt x="284695" y="306120"/>
                  </a:lnTo>
                  <a:lnTo>
                    <a:pt x="272567" y="316280"/>
                  </a:lnTo>
                  <a:lnTo>
                    <a:pt x="266509" y="323900"/>
                  </a:lnTo>
                  <a:lnTo>
                    <a:pt x="254977" y="337870"/>
                  </a:lnTo>
                  <a:lnTo>
                    <a:pt x="220040" y="367080"/>
                  </a:lnTo>
                  <a:lnTo>
                    <a:pt x="176517" y="382320"/>
                  </a:lnTo>
                  <a:lnTo>
                    <a:pt x="169468" y="381050"/>
                  </a:lnTo>
                  <a:lnTo>
                    <a:pt x="162369" y="381050"/>
                  </a:lnTo>
                  <a:lnTo>
                    <a:pt x="148069" y="375970"/>
                  </a:lnTo>
                  <a:lnTo>
                    <a:pt x="144894" y="374700"/>
                  </a:lnTo>
                  <a:lnTo>
                    <a:pt x="141706" y="373430"/>
                  </a:lnTo>
                  <a:lnTo>
                    <a:pt x="118071" y="346760"/>
                  </a:lnTo>
                  <a:lnTo>
                    <a:pt x="118071" y="341680"/>
                  </a:lnTo>
                  <a:lnTo>
                    <a:pt x="118427" y="332790"/>
                  </a:lnTo>
                  <a:lnTo>
                    <a:pt x="119481" y="326440"/>
                  </a:lnTo>
                  <a:lnTo>
                    <a:pt x="121221" y="318820"/>
                  </a:lnTo>
                  <a:lnTo>
                    <a:pt x="123672" y="313740"/>
                  </a:lnTo>
                  <a:lnTo>
                    <a:pt x="127406" y="304850"/>
                  </a:lnTo>
                  <a:lnTo>
                    <a:pt x="131178" y="299770"/>
                  </a:lnTo>
                  <a:lnTo>
                    <a:pt x="132118" y="298500"/>
                  </a:lnTo>
                  <a:lnTo>
                    <a:pt x="143624" y="287070"/>
                  </a:lnTo>
                  <a:lnTo>
                    <a:pt x="150037" y="281990"/>
                  </a:lnTo>
                  <a:lnTo>
                    <a:pt x="164134" y="273100"/>
                  </a:lnTo>
                  <a:lnTo>
                    <a:pt x="170815" y="269290"/>
                  </a:lnTo>
                  <a:lnTo>
                    <a:pt x="177139" y="266750"/>
                  </a:lnTo>
                  <a:lnTo>
                    <a:pt x="184086" y="262940"/>
                  </a:lnTo>
                  <a:lnTo>
                    <a:pt x="190449" y="259130"/>
                  </a:lnTo>
                  <a:lnTo>
                    <a:pt x="196253" y="255320"/>
                  </a:lnTo>
                  <a:lnTo>
                    <a:pt x="202158" y="251510"/>
                  </a:lnTo>
                  <a:lnTo>
                    <a:pt x="205117" y="246430"/>
                  </a:lnTo>
                  <a:lnTo>
                    <a:pt x="205117" y="235000"/>
                  </a:lnTo>
                  <a:lnTo>
                    <a:pt x="204597" y="232460"/>
                  </a:lnTo>
                  <a:lnTo>
                    <a:pt x="204457" y="231762"/>
                  </a:lnTo>
                  <a:lnTo>
                    <a:pt x="75120" y="231762"/>
                  </a:lnTo>
                  <a:lnTo>
                    <a:pt x="73406" y="231762"/>
                  </a:lnTo>
                  <a:lnTo>
                    <a:pt x="68910" y="233730"/>
                  </a:lnTo>
                  <a:lnTo>
                    <a:pt x="35890" y="257860"/>
                  </a:lnTo>
                  <a:lnTo>
                    <a:pt x="12382" y="289610"/>
                  </a:lnTo>
                  <a:lnTo>
                    <a:pt x="457" y="334060"/>
                  </a:lnTo>
                  <a:lnTo>
                    <a:pt x="0" y="345490"/>
                  </a:lnTo>
                  <a:lnTo>
                    <a:pt x="114" y="350570"/>
                  </a:lnTo>
                  <a:lnTo>
                    <a:pt x="177" y="351840"/>
                  </a:lnTo>
                  <a:lnTo>
                    <a:pt x="292" y="354380"/>
                  </a:lnTo>
                  <a:lnTo>
                    <a:pt x="11049" y="392480"/>
                  </a:lnTo>
                  <a:lnTo>
                    <a:pt x="39319" y="428040"/>
                  </a:lnTo>
                  <a:lnTo>
                    <a:pt x="85750" y="455980"/>
                  </a:lnTo>
                  <a:lnTo>
                    <a:pt x="94018" y="458520"/>
                  </a:lnTo>
                  <a:lnTo>
                    <a:pt x="102336" y="462330"/>
                  </a:lnTo>
                  <a:lnTo>
                    <a:pt x="110718" y="464870"/>
                  </a:lnTo>
                  <a:lnTo>
                    <a:pt x="143586" y="469950"/>
                  </a:lnTo>
                  <a:lnTo>
                    <a:pt x="163042" y="469950"/>
                  </a:lnTo>
                  <a:lnTo>
                    <a:pt x="206768" y="461060"/>
                  </a:lnTo>
                  <a:lnTo>
                    <a:pt x="243916" y="442010"/>
                  </a:lnTo>
                  <a:lnTo>
                    <a:pt x="274218" y="417880"/>
                  </a:lnTo>
                  <a:lnTo>
                    <a:pt x="286727" y="403910"/>
                  </a:lnTo>
                  <a:lnTo>
                    <a:pt x="292315" y="397560"/>
                  </a:lnTo>
                  <a:lnTo>
                    <a:pt x="315214" y="363270"/>
                  </a:lnTo>
                  <a:lnTo>
                    <a:pt x="318782" y="356920"/>
                  </a:lnTo>
                  <a:lnTo>
                    <a:pt x="321068" y="350570"/>
                  </a:lnTo>
                  <a:lnTo>
                    <a:pt x="324586" y="341680"/>
                  </a:lnTo>
                  <a:lnTo>
                    <a:pt x="326351" y="332790"/>
                  </a:lnTo>
                  <a:lnTo>
                    <a:pt x="326351" y="326440"/>
                  </a:lnTo>
                  <a:close/>
                </a:path>
                <a:path w="1424940" h="472440">
                  <a:moveTo>
                    <a:pt x="716381" y="53340"/>
                  </a:moveTo>
                  <a:lnTo>
                    <a:pt x="715098" y="41910"/>
                  </a:lnTo>
                  <a:lnTo>
                    <a:pt x="713676" y="36830"/>
                  </a:lnTo>
                  <a:lnTo>
                    <a:pt x="712266" y="31750"/>
                  </a:lnTo>
                  <a:lnTo>
                    <a:pt x="677595" y="1270"/>
                  </a:lnTo>
                  <a:lnTo>
                    <a:pt x="670661" y="0"/>
                  </a:lnTo>
                  <a:lnTo>
                    <a:pt x="663968" y="0"/>
                  </a:lnTo>
                  <a:lnTo>
                    <a:pt x="651230" y="2540"/>
                  </a:lnTo>
                  <a:lnTo>
                    <a:pt x="645833" y="6121"/>
                  </a:lnTo>
                  <a:lnTo>
                    <a:pt x="645833" y="114300"/>
                  </a:lnTo>
                  <a:lnTo>
                    <a:pt x="645744" y="115570"/>
                  </a:lnTo>
                  <a:lnTo>
                    <a:pt x="645718" y="115887"/>
                  </a:lnTo>
                  <a:lnTo>
                    <a:pt x="645833" y="114300"/>
                  </a:lnTo>
                  <a:lnTo>
                    <a:pt x="645833" y="6121"/>
                  </a:lnTo>
                  <a:lnTo>
                    <a:pt x="620458" y="38100"/>
                  </a:lnTo>
                  <a:lnTo>
                    <a:pt x="612013" y="83820"/>
                  </a:lnTo>
                  <a:lnTo>
                    <a:pt x="608253" y="116840"/>
                  </a:lnTo>
                  <a:lnTo>
                    <a:pt x="607187" y="127000"/>
                  </a:lnTo>
                  <a:lnTo>
                    <a:pt x="607085" y="128270"/>
                  </a:lnTo>
                  <a:lnTo>
                    <a:pt x="606983" y="129540"/>
                  </a:lnTo>
                  <a:lnTo>
                    <a:pt x="606869" y="130810"/>
                  </a:lnTo>
                  <a:lnTo>
                    <a:pt x="606234" y="138430"/>
                  </a:lnTo>
                  <a:lnTo>
                    <a:pt x="606158" y="139700"/>
                  </a:lnTo>
                  <a:lnTo>
                    <a:pt x="606069" y="140970"/>
                  </a:lnTo>
                  <a:lnTo>
                    <a:pt x="605993" y="142240"/>
                  </a:lnTo>
                  <a:lnTo>
                    <a:pt x="605904" y="143510"/>
                  </a:lnTo>
                  <a:lnTo>
                    <a:pt x="605815" y="144780"/>
                  </a:lnTo>
                  <a:lnTo>
                    <a:pt x="603605" y="186690"/>
                  </a:lnTo>
                  <a:lnTo>
                    <a:pt x="603529" y="189230"/>
                  </a:lnTo>
                  <a:lnTo>
                    <a:pt x="603300" y="196850"/>
                  </a:lnTo>
                  <a:lnTo>
                    <a:pt x="603199" y="201930"/>
                  </a:lnTo>
                  <a:lnTo>
                    <a:pt x="603059" y="210820"/>
                  </a:lnTo>
                  <a:lnTo>
                    <a:pt x="603161" y="241300"/>
                  </a:lnTo>
                  <a:lnTo>
                    <a:pt x="604189" y="273418"/>
                  </a:lnTo>
                  <a:lnTo>
                    <a:pt x="601129" y="266700"/>
                  </a:lnTo>
                  <a:lnTo>
                    <a:pt x="577354" y="218440"/>
                  </a:lnTo>
                  <a:lnTo>
                    <a:pt x="576110" y="215900"/>
                  </a:lnTo>
                  <a:lnTo>
                    <a:pt x="563676" y="189230"/>
                  </a:lnTo>
                  <a:lnTo>
                    <a:pt x="540004" y="139700"/>
                  </a:lnTo>
                  <a:lnTo>
                    <a:pt x="529323" y="116840"/>
                  </a:lnTo>
                  <a:lnTo>
                    <a:pt x="522973" y="104140"/>
                  </a:lnTo>
                  <a:lnTo>
                    <a:pt x="517004" y="90170"/>
                  </a:lnTo>
                  <a:lnTo>
                    <a:pt x="511403" y="78740"/>
                  </a:lnTo>
                  <a:lnTo>
                    <a:pt x="506158" y="68580"/>
                  </a:lnTo>
                  <a:lnTo>
                    <a:pt x="496100" y="46990"/>
                  </a:lnTo>
                  <a:lnTo>
                    <a:pt x="474421" y="13970"/>
                  </a:lnTo>
                  <a:lnTo>
                    <a:pt x="453936" y="3810"/>
                  </a:lnTo>
                  <a:lnTo>
                    <a:pt x="451967" y="2540"/>
                  </a:lnTo>
                  <a:lnTo>
                    <a:pt x="449021" y="2540"/>
                  </a:lnTo>
                  <a:lnTo>
                    <a:pt x="445084" y="1270"/>
                  </a:lnTo>
                  <a:lnTo>
                    <a:pt x="437718" y="0"/>
                  </a:lnTo>
                  <a:lnTo>
                    <a:pt x="430682" y="0"/>
                  </a:lnTo>
                  <a:lnTo>
                    <a:pt x="417207" y="2540"/>
                  </a:lnTo>
                  <a:lnTo>
                    <a:pt x="388188" y="31750"/>
                  </a:lnTo>
                  <a:lnTo>
                    <a:pt x="378358" y="74930"/>
                  </a:lnTo>
                  <a:lnTo>
                    <a:pt x="375196" y="96520"/>
                  </a:lnTo>
                  <a:lnTo>
                    <a:pt x="373811" y="106680"/>
                  </a:lnTo>
                  <a:lnTo>
                    <a:pt x="370192" y="143510"/>
                  </a:lnTo>
                  <a:lnTo>
                    <a:pt x="370103" y="144780"/>
                  </a:lnTo>
                  <a:lnTo>
                    <a:pt x="367449" y="189230"/>
                  </a:lnTo>
                  <a:lnTo>
                    <a:pt x="366877" y="210820"/>
                  </a:lnTo>
                  <a:lnTo>
                    <a:pt x="366979" y="247650"/>
                  </a:lnTo>
                  <a:lnTo>
                    <a:pt x="369392" y="299720"/>
                  </a:lnTo>
                  <a:lnTo>
                    <a:pt x="374929" y="353060"/>
                  </a:lnTo>
                  <a:lnTo>
                    <a:pt x="381749" y="393700"/>
                  </a:lnTo>
                  <a:lnTo>
                    <a:pt x="391655" y="431800"/>
                  </a:lnTo>
                  <a:lnTo>
                    <a:pt x="415137" y="469900"/>
                  </a:lnTo>
                  <a:lnTo>
                    <a:pt x="420420" y="472440"/>
                  </a:lnTo>
                  <a:lnTo>
                    <a:pt x="434505" y="472440"/>
                  </a:lnTo>
                  <a:lnTo>
                    <a:pt x="455447" y="436880"/>
                  </a:lnTo>
                  <a:lnTo>
                    <a:pt x="456539" y="427990"/>
                  </a:lnTo>
                  <a:lnTo>
                    <a:pt x="457301" y="412750"/>
                  </a:lnTo>
                  <a:lnTo>
                    <a:pt x="457415" y="410210"/>
                  </a:lnTo>
                  <a:lnTo>
                    <a:pt x="457619" y="405130"/>
                  </a:lnTo>
                  <a:lnTo>
                    <a:pt x="457682" y="402590"/>
                  </a:lnTo>
                  <a:lnTo>
                    <a:pt x="457822" y="397510"/>
                  </a:lnTo>
                  <a:lnTo>
                    <a:pt x="457923" y="387350"/>
                  </a:lnTo>
                  <a:lnTo>
                    <a:pt x="458139" y="386080"/>
                  </a:lnTo>
                  <a:lnTo>
                    <a:pt x="459219" y="361950"/>
                  </a:lnTo>
                  <a:lnTo>
                    <a:pt x="459968" y="349250"/>
                  </a:lnTo>
                  <a:lnTo>
                    <a:pt x="461429" y="326390"/>
                  </a:lnTo>
                  <a:lnTo>
                    <a:pt x="462292" y="314960"/>
                  </a:lnTo>
                  <a:lnTo>
                    <a:pt x="463308" y="302260"/>
                  </a:lnTo>
                  <a:lnTo>
                    <a:pt x="464197" y="290830"/>
                  </a:lnTo>
                  <a:lnTo>
                    <a:pt x="465315" y="278130"/>
                  </a:lnTo>
                  <a:lnTo>
                    <a:pt x="466255" y="266700"/>
                  </a:lnTo>
                  <a:lnTo>
                    <a:pt x="467321" y="255270"/>
                  </a:lnTo>
                  <a:lnTo>
                    <a:pt x="469849" y="227330"/>
                  </a:lnTo>
                  <a:lnTo>
                    <a:pt x="469785" y="225386"/>
                  </a:lnTo>
                  <a:lnTo>
                    <a:pt x="469988" y="226060"/>
                  </a:lnTo>
                  <a:lnTo>
                    <a:pt x="487349" y="260350"/>
                  </a:lnTo>
                  <a:lnTo>
                    <a:pt x="513003" y="306070"/>
                  </a:lnTo>
                  <a:lnTo>
                    <a:pt x="521550" y="320040"/>
                  </a:lnTo>
                  <a:lnTo>
                    <a:pt x="530034" y="334010"/>
                  </a:lnTo>
                  <a:lnTo>
                    <a:pt x="538416" y="346710"/>
                  </a:lnTo>
                  <a:lnTo>
                    <a:pt x="546671" y="359410"/>
                  </a:lnTo>
                  <a:lnTo>
                    <a:pt x="554812" y="370840"/>
                  </a:lnTo>
                  <a:lnTo>
                    <a:pt x="562825" y="382270"/>
                  </a:lnTo>
                  <a:lnTo>
                    <a:pt x="570547" y="392430"/>
                  </a:lnTo>
                  <a:lnTo>
                    <a:pt x="577977" y="402590"/>
                  </a:lnTo>
                  <a:lnTo>
                    <a:pt x="592289" y="417830"/>
                  </a:lnTo>
                  <a:lnTo>
                    <a:pt x="599186" y="425450"/>
                  </a:lnTo>
                  <a:lnTo>
                    <a:pt x="605815" y="433070"/>
                  </a:lnTo>
                  <a:lnTo>
                    <a:pt x="612165" y="438150"/>
                  </a:lnTo>
                  <a:lnTo>
                    <a:pt x="618324" y="443230"/>
                  </a:lnTo>
                  <a:lnTo>
                    <a:pt x="624205" y="448310"/>
                  </a:lnTo>
                  <a:lnTo>
                    <a:pt x="629818" y="452120"/>
                  </a:lnTo>
                  <a:lnTo>
                    <a:pt x="635165" y="455930"/>
                  </a:lnTo>
                  <a:lnTo>
                    <a:pt x="642112" y="459740"/>
                  </a:lnTo>
                  <a:lnTo>
                    <a:pt x="648741" y="462280"/>
                  </a:lnTo>
                  <a:lnTo>
                    <a:pt x="661377" y="464820"/>
                  </a:lnTo>
                  <a:lnTo>
                    <a:pt x="666826" y="464820"/>
                  </a:lnTo>
                  <a:lnTo>
                    <a:pt x="671385" y="461010"/>
                  </a:lnTo>
                  <a:lnTo>
                    <a:pt x="675627" y="458470"/>
                  </a:lnTo>
                  <a:lnTo>
                    <a:pt x="678789" y="454660"/>
                  </a:lnTo>
                  <a:lnTo>
                    <a:pt x="680859" y="450850"/>
                  </a:lnTo>
                  <a:lnTo>
                    <a:pt x="683044" y="447040"/>
                  </a:lnTo>
                  <a:lnTo>
                    <a:pt x="688479" y="421640"/>
                  </a:lnTo>
                  <a:lnTo>
                    <a:pt x="689102" y="416560"/>
                  </a:lnTo>
                  <a:lnTo>
                    <a:pt x="689521" y="411480"/>
                  </a:lnTo>
                  <a:lnTo>
                    <a:pt x="689571" y="410210"/>
                  </a:lnTo>
                  <a:lnTo>
                    <a:pt x="690346" y="391160"/>
                  </a:lnTo>
                  <a:lnTo>
                    <a:pt x="690448" y="381000"/>
                  </a:lnTo>
                  <a:lnTo>
                    <a:pt x="690651" y="378460"/>
                  </a:lnTo>
                  <a:lnTo>
                    <a:pt x="691337" y="364490"/>
                  </a:lnTo>
                  <a:lnTo>
                    <a:pt x="692137" y="349250"/>
                  </a:lnTo>
                  <a:lnTo>
                    <a:pt x="693039" y="334010"/>
                  </a:lnTo>
                  <a:lnTo>
                    <a:pt x="694080" y="317500"/>
                  </a:lnTo>
                  <a:lnTo>
                    <a:pt x="695566" y="297180"/>
                  </a:lnTo>
                  <a:lnTo>
                    <a:pt x="695655" y="295910"/>
                  </a:lnTo>
                  <a:lnTo>
                    <a:pt x="698842" y="255270"/>
                  </a:lnTo>
                  <a:lnTo>
                    <a:pt x="702640" y="210820"/>
                  </a:lnTo>
                  <a:lnTo>
                    <a:pt x="704024" y="196850"/>
                  </a:lnTo>
                  <a:lnTo>
                    <a:pt x="705396" y="181610"/>
                  </a:lnTo>
                  <a:lnTo>
                    <a:pt x="709053" y="144780"/>
                  </a:lnTo>
                  <a:lnTo>
                    <a:pt x="709180" y="143510"/>
                  </a:lnTo>
                  <a:lnTo>
                    <a:pt x="709307" y="142240"/>
                  </a:lnTo>
                  <a:lnTo>
                    <a:pt x="710501" y="130810"/>
                  </a:lnTo>
                  <a:lnTo>
                    <a:pt x="711593" y="120650"/>
                  </a:lnTo>
                  <a:lnTo>
                    <a:pt x="711708" y="119380"/>
                  </a:lnTo>
                  <a:lnTo>
                    <a:pt x="711822" y="118110"/>
                  </a:lnTo>
                  <a:lnTo>
                    <a:pt x="711936" y="116840"/>
                  </a:lnTo>
                  <a:lnTo>
                    <a:pt x="712038" y="115570"/>
                  </a:lnTo>
                  <a:lnTo>
                    <a:pt x="712152" y="114300"/>
                  </a:lnTo>
                  <a:lnTo>
                    <a:pt x="712597" y="109220"/>
                  </a:lnTo>
                  <a:lnTo>
                    <a:pt x="713498" y="100330"/>
                  </a:lnTo>
                  <a:lnTo>
                    <a:pt x="713600" y="99060"/>
                  </a:lnTo>
                  <a:lnTo>
                    <a:pt x="713701" y="97790"/>
                  </a:lnTo>
                  <a:lnTo>
                    <a:pt x="713803" y="96520"/>
                  </a:lnTo>
                  <a:lnTo>
                    <a:pt x="714311" y="90170"/>
                  </a:lnTo>
                  <a:lnTo>
                    <a:pt x="715022" y="82550"/>
                  </a:lnTo>
                  <a:lnTo>
                    <a:pt x="715098" y="81280"/>
                  </a:lnTo>
                  <a:lnTo>
                    <a:pt x="715187" y="80010"/>
                  </a:lnTo>
                  <a:lnTo>
                    <a:pt x="715276" y="78740"/>
                  </a:lnTo>
                  <a:lnTo>
                    <a:pt x="716140" y="66040"/>
                  </a:lnTo>
                  <a:lnTo>
                    <a:pt x="716191" y="63500"/>
                  </a:lnTo>
                  <a:lnTo>
                    <a:pt x="716318" y="57150"/>
                  </a:lnTo>
                  <a:lnTo>
                    <a:pt x="716381" y="53340"/>
                  </a:lnTo>
                  <a:close/>
                </a:path>
                <a:path w="1424940" h="472440">
                  <a:moveTo>
                    <a:pt x="1062748" y="55333"/>
                  </a:moveTo>
                  <a:lnTo>
                    <a:pt x="1060411" y="49847"/>
                  </a:lnTo>
                  <a:lnTo>
                    <a:pt x="1055751" y="45491"/>
                  </a:lnTo>
                  <a:lnTo>
                    <a:pt x="1051090" y="41033"/>
                  </a:lnTo>
                  <a:lnTo>
                    <a:pt x="1005547" y="24079"/>
                  </a:lnTo>
                  <a:lnTo>
                    <a:pt x="952157" y="15062"/>
                  </a:lnTo>
                  <a:lnTo>
                    <a:pt x="911529" y="11036"/>
                  </a:lnTo>
                  <a:lnTo>
                    <a:pt x="872502" y="8699"/>
                  </a:lnTo>
                  <a:lnTo>
                    <a:pt x="872502" y="242570"/>
                  </a:lnTo>
                  <a:lnTo>
                    <a:pt x="872502" y="242773"/>
                  </a:lnTo>
                  <a:lnTo>
                    <a:pt x="872312" y="248386"/>
                  </a:lnTo>
                  <a:lnTo>
                    <a:pt x="872502" y="242570"/>
                  </a:lnTo>
                  <a:lnTo>
                    <a:pt x="872502" y="8699"/>
                  </a:lnTo>
                  <a:lnTo>
                    <a:pt x="868235" y="8483"/>
                  </a:lnTo>
                  <a:lnTo>
                    <a:pt x="866063" y="8420"/>
                  </a:lnTo>
                  <a:lnTo>
                    <a:pt x="866063" y="207860"/>
                  </a:lnTo>
                  <a:lnTo>
                    <a:pt x="865746" y="216458"/>
                  </a:lnTo>
                  <a:lnTo>
                    <a:pt x="865466" y="223545"/>
                  </a:lnTo>
                  <a:lnTo>
                    <a:pt x="866063" y="207860"/>
                  </a:lnTo>
                  <a:lnTo>
                    <a:pt x="866063" y="8420"/>
                  </a:lnTo>
                  <a:lnTo>
                    <a:pt x="865276" y="8394"/>
                  </a:lnTo>
                  <a:lnTo>
                    <a:pt x="865276" y="228498"/>
                  </a:lnTo>
                  <a:lnTo>
                    <a:pt x="865251" y="229438"/>
                  </a:lnTo>
                  <a:lnTo>
                    <a:pt x="864679" y="242773"/>
                  </a:lnTo>
                  <a:lnTo>
                    <a:pt x="864438" y="248386"/>
                  </a:lnTo>
                  <a:lnTo>
                    <a:pt x="865276" y="228498"/>
                  </a:lnTo>
                  <a:lnTo>
                    <a:pt x="865276" y="8394"/>
                  </a:lnTo>
                  <a:lnTo>
                    <a:pt x="857745" y="8153"/>
                  </a:lnTo>
                  <a:lnTo>
                    <a:pt x="847559" y="7950"/>
                  </a:lnTo>
                  <a:lnTo>
                    <a:pt x="821766" y="7950"/>
                  </a:lnTo>
                  <a:lnTo>
                    <a:pt x="810945" y="8712"/>
                  </a:lnTo>
                  <a:lnTo>
                    <a:pt x="804710" y="9563"/>
                  </a:lnTo>
                  <a:lnTo>
                    <a:pt x="804443" y="9563"/>
                  </a:lnTo>
                  <a:lnTo>
                    <a:pt x="762774" y="28549"/>
                  </a:lnTo>
                  <a:lnTo>
                    <a:pt x="748779" y="54089"/>
                  </a:lnTo>
                  <a:lnTo>
                    <a:pt x="748779" y="69532"/>
                  </a:lnTo>
                  <a:lnTo>
                    <a:pt x="774712" y="104863"/>
                  </a:lnTo>
                  <a:lnTo>
                    <a:pt x="811009" y="114858"/>
                  </a:lnTo>
                  <a:lnTo>
                    <a:pt x="843470" y="114858"/>
                  </a:lnTo>
                  <a:lnTo>
                    <a:pt x="849350" y="114655"/>
                  </a:lnTo>
                  <a:lnTo>
                    <a:pt x="849312" y="114858"/>
                  </a:lnTo>
                  <a:lnTo>
                    <a:pt x="842822" y="168592"/>
                  </a:lnTo>
                  <a:lnTo>
                    <a:pt x="840473" y="207860"/>
                  </a:lnTo>
                  <a:lnTo>
                    <a:pt x="840041" y="256921"/>
                  </a:lnTo>
                  <a:lnTo>
                    <a:pt x="840562" y="273697"/>
                  </a:lnTo>
                  <a:lnTo>
                    <a:pt x="841438" y="290410"/>
                  </a:lnTo>
                  <a:lnTo>
                    <a:pt x="841540" y="291846"/>
                  </a:lnTo>
                  <a:lnTo>
                    <a:pt x="841629" y="293039"/>
                  </a:lnTo>
                  <a:lnTo>
                    <a:pt x="842657" y="307073"/>
                  </a:lnTo>
                  <a:lnTo>
                    <a:pt x="848690" y="355422"/>
                  </a:lnTo>
                  <a:lnTo>
                    <a:pt x="856576" y="393217"/>
                  </a:lnTo>
                  <a:lnTo>
                    <a:pt x="871296" y="434644"/>
                  </a:lnTo>
                  <a:lnTo>
                    <a:pt x="900061" y="465455"/>
                  </a:lnTo>
                  <a:lnTo>
                    <a:pt x="914476" y="465455"/>
                  </a:lnTo>
                  <a:lnTo>
                    <a:pt x="937729" y="431368"/>
                  </a:lnTo>
                  <a:lnTo>
                    <a:pt x="940371" y="386651"/>
                  </a:lnTo>
                  <a:lnTo>
                    <a:pt x="940587" y="385102"/>
                  </a:lnTo>
                  <a:lnTo>
                    <a:pt x="943140" y="342468"/>
                  </a:lnTo>
                  <a:lnTo>
                    <a:pt x="946912" y="299300"/>
                  </a:lnTo>
                  <a:lnTo>
                    <a:pt x="947521" y="293039"/>
                  </a:lnTo>
                  <a:lnTo>
                    <a:pt x="947635" y="291846"/>
                  </a:lnTo>
                  <a:lnTo>
                    <a:pt x="952804" y="242570"/>
                  </a:lnTo>
                  <a:lnTo>
                    <a:pt x="957592" y="202057"/>
                  </a:lnTo>
                  <a:lnTo>
                    <a:pt x="962342" y="164553"/>
                  </a:lnTo>
                  <a:lnTo>
                    <a:pt x="963561" y="154851"/>
                  </a:lnTo>
                  <a:lnTo>
                    <a:pt x="965809" y="136512"/>
                  </a:lnTo>
                  <a:lnTo>
                    <a:pt x="968413" y="114655"/>
                  </a:lnTo>
                  <a:lnTo>
                    <a:pt x="968476" y="114147"/>
                  </a:lnTo>
                  <a:lnTo>
                    <a:pt x="969111" y="108648"/>
                  </a:lnTo>
                  <a:lnTo>
                    <a:pt x="969492" y="105181"/>
                  </a:lnTo>
                  <a:lnTo>
                    <a:pt x="971359" y="104863"/>
                  </a:lnTo>
                  <a:lnTo>
                    <a:pt x="1012799" y="98069"/>
                  </a:lnTo>
                  <a:lnTo>
                    <a:pt x="1053299" y="80937"/>
                  </a:lnTo>
                  <a:lnTo>
                    <a:pt x="1062367" y="64452"/>
                  </a:lnTo>
                  <a:lnTo>
                    <a:pt x="1062494" y="63627"/>
                  </a:lnTo>
                  <a:lnTo>
                    <a:pt x="1062697" y="62280"/>
                  </a:lnTo>
                  <a:lnTo>
                    <a:pt x="1062748" y="55333"/>
                  </a:lnTo>
                  <a:close/>
                </a:path>
                <a:path w="1424940" h="472440">
                  <a:moveTo>
                    <a:pt x="1424889" y="299377"/>
                  </a:moveTo>
                  <a:lnTo>
                    <a:pt x="1424774" y="272567"/>
                  </a:lnTo>
                  <a:lnTo>
                    <a:pt x="1424673" y="269303"/>
                  </a:lnTo>
                  <a:lnTo>
                    <a:pt x="1424584" y="266306"/>
                  </a:lnTo>
                  <a:lnTo>
                    <a:pt x="1424495" y="263499"/>
                  </a:lnTo>
                  <a:lnTo>
                    <a:pt x="1424393" y="260286"/>
                  </a:lnTo>
                  <a:lnTo>
                    <a:pt x="1424292" y="257187"/>
                  </a:lnTo>
                  <a:lnTo>
                    <a:pt x="1420787" y="209727"/>
                  </a:lnTo>
                  <a:lnTo>
                    <a:pt x="1413764" y="163766"/>
                  </a:lnTo>
                  <a:lnTo>
                    <a:pt x="1402892" y="120434"/>
                  </a:lnTo>
                  <a:lnTo>
                    <a:pt x="1397571" y="104559"/>
                  </a:lnTo>
                  <a:lnTo>
                    <a:pt x="1393444" y="93510"/>
                  </a:lnTo>
                  <a:lnTo>
                    <a:pt x="1375283" y="57302"/>
                  </a:lnTo>
                  <a:lnTo>
                    <a:pt x="1370711" y="50469"/>
                  </a:lnTo>
                  <a:lnTo>
                    <a:pt x="1367409" y="46151"/>
                  </a:lnTo>
                  <a:lnTo>
                    <a:pt x="1331544" y="17830"/>
                  </a:lnTo>
                  <a:lnTo>
                    <a:pt x="1313522" y="9982"/>
                  </a:lnTo>
                  <a:lnTo>
                    <a:pt x="1313522" y="272567"/>
                  </a:lnTo>
                  <a:lnTo>
                    <a:pt x="1311186" y="265988"/>
                  </a:lnTo>
                  <a:lnTo>
                    <a:pt x="1307147" y="264960"/>
                  </a:lnTo>
                  <a:lnTo>
                    <a:pt x="1301965" y="263499"/>
                  </a:lnTo>
                  <a:lnTo>
                    <a:pt x="1290053" y="260286"/>
                  </a:lnTo>
                  <a:lnTo>
                    <a:pt x="1285697" y="259359"/>
                  </a:lnTo>
                  <a:lnTo>
                    <a:pt x="1279791" y="258483"/>
                  </a:lnTo>
                  <a:lnTo>
                    <a:pt x="1272324" y="257644"/>
                  </a:lnTo>
                  <a:lnTo>
                    <a:pt x="1264869" y="256717"/>
                  </a:lnTo>
                  <a:lnTo>
                    <a:pt x="1256677" y="255943"/>
                  </a:lnTo>
                  <a:lnTo>
                    <a:pt x="1241031" y="254863"/>
                  </a:lnTo>
                  <a:lnTo>
                    <a:pt x="1205395" y="252831"/>
                  </a:lnTo>
                  <a:lnTo>
                    <a:pt x="1204252" y="252831"/>
                  </a:lnTo>
                  <a:lnTo>
                    <a:pt x="1206360" y="242722"/>
                  </a:lnTo>
                  <a:lnTo>
                    <a:pt x="1218031" y="192074"/>
                  </a:lnTo>
                  <a:lnTo>
                    <a:pt x="1231785" y="145503"/>
                  </a:lnTo>
                  <a:lnTo>
                    <a:pt x="1245806" y="113728"/>
                  </a:lnTo>
                  <a:lnTo>
                    <a:pt x="1248498" y="107975"/>
                  </a:lnTo>
                  <a:lnTo>
                    <a:pt x="1248600" y="107657"/>
                  </a:lnTo>
                  <a:lnTo>
                    <a:pt x="1249641" y="104559"/>
                  </a:lnTo>
                  <a:lnTo>
                    <a:pt x="1249743" y="107657"/>
                  </a:lnTo>
                  <a:lnTo>
                    <a:pt x="1250873" y="109220"/>
                  </a:lnTo>
                  <a:lnTo>
                    <a:pt x="1257096" y="109220"/>
                  </a:lnTo>
                  <a:lnTo>
                    <a:pt x="1261757" y="113309"/>
                  </a:lnTo>
                  <a:lnTo>
                    <a:pt x="1282585" y="157708"/>
                  </a:lnTo>
                  <a:lnTo>
                    <a:pt x="1293456" y="198018"/>
                  </a:lnTo>
                  <a:lnTo>
                    <a:pt x="1296733" y="213512"/>
                  </a:lnTo>
                  <a:lnTo>
                    <a:pt x="1300226" y="229209"/>
                  </a:lnTo>
                  <a:lnTo>
                    <a:pt x="1304188" y="244284"/>
                  </a:lnTo>
                  <a:lnTo>
                    <a:pt x="1308620" y="258737"/>
                  </a:lnTo>
                  <a:lnTo>
                    <a:pt x="1311186" y="265988"/>
                  </a:lnTo>
                  <a:lnTo>
                    <a:pt x="1311300" y="266306"/>
                  </a:lnTo>
                  <a:lnTo>
                    <a:pt x="1313522" y="272567"/>
                  </a:lnTo>
                  <a:lnTo>
                    <a:pt x="1313522" y="9982"/>
                  </a:lnTo>
                  <a:lnTo>
                    <a:pt x="1309014" y="8382"/>
                  </a:lnTo>
                  <a:lnTo>
                    <a:pt x="1267358" y="1663"/>
                  </a:lnTo>
                  <a:lnTo>
                    <a:pt x="1266418" y="1663"/>
                  </a:lnTo>
                  <a:lnTo>
                    <a:pt x="1257769" y="1930"/>
                  </a:lnTo>
                  <a:lnTo>
                    <a:pt x="1256080" y="1930"/>
                  </a:lnTo>
                  <a:lnTo>
                    <a:pt x="1216787" y="10198"/>
                  </a:lnTo>
                  <a:lnTo>
                    <a:pt x="1208557" y="13589"/>
                  </a:lnTo>
                  <a:lnTo>
                    <a:pt x="1208557" y="55232"/>
                  </a:lnTo>
                  <a:lnTo>
                    <a:pt x="1208341" y="54559"/>
                  </a:lnTo>
                  <a:lnTo>
                    <a:pt x="1208443" y="53733"/>
                  </a:lnTo>
                  <a:lnTo>
                    <a:pt x="1208557" y="55232"/>
                  </a:lnTo>
                  <a:lnTo>
                    <a:pt x="1208557" y="13589"/>
                  </a:lnTo>
                  <a:lnTo>
                    <a:pt x="1200772" y="17424"/>
                  </a:lnTo>
                  <a:lnTo>
                    <a:pt x="1169441" y="41757"/>
                  </a:lnTo>
                  <a:lnTo>
                    <a:pt x="1161262" y="51574"/>
                  </a:lnTo>
                  <a:lnTo>
                    <a:pt x="1161262" y="119786"/>
                  </a:lnTo>
                  <a:lnTo>
                    <a:pt x="1160894" y="119583"/>
                  </a:lnTo>
                  <a:lnTo>
                    <a:pt x="1161262" y="119786"/>
                  </a:lnTo>
                  <a:lnTo>
                    <a:pt x="1161262" y="51574"/>
                  </a:lnTo>
                  <a:lnTo>
                    <a:pt x="1137831" y="91440"/>
                  </a:lnTo>
                  <a:lnTo>
                    <a:pt x="1123238" y="129070"/>
                  </a:lnTo>
                  <a:lnTo>
                    <a:pt x="1111504" y="167894"/>
                  </a:lnTo>
                  <a:lnTo>
                    <a:pt x="1101826" y="210083"/>
                  </a:lnTo>
                  <a:lnTo>
                    <a:pt x="1094676" y="254863"/>
                  </a:lnTo>
                  <a:lnTo>
                    <a:pt x="1090637" y="299377"/>
                  </a:lnTo>
                  <a:lnTo>
                    <a:pt x="1089977" y="340360"/>
                  </a:lnTo>
                  <a:lnTo>
                    <a:pt x="1090320" y="351599"/>
                  </a:lnTo>
                  <a:lnTo>
                    <a:pt x="1094486" y="394652"/>
                  </a:lnTo>
                  <a:lnTo>
                    <a:pt x="1104773" y="434530"/>
                  </a:lnTo>
                  <a:lnTo>
                    <a:pt x="1130160" y="466077"/>
                  </a:lnTo>
                  <a:lnTo>
                    <a:pt x="1135862" y="466382"/>
                  </a:lnTo>
                  <a:lnTo>
                    <a:pt x="1144778" y="467004"/>
                  </a:lnTo>
                  <a:lnTo>
                    <a:pt x="1151826" y="464883"/>
                  </a:lnTo>
                  <a:lnTo>
                    <a:pt x="1162291" y="455041"/>
                  </a:lnTo>
                  <a:lnTo>
                    <a:pt x="1166228" y="449287"/>
                  </a:lnTo>
                  <a:lnTo>
                    <a:pt x="1168819" y="442760"/>
                  </a:lnTo>
                  <a:lnTo>
                    <a:pt x="1171511" y="436232"/>
                  </a:lnTo>
                  <a:lnTo>
                    <a:pt x="1173429" y="429399"/>
                  </a:lnTo>
                  <a:lnTo>
                    <a:pt x="1174559" y="422249"/>
                  </a:lnTo>
                  <a:lnTo>
                    <a:pt x="1175804" y="414997"/>
                  </a:lnTo>
                  <a:lnTo>
                    <a:pt x="1176794" y="408419"/>
                  </a:lnTo>
                  <a:lnTo>
                    <a:pt x="1177518" y="402501"/>
                  </a:lnTo>
                  <a:lnTo>
                    <a:pt x="1178445" y="394271"/>
                  </a:lnTo>
                  <a:lnTo>
                    <a:pt x="1178763" y="391680"/>
                  </a:lnTo>
                  <a:lnTo>
                    <a:pt x="1179360" y="388366"/>
                  </a:lnTo>
                  <a:lnTo>
                    <a:pt x="1180477" y="383286"/>
                  </a:lnTo>
                  <a:lnTo>
                    <a:pt x="1180985" y="380225"/>
                  </a:lnTo>
                  <a:lnTo>
                    <a:pt x="1181404" y="377012"/>
                  </a:lnTo>
                  <a:lnTo>
                    <a:pt x="1188554" y="335368"/>
                  </a:lnTo>
                  <a:lnTo>
                    <a:pt x="1297978" y="325259"/>
                  </a:lnTo>
                  <a:lnTo>
                    <a:pt x="1310411" y="323596"/>
                  </a:lnTo>
                  <a:lnTo>
                    <a:pt x="1316837" y="321945"/>
                  </a:lnTo>
                  <a:lnTo>
                    <a:pt x="1317244" y="320281"/>
                  </a:lnTo>
                  <a:lnTo>
                    <a:pt x="1321904" y="367842"/>
                  </a:lnTo>
                  <a:lnTo>
                    <a:pt x="1334058" y="388467"/>
                  </a:lnTo>
                  <a:lnTo>
                    <a:pt x="1334185" y="388366"/>
                  </a:lnTo>
                  <a:lnTo>
                    <a:pt x="1334058" y="388467"/>
                  </a:lnTo>
                  <a:lnTo>
                    <a:pt x="1325486" y="395820"/>
                  </a:lnTo>
                  <a:lnTo>
                    <a:pt x="1331899" y="435559"/>
                  </a:lnTo>
                  <a:lnTo>
                    <a:pt x="1352931" y="467855"/>
                  </a:lnTo>
                  <a:lnTo>
                    <a:pt x="1365123" y="471665"/>
                  </a:lnTo>
                  <a:lnTo>
                    <a:pt x="1372527" y="471665"/>
                  </a:lnTo>
                  <a:lnTo>
                    <a:pt x="1403819" y="442455"/>
                  </a:lnTo>
                  <a:lnTo>
                    <a:pt x="1416532" y="400735"/>
                  </a:lnTo>
                  <a:lnTo>
                    <a:pt x="1418615" y="388670"/>
                  </a:lnTo>
                  <a:lnTo>
                    <a:pt x="1418666" y="388366"/>
                  </a:lnTo>
                  <a:lnTo>
                    <a:pt x="1422933" y="346976"/>
                  </a:lnTo>
                  <a:lnTo>
                    <a:pt x="1423631" y="335368"/>
                  </a:lnTo>
                  <a:lnTo>
                    <a:pt x="1424025" y="328053"/>
                  </a:lnTo>
                  <a:lnTo>
                    <a:pt x="1424139" y="325259"/>
                  </a:lnTo>
                  <a:lnTo>
                    <a:pt x="1424216" y="323596"/>
                  </a:lnTo>
                  <a:lnTo>
                    <a:pt x="1424279" y="321945"/>
                  </a:lnTo>
                  <a:lnTo>
                    <a:pt x="1424355" y="320281"/>
                  </a:lnTo>
                  <a:lnTo>
                    <a:pt x="1424432" y="318465"/>
                  </a:lnTo>
                  <a:lnTo>
                    <a:pt x="1424559" y="314248"/>
                  </a:lnTo>
                  <a:lnTo>
                    <a:pt x="1424724" y="308787"/>
                  </a:lnTo>
                  <a:lnTo>
                    <a:pt x="1424889" y="2993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4846" y="522494"/>
              <a:ext cx="867120" cy="473172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8971796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7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78959" y="114300"/>
                </a:lnTo>
                <a:lnTo>
                  <a:pt x="279717" y="10668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7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69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48528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615333" y="525036"/>
            <a:ext cx="693420" cy="467359"/>
          </a:xfrm>
          <a:custGeom>
            <a:avLst/>
            <a:gdLst/>
            <a:ahLst/>
            <a:cxnLst/>
            <a:rect l="l" t="t" r="r" b="b"/>
            <a:pathLst>
              <a:path w="693420" h="467359">
                <a:moveTo>
                  <a:pt x="294944" y="102870"/>
                </a:moveTo>
                <a:lnTo>
                  <a:pt x="282397" y="59690"/>
                </a:lnTo>
                <a:lnTo>
                  <a:pt x="273672" y="46990"/>
                </a:lnTo>
                <a:lnTo>
                  <a:pt x="270433" y="43180"/>
                </a:lnTo>
                <a:lnTo>
                  <a:pt x="234365" y="16510"/>
                </a:lnTo>
                <a:lnTo>
                  <a:pt x="196557" y="2540"/>
                </a:lnTo>
                <a:lnTo>
                  <a:pt x="181800" y="0"/>
                </a:lnTo>
                <a:lnTo>
                  <a:pt x="148501" y="0"/>
                </a:lnTo>
                <a:lnTo>
                  <a:pt x="130352" y="2540"/>
                </a:lnTo>
                <a:lnTo>
                  <a:pt x="121183" y="5080"/>
                </a:lnTo>
                <a:lnTo>
                  <a:pt x="112052" y="6350"/>
                </a:lnTo>
                <a:lnTo>
                  <a:pt x="102920" y="8890"/>
                </a:lnTo>
                <a:lnTo>
                  <a:pt x="93827" y="12700"/>
                </a:lnTo>
                <a:lnTo>
                  <a:pt x="84823" y="15240"/>
                </a:lnTo>
                <a:lnTo>
                  <a:pt x="50749" y="33020"/>
                </a:lnTo>
                <a:lnTo>
                  <a:pt x="17119" y="64770"/>
                </a:lnTo>
                <a:lnTo>
                  <a:pt x="444" y="106680"/>
                </a:lnTo>
                <a:lnTo>
                  <a:pt x="12" y="115570"/>
                </a:lnTo>
                <a:lnTo>
                  <a:pt x="88" y="120650"/>
                </a:lnTo>
                <a:lnTo>
                  <a:pt x="177" y="123190"/>
                </a:lnTo>
                <a:lnTo>
                  <a:pt x="279" y="125730"/>
                </a:lnTo>
                <a:lnTo>
                  <a:pt x="330" y="127000"/>
                </a:lnTo>
                <a:lnTo>
                  <a:pt x="457" y="128270"/>
                </a:lnTo>
                <a:lnTo>
                  <a:pt x="571" y="129540"/>
                </a:lnTo>
                <a:lnTo>
                  <a:pt x="698" y="130810"/>
                </a:lnTo>
                <a:lnTo>
                  <a:pt x="825" y="132080"/>
                </a:lnTo>
                <a:lnTo>
                  <a:pt x="1460" y="138430"/>
                </a:lnTo>
                <a:lnTo>
                  <a:pt x="3352" y="148590"/>
                </a:lnTo>
                <a:lnTo>
                  <a:pt x="23723" y="190500"/>
                </a:lnTo>
                <a:lnTo>
                  <a:pt x="36626" y="204470"/>
                </a:lnTo>
                <a:lnTo>
                  <a:pt x="44005" y="212090"/>
                </a:lnTo>
                <a:lnTo>
                  <a:pt x="52019" y="217170"/>
                </a:lnTo>
                <a:lnTo>
                  <a:pt x="59728" y="222250"/>
                </a:lnTo>
                <a:lnTo>
                  <a:pt x="66230" y="226060"/>
                </a:lnTo>
                <a:lnTo>
                  <a:pt x="71539" y="228600"/>
                </a:lnTo>
                <a:lnTo>
                  <a:pt x="74701" y="228600"/>
                </a:lnTo>
                <a:lnTo>
                  <a:pt x="204330" y="228600"/>
                </a:lnTo>
                <a:lnTo>
                  <a:pt x="204076" y="227330"/>
                </a:lnTo>
                <a:lnTo>
                  <a:pt x="199923" y="219710"/>
                </a:lnTo>
                <a:lnTo>
                  <a:pt x="197396" y="217170"/>
                </a:lnTo>
                <a:lnTo>
                  <a:pt x="191376" y="210820"/>
                </a:lnTo>
                <a:lnTo>
                  <a:pt x="188061" y="208280"/>
                </a:lnTo>
                <a:lnTo>
                  <a:pt x="180809" y="203200"/>
                </a:lnTo>
                <a:lnTo>
                  <a:pt x="177139" y="201930"/>
                </a:lnTo>
                <a:lnTo>
                  <a:pt x="168529" y="195580"/>
                </a:lnTo>
                <a:lnTo>
                  <a:pt x="163614" y="193040"/>
                </a:lnTo>
                <a:lnTo>
                  <a:pt x="158635" y="189230"/>
                </a:lnTo>
                <a:lnTo>
                  <a:pt x="153771" y="185420"/>
                </a:lnTo>
                <a:lnTo>
                  <a:pt x="149415" y="182880"/>
                </a:lnTo>
                <a:lnTo>
                  <a:pt x="145580" y="177800"/>
                </a:lnTo>
                <a:lnTo>
                  <a:pt x="141846" y="173990"/>
                </a:lnTo>
                <a:lnTo>
                  <a:pt x="138849" y="168910"/>
                </a:lnTo>
                <a:lnTo>
                  <a:pt x="136563" y="163830"/>
                </a:lnTo>
                <a:lnTo>
                  <a:pt x="134391" y="158750"/>
                </a:lnTo>
                <a:lnTo>
                  <a:pt x="133299" y="153670"/>
                </a:lnTo>
                <a:lnTo>
                  <a:pt x="133299" y="140970"/>
                </a:lnTo>
                <a:lnTo>
                  <a:pt x="172986" y="119380"/>
                </a:lnTo>
                <a:lnTo>
                  <a:pt x="191541" y="119380"/>
                </a:lnTo>
                <a:lnTo>
                  <a:pt x="223456" y="125730"/>
                </a:lnTo>
                <a:lnTo>
                  <a:pt x="229146" y="128270"/>
                </a:lnTo>
                <a:lnTo>
                  <a:pt x="245986" y="132080"/>
                </a:lnTo>
                <a:lnTo>
                  <a:pt x="267385" y="132080"/>
                </a:lnTo>
                <a:lnTo>
                  <a:pt x="271945" y="129540"/>
                </a:lnTo>
                <a:lnTo>
                  <a:pt x="276504" y="128270"/>
                </a:lnTo>
                <a:lnTo>
                  <a:pt x="280962" y="125730"/>
                </a:lnTo>
                <a:lnTo>
                  <a:pt x="285305" y="121920"/>
                </a:lnTo>
                <a:lnTo>
                  <a:pt x="289039" y="119380"/>
                </a:lnTo>
                <a:lnTo>
                  <a:pt x="291579" y="115570"/>
                </a:lnTo>
                <a:lnTo>
                  <a:pt x="292735" y="111760"/>
                </a:lnTo>
                <a:lnTo>
                  <a:pt x="294271" y="106680"/>
                </a:lnTo>
                <a:lnTo>
                  <a:pt x="294944" y="102870"/>
                </a:lnTo>
                <a:close/>
              </a:path>
              <a:path w="693420" h="467359">
                <a:moveTo>
                  <a:pt x="326339" y="323850"/>
                </a:moveTo>
                <a:lnTo>
                  <a:pt x="306133" y="294640"/>
                </a:lnTo>
                <a:lnTo>
                  <a:pt x="298831" y="295910"/>
                </a:lnTo>
                <a:lnTo>
                  <a:pt x="290753" y="299720"/>
                </a:lnTo>
                <a:lnTo>
                  <a:pt x="284683" y="303530"/>
                </a:lnTo>
                <a:lnTo>
                  <a:pt x="272567" y="313690"/>
                </a:lnTo>
                <a:lnTo>
                  <a:pt x="266509" y="321310"/>
                </a:lnTo>
                <a:lnTo>
                  <a:pt x="254977" y="335280"/>
                </a:lnTo>
                <a:lnTo>
                  <a:pt x="220027" y="364490"/>
                </a:lnTo>
                <a:lnTo>
                  <a:pt x="176517" y="379730"/>
                </a:lnTo>
                <a:lnTo>
                  <a:pt x="169468" y="378460"/>
                </a:lnTo>
                <a:lnTo>
                  <a:pt x="162369" y="378460"/>
                </a:lnTo>
                <a:lnTo>
                  <a:pt x="148069" y="373380"/>
                </a:lnTo>
                <a:lnTo>
                  <a:pt x="144881" y="372110"/>
                </a:lnTo>
                <a:lnTo>
                  <a:pt x="141693" y="370840"/>
                </a:lnTo>
                <a:lnTo>
                  <a:pt x="118071" y="344170"/>
                </a:lnTo>
                <a:lnTo>
                  <a:pt x="118071" y="339090"/>
                </a:lnTo>
                <a:lnTo>
                  <a:pt x="118414" y="330200"/>
                </a:lnTo>
                <a:lnTo>
                  <a:pt x="119468" y="323850"/>
                </a:lnTo>
                <a:lnTo>
                  <a:pt x="121221" y="316230"/>
                </a:lnTo>
                <a:lnTo>
                  <a:pt x="123672" y="311150"/>
                </a:lnTo>
                <a:lnTo>
                  <a:pt x="127393" y="302260"/>
                </a:lnTo>
                <a:lnTo>
                  <a:pt x="131165" y="297180"/>
                </a:lnTo>
                <a:lnTo>
                  <a:pt x="132105" y="295910"/>
                </a:lnTo>
                <a:lnTo>
                  <a:pt x="143611" y="284480"/>
                </a:lnTo>
                <a:lnTo>
                  <a:pt x="150037" y="279400"/>
                </a:lnTo>
                <a:lnTo>
                  <a:pt x="164134" y="270510"/>
                </a:lnTo>
                <a:lnTo>
                  <a:pt x="170815" y="266700"/>
                </a:lnTo>
                <a:lnTo>
                  <a:pt x="177139" y="264160"/>
                </a:lnTo>
                <a:lnTo>
                  <a:pt x="184073" y="260350"/>
                </a:lnTo>
                <a:lnTo>
                  <a:pt x="190449" y="256540"/>
                </a:lnTo>
                <a:lnTo>
                  <a:pt x="196253" y="252730"/>
                </a:lnTo>
                <a:lnTo>
                  <a:pt x="202158" y="248920"/>
                </a:lnTo>
                <a:lnTo>
                  <a:pt x="205105" y="243840"/>
                </a:lnTo>
                <a:lnTo>
                  <a:pt x="205105" y="232410"/>
                </a:lnTo>
                <a:lnTo>
                  <a:pt x="204597" y="229870"/>
                </a:lnTo>
                <a:lnTo>
                  <a:pt x="204444" y="229171"/>
                </a:lnTo>
                <a:lnTo>
                  <a:pt x="75120" y="229171"/>
                </a:lnTo>
                <a:lnTo>
                  <a:pt x="73393" y="229171"/>
                </a:lnTo>
                <a:lnTo>
                  <a:pt x="35877" y="255270"/>
                </a:lnTo>
                <a:lnTo>
                  <a:pt x="12382" y="287020"/>
                </a:lnTo>
                <a:lnTo>
                  <a:pt x="457" y="331470"/>
                </a:lnTo>
                <a:lnTo>
                  <a:pt x="0" y="342900"/>
                </a:lnTo>
                <a:lnTo>
                  <a:pt x="114" y="347980"/>
                </a:lnTo>
                <a:lnTo>
                  <a:pt x="165" y="349250"/>
                </a:lnTo>
                <a:lnTo>
                  <a:pt x="279" y="351790"/>
                </a:lnTo>
                <a:lnTo>
                  <a:pt x="393" y="354330"/>
                </a:lnTo>
                <a:lnTo>
                  <a:pt x="15570" y="397510"/>
                </a:lnTo>
                <a:lnTo>
                  <a:pt x="46393" y="430530"/>
                </a:lnTo>
                <a:lnTo>
                  <a:pt x="85737" y="453390"/>
                </a:lnTo>
                <a:lnTo>
                  <a:pt x="94005" y="455930"/>
                </a:lnTo>
                <a:lnTo>
                  <a:pt x="102336" y="459740"/>
                </a:lnTo>
                <a:lnTo>
                  <a:pt x="110718" y="462280"/>
                </a:lnTo>
                <a:lnTo>
                  <a:pt x="143586" y="467360"/>
                </a:lnTo>
                <a:lnTo>
                  <a:pt x="163042" y="467360"/>
                </a:lnTo>
                <a:lnTo>
                  <a:pt x="206756" y="458470"/>
                </a:lnTo>
                <a:lnTo>
                  <a:pt x="243903" y="439420"/>
                </a:lnTo>
                <a:lnTo>
                  <a:pt x="274205" y="415290"/>
                </a:lnTo>
                <a:lnTo>
                  <a:pt x="286715" y="401320"/>
                </a:lnTo>
                <a:lnTo>
                  <a:pt x="292303" y="394970"/>
                </a:lnTo>
                <a:lnTo>
                  <a:pt x="315201" y="360680"/>
                </a:lnTo>
                <a:lnTo>
                  <a:pt x="318782" y="354330"/>
                </a:lnTo>
                <a:lnTo>
                  <a:pt x="321056" y="347980"/>
                </a:lnTo>
                <a:lnTo>
                  <a:pt x="324586" y="339090"/>
                </a:lnTo>
                <a:lnTo>
                  <a:pt x="326339" y="330200"/>
                </a:lnTo>
                <a:lnTo>
                  <a:pt x="326339" y="323850"/>
                </a:lnTo>
                <a:close/>
              </a:path>
              <a:path w="693420" h="467359">
                <a:moveTo>
                  <a:pt x="661428" y="102870"/>
                </a:moveTo>
                <a:lnTo>
                  <a:pt x="648881" y="59690"/>
                </a:lnTo>
                <a:lnTo>
                  <a:pt x="620903" y="29210"/>
                </a:lnTo>
                <a:lnTo>
                  <a:pt x="576719" y="6350"/>
                </a:lnTo>
                <a:lnTo>
                  <a:pt x="548271" y="0"/>
                </a:lnTo>
                <a:lnTo>
                  <a:pt x="514972" y="0"/>
                </a:lnTo>
                <a:lnTo>
                  <a:pt x="496836" y="2540"/>
                </a:lnTo>
                <a:lnTo>
                  <a:pt x="487667" y="5080"/>
                </a:lnTo>
                <a:lnTo>
                  <a:pt x="478523" y="6350"/>
                </a:lnTo>
                <a:lnTo>
                  <a:pt x="469404" y="8890"/>
                </a:lnTo>
                <a:lnTo>
                  <a:pt x="460298" y="12700"/>
                </a:lnTo>
                <a:lnTo>
                  <a:pt x="451294" y="15240"/>
                </a:lnTo>
                <a:lnTo>
                  <a:pt x="417233" y="33020"/>
                </a:lnTo>
                <a:lnTo>
                  <a:pt x="383603" y="64770"/>
                </a:lnTo>
                <a:lnTo>
                  <a:pt x="366928" y="106680"/>
                </a:lnTo>
                <a:lnTo>
                  <a:pt x="366483" y="115570"/>
                </a:lnTo>
                <a:lnTo>
                  <a:pt x="366572" y="120650"/>
                </a:lnTo>
                <a:lnTo>
                  <a:pt x="366661" y="123190"/>
                </a:lnTo>
                <a:lnTo>
                  <a:pt x="366763" y="125730"/>
                </a:lnTo>
                <a:lnTo>
                  <a:pt x="366801" y="127000"/>
                </a:lnTo>
                <a:lnTo>
                  <a:pt x="367944" y="138430"/>
                </a:lnTo>
                <a:lnTo>
                  <a:pt x="369836" y="148590"/>
                </a:lnTo>
                <a:lnTo>
                  <a:pt x="390207" y="190500"/>
                </a:lnTo>
                <a:lnTo>
                  <a:pt x="403110" y="204470"/>
                </a:lnTo>
                <a:lnTo>
                  <a:pt x="410489" y="212090"/>
                </a:lnTo>
                <a:lnTo>
                  <a:pt x="418490" y="217170"/>
                </a:lnTo>
                <a:lnTo>
                  <a:pt x="426212" y="222250"/>
                </a:lnTo>
                <a:lnTo>
                  <a:pt x="432714" y="226060"/>
                </a:lnTo>
                <a:lnTo>
                  <a:pt x="438023" y="228600"/>
                </a:lnTo>
                <a:lnTo>
                  <a:pt x="441185" y="228600"/>
                </a:lnTo>
                <a:lnTo>
                  <a:pt x="570814" y="228600"/>
                </a:lnTo>
                <a:lnTo>
                  <a:pt x="570560" y="227330"/>
                </a:lnTo>
                <a:lnTo>
                  <a:pt x="566407" y="219710"/>
                </a:lnTo>
                <a:lnTo>
                  <a:pt x="563867" y="217170"/>
                </a:lnTo>
                <a:lnTo>
                  <a:pt x="557860" y="210820"/>
                </a:lnTo>
                <a:lnTo>
                  <a:pt x="554545" y="208280"/>
                </a:lnTo>
                <a:lnTo>
                  <a:pt x="547293" y="203200"/>
                </a:lnTo>
                <a:lnTo>
                  <a:pt x="543610" y="201930"/>
                </a:lnTo>
                <a:lnTo>
                  <a:pt x="535012" y="195580"/>
                </a:lnTo>
                <a:lnTo>
                  <a:pt x="530098" y="193040"/>
                </a:lnTo>
                <a:lnTo>
                  <a:pt x="525119" y="189230"/>
                </a:lnTo>
                <a:lnTo>
                  <a:pt x="520242" y="185420"/>
                </a:lnTo>
                <a:lnTo>
                  <a:pt x="515899" y="182880"/>
                </a:lnTo>
                <a:lnTo>
                  <a:pt x="512064" y="177800"/>
                </a:lnTo>
                <a:lnTo>
                  <a:pt x="508330" y="173990"/>
                </a:lnTo>
                <a:lnTo>
                  <a:pt x="505333" y="168910"/>
                </a:lnTo>
                <a:lnTo>
                  <a:pt x="503047" y="163830"/>
                </a:lnTo>
                <a:lnTo>
                  <a:pt x="500875" y="158750"/>
                </a:lnTo>
                <a:lnTo>
                  <a:pt x="499783" y="153670"/>
                </a:lnTo>
                <a:lnTo>
                  <a:pt x="499783" y="140970"/>
                </a:lnTo>
                <a:lnTo>
                  <a:pt x="539470" y="119380"/>
                </a:lnTo>
                <a:lnTo>
                  <a:pt x="558012" y="119380"/>
                </a:lnTo>
                <a:lnTo>
                  <a:pt x="589927" y="125730"/>
                </a:lnTo>
                <a:lnTo>
                  <a:pt x="595630" y="128270"/>
                </a:lnTo>
                <a:lnTo>
                  <a:pt x="612470" y="132080"/>
                </a:lnTo>
                <a:lnTo>
                  <a:pt x="633869" y="132080"/>
                </a:lnTo>
                <a:lnTo>
                  <a:pt x="638429" y="129540"/>
                </a:lnTo>
                <a:lnTo>
                  <a:pt x="642988" y="128270"/>
                </a:lnTo>
                <a:lnTo>
                  <a:pt x="647433" y="125730"/>
                </a:lnTo>
                <a:lnTo>
                  <a:pt x="651789" y="121920"/>
                </a:lnTo>
                <a:lnTo>
                  <a:pt x="655523" y="119380"/>
                </a:lnTo>
                <a:lnTo>
                  <a:pt x="658063" y="115570"/>
                </a:lnTo>
                <a:lnTo>
                  <a:pt x="659218" y="111760"/>
                </a:lnTo>
                <a:lnTo>
                  <a:pt x="660755" y="106680"/>
                </a:lnTo>
                <a:lnTo>
                  <a:pt x="661428" y="102870"/>
                </a:lnTo>
                <a:close/>
              </a:path>
              <a:path w="693420" h="467359">
                <a:moveTo>
                  <a:pt x="692823" y="323850"/>
                </a:moveTo>
                <a:lnTo>
                  <a:pt x="672617" y="294640"/>
                </a:lnTo>
                <a:lnTo>
                  <a:pt x="665314" y="295910"/>
                </a:lnTo>
                <a:lnTo>
                  <a:pt x="657237" y="299720"/>
                </a:lnTo>
                <a:lnTo>
                  <a:pt x="651167" y="303530"/>
                </a:lnTo>
                <a:lnTo>
                  <a:pt x="639051" y="313690"/>
                </a:lnTo>
                <a:lnTo>
                  <a:pt x="632980" y="321310"/>
                </a:lnTo>
                <a:lnTo>
                  <a:pt x="621449" y="335280"/>
                </a:lnTo>
                <a:lnTo>
                  <a:pt x="586511" y="364490"/>
                </a:lnTo>
                <a:lnTo>
                  <a:pt x="542988" y="379730"/>
                </a:lnTo>
                <a:lnTo>
                  <a:pt x="535952" y="378460"/>
                </a:lnTo>
                <a:lnTo>
                  <a:pt x="528853" y="378460"/>
                </a:lnTo>
                <a:lnTo>
                  <a:pt x="514553" y="373380"/>
                </a:lnTo>
                <a:lnTo>
                  <a:pt x="511365" y="372110"/>
                </a:lnTo>
                <a:lnTo>
                  <a:pt x="508177" y="370840"/>
                </a:lnTo>
                <a:lnTo>
                  <a:pt x="484555" y="344170"/>
                </a:lnTo>
                <a:lnTo>
                  <a:pt x="484555" y="339090"/>
                </a:lnTo>
                <a:lnTo>
                  <a:pt x="484898" y="330200"/>
                </a:lnTo>
                <a:lnTo>
                  <a:pt x="485952" y="323850"/>
                </a:lnTo>
                <a:lnTo>
                  <a:pt x="487705" y="316230"/>
                </a:lnTo>
                <a:lnTo>
                  <a:pt x="490143" y="311150"/>
                </a:lnTo>
                <a:lnTo>
                  <a:pt x="493877" y="302260"/>
                </a:lnTo>
                <a:lnTo>
                  <a:pt x="497649" y="297180"/>
                </a:lnTo>
                <a:lnTo>
                  <a:pt x="498589" y="295910"/>
                </a:lnTo>
                <a:lnTo>
                  <a:pt x="510095" y="284480"/>
                </a:lnTo>
                <a:lnTo>
                  <a:pt x="516521" y="279400"/>
                </a:lnTo>
                <a:lnTo>
                  <a:pt x="530606" y="270510"/>
                </a:lnTo>
                <a:lnTo>
                  <a:pt x="537298" y="266700"/>
                </a:lnTo>
                <a:lnTo>
                  <a:pt x="543610" y="264160"/>
                </a:lnTo>
                <a:lnTo>
                  <a:pt x="550557" y="260350"/>
                </a:lnTo>
                <a:lnTo>
                  <a:pt x="556933" y="256540"/>
                </a:lnTo>
                <a:lnTo>
                  <a:pt x="562737" y="252730"/>
                </a:lnTo>
                <a:lnTo>
                  <a:pt x="568642" y="248920"/>
                </a:lnTo>
                <a:lnTo>
                  <a:pt x="571588" y="243840"/>
                </a:lnTo>
                <a:lnTo>
                  <a:pt x="571588" y="232410"/>
                </a:lnTo>
                <a:lnTo>
                  <a:pt x="571068" y="229870"/>
                </a:lnTo>
                <a:lnTo>
                  <a:pt x="570928" y="229171"/>
                </a:lnTo>
                <a:lnTo>
                  <a:pt x="441604" y="229171"/>
                </a:lnTo>
                <a:lnTo>
                  <a:pt x="439877" y="229171"/>
                </a:lnTo>
                <a:lnTo>
                  <a:pt x="435381" y="231140"/>
                </a:lnTo>
                <a:lnTo>
                  <a:pt x="402361" y="255270"/>
                </a:lnTo>
                <a:lnTo>
                  <a:pt x="378866" y="287020"/>
                </a:lnTo>
                <a:lnTo>
                  <a:pt x="366928" y="331470"/>
                </a:lnTo>
                <a:lnTo>
                  <a:pt x="366483" y="342900"/>
                </a:lnTo>
                <a:lnTo>
                  <a:pt x="366598" y="347980"/>
                </a:lnTo>
                <a:lnTo>
                  <a:pt x="366649" y="349250"/>
                </a:lnTo>
                <a:lnTo>
                  <a:pt x="366763" y="351790"/>
                </a:lnTo>
                <a:lnTo>
                  <a:pt x="366877" y="354330"/>
                </a:lnTo>
                <a:lnTo>
                  <a:pt x="382041" y="397510"/>
                </a:lnTo>
                <a:lnTo>
                  <a:pt x="412877" y="430530"/>
                </a:lnTo>
                <a:lnTo>
                  <a:pt x="452221" y="453390"/>
                </a:lnTo>
                <a:lnTo>
                  <a:pt x="460489" y="455930"/>
                </a:lnTo>
                <a:lnTo>
                  <a:pt x="468820" y="459740"/>
                </a:lnTo>
                <a:lnTo>
                  <a:pt x="477202" y="462280"/>
                </a:lnTo>
                <a:lnTo>
                  <a:pt x="510057" y="467360"/>
                </a:lnTo>
                <a:lnTo>
                  <a:pt x="529513" y="467360"/>
                </a:lnTo>
                <a:lnTo>
                  <a:pt x="573239" y="458470"/>
                </a:lnTo>
                <a:lnTo>
                  <a:pt x="610387" y="439420"/>
                </a:lnTo>
                <a:lnTo>
                  <a:pt x="640689" y="415290"/>
                </a:lnTo>
                <a:lnTo>
                  <a:pt x="653199" y="401320"/>
                </a:lnTo>
                <a:lnTo>
                  <a:pt x="658787" y="394970"/>
                </a:lnTo>
                <a:lnTo>
                  <a:pt x="681685" y="360680"/>
                </a:lnTo>
                <a:lnTo>
                  <a:pt x="685266" y="354330"/>
                </a:lnTo>
                <a:lnTo>
                  <a:pt x="687539" y="347980"/>
                </a:lnTo>
                <a:lnTo>
                  <a:pt x="691057" y="339090"/>
                </a:lnTo>
                <a:lnTo>
                  <a:pt x="692823" y="330200"/>
                </a:lnTo>
                <a:lnTo>
                  <a:pt x="692823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359158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85251" y="45085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757466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092700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8" y="269240"/>
                </a:lnTo>
                <a:lnTo>
                  <a:pt x="690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6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2" y="193040"/>
                </a:lnTo>
                <a:lnTo>
                  <a:pt x="2982" y="153670"/>
                </a:lnTo>
                <a:lnTo>
                  <a:pt x="8072" y="106680"/>
                </a:lnTo>
                <a:lnTo>
                  <a:pt x="9685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2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7" y="68580"/>
                </a:lnTo>
                <a:lnTo>
                  <a:pt x="33225" y="78740"/>
                </a:lnTo>
                <a:lnTo>
                  <a:pt x="32240" y="83820"/>
                </a:lnTo>
                <a:lnTo>
                  <a:pt x="30376" y="95250"/>
                </a:lnTo>
                <a:lnTo>
                  <a:pt x="29391" y="100330"/>
                </a:lnTo>
                <a:lnTo>
                  <a:pt x="28355" y="107950"/>
                </a:lnTo>
                <a:lnTo>
                  <a:pt x="32292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2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6" y="195580"/>
                </a:lnTo>
                <a:lnTo>
                  <a:pt x="183743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1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6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8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0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7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0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2" y="107950"/>
                </a:lnTo>
                <a:lnTo>
                  <a:pt x="28355" y="107950"/>
                </a:lnTo>
                <a:lnTo>
                  <a:pt x="29391" y="100330"/>
                </a:lnTo>
                <a:lnTo>
                  <a:pt x="30376" y="95250"/>
                </a:lnTo>
                <a:lnTo>
                  <a:pt x="32240" y="83820"/>
                </a:lnTo>
                <a:lnTo>
                  <a:pt x="33225" y="78740"/>
                </a:lnTo>
                <a:lnTo>
                  <a:pt x="35297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1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1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3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0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7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6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7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1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6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4" y="64770"/>
                </a:lnTo>
                <a:lnTo>
                  <a:pt x="347758" y="67310"/>
                </a:lnTo>
                <a:lnTo>
                  <a:pt x="346825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983" y="281940"/>
                </a:lnTo>
                <a:lnTo>
                  <a:pt x="217894" y="27940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5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8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2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3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7" y="278090"/>
                </a:lnTo>
                <a:lnTo>
                  <a:pt x="106173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490184" y="524731"/>
            <a:ext cx="1052195" cy="468630"/>
          </a:xfrm>
          <a:custGeom>
            <a:avLst/>
            <a:gdLst/>
            <a:ahLst/>
            <a:cxnLst/>
            <a:rect l="l" t="t" r="r" b="b"/>
            <a:pathLst>
              <a:path w="1052194" h="468630">
                <a:moveTo>
                  <a:pt x="369303" y="234696"/>
                </a:moveTo>
                <a:lnTo>
                  <a:pt x="369112" y="224434"/>
                </a:lnTo>
                <a:lnTo>
                  <a:pt x="368985" y="222300"/>
                </a:lnTo>
                <a:lnTo>
                  <a:pt x="368935" y="221322"/>
                </a:lnTo>
                <a:lnTo>
                  <a:pt x="368528" y="214172"/>
                </a:lnTo>
                <a:lnTo>
                  <a:pt x="368477" y="213753"/>
                </a:lnTo>
                <a:lnTo>
                  <a:pt x="367550" y="203911"/>
                </a:lnTo>
                <a:lnTo>
                  <a:pt x="360273" y="163436"/>
                </a:lnTo>
                <a:lnTo>
                  <a:pt x="347865" y="125107"/>
                </a:lnTo>
                <a:lnTo>
                  <a:pt x="331012" y="90220"/>
                </a:lnTo>
                <a:lnTo>
                  <a:pt x="305231" y="56045"/>
                </a:lnTo>
                <a:lnTo>
                  <a:pt x="303098" y="53924"/>
                </a:lnTo>
                <a:lnTo>
                  <a:pt x="297497" y="48336"/>
                </a:lnTo>
                <a:lnTo>
                  <a:pt x="263613" y="22694"/>
                </a:lnTo>
                <a:lnTo>
                  <a:pt x="256768" y="18961"/>
                </a:lnTo>
                <a:lnTo>
                  <a:pt x="256768" y="250545"/>
                </a:lnTo>
                <a:lnTo>
                  <a:pt x="256654" y="255244"/>
                </a:lnTo>
                <a:lnTo>
                  <a:pt x="253276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62" y="378574"/>
                </a:lnTo>
                <a:lnTo>
                  <a:pt x="198666" y="378574"/>
                </a:lnTo>
                <a:lnTo>
                  <a:pt x="191731" y="380238"/>
                </a:lnTo>
                <a:lnTo>
                  <a:pt x="191973" y="380238"/>
                </a:lnTo>
                <a:lnTo>
                  <a:pt x="184962" y="380796"/>
                </a:lnTo>
                <a:lnTo>
                  <a:pt x="146532" y="361048"/>
                </a:lnTo>
                <a:lnTo>
                  <a:pt x="126288" y="327215"/>
                </a:lnTo>
                <a:lnTo>
                  <a:pt x="114401" y="278828"/>
                </a:lnTo>
                <a:lnTo>
                  <a:pt x="112979" y="255244"/>
                </a:lnTo>
                <a:lnTo>
                  <a:pt x="113004" y="244817"/>
                </a:lnTo>
                <a:lnTo>
                  <a:pt x="113245" y="236105"/>
                </a:lnTo>
                <a:lnTo>
                  <a:pt x="113372" y="234696"/>
                </a:lnTo>
                <a:lnTo>
                  <a:pt x="114439" y="222300"/>
                </a:lnTo>
                <a:lnTo>
                  <a:pt x="122643" y="184861"/>
                </a:lnTo>
                <a:lnTo>
                  <a:pt x="141198" y="147078"/>
                </a:lnTo>
                <a:lnTo>
                  <a:pt x="172173" y="122428"/>
                </a:lnTo>
                <a:lnTo>
                  <a:pt x="178460" y="120827"/>
                </a:lnTo>
                <a:lnTo>
                  <a:pt x="178612" y="120827"/>
                </a:lnTo>
                <a:lnTo>
                  <a:pt x="184962" y="120294"/>
                </a:lnTo>
                <a:lnTo>
                  <a:pt x="222885" y="139331"/>
                </a:lnTo>
                <a:lnTo>
                  <a:pt x="243052" y="172631"/>
                </a:lnTo>
                <a:lnTo>
                  <a:pt x="255181" y="221322"/>
                </a:lnTo>
                <a:lnTo>
                  <a:pt x="255257" y="222300"/>
                </a:lnTo>
                <a:lnTo>
                  <a:pt x="256298" y="234696"/>
                </a:lnTo>
                <a:lnTo>
                  <a:pt x="256387" y="236105"/>
                </a:lnTo>
                <a:lnTo>
                  <a:pt x="256768" y="250545"/>
                </a:lnTo>
                <a:lnTo>
                  <a:pt x="256768" y="18961"/>
                </a:lnTo>
                <a:lnTo>
                  <a:pt x="215531" y="3848"/>
                </a:lnTo>
                <a:lnTo>
                  <a:pt x="204901" y="1955"/>
                </a:lnTo>
                <a:lnTo>
                  <a:pt x="204520" y="1955"/>
                </a:lnTo>
                <a:lnTo>
                  <a:pt x="195249" y="977"/>
                </a:lnTo>
                <a:lnTo>
                  <a:pt x="144081" y="5981"/>
                </a:lnTo>
                <a:lnTo>
                  <a:pt x="106006" y="22072"/>
                </a:lnTo>
                <a:lnTo>
                  <a:pt x="71970" y="47752"/>
                </a:lnTo>
                <a:lnTo>
                  <a:pt x="43218" y="82219"/>
                </a:lnTo>
                <a:lnTo>
                  <a:pt x="24714" y="115747"/>
                </a:lnTo>
                <a:lnTo>
                  <a:pt x="11036" y="153250"/>
                </a:lnTo>
                <a:lnTo>
                  <a:pt x="10845" y="154025"/>
                </a:lnTo>
                <a:lnTo>
                  <a:pt x="6210" y="173024"/>
                </a:lnTo>
                <a:lnTo>
                  <a:pt x="6159" y="173342"/>
                </a:lnTo>
                <a:lnTo>
                  <a:pt x="6045" y="174040"/>
                </a:lnTo>
                <a:lnTo>
                  <a:pt x="2768" y="193192"/>
                </a:lnTo>
                <a:lnTo>
                  <a:pt x="2717" y="193662"/>
                </a:lnTo>
                <a:lnTo>
                  <a:pt x="698" y="213753"/>
                </a:lnTo>
                <a:lnTo>
                  <a:pt x="685" y="214172"/>
                </a:lnTo>
                <a:lnTo>
                  <a:pt x="0" y="234696"/>
                </a:lnTo>
                <a:lnTo>
                  <a:pt x="2959" y="275882"/>
                </a:lnTo>
                <a:lnTo>
                  <a:pt x="11506" y="315823"/>
                </a:lnTo>
                <a:lnTo>
                  <a:pt x="25107" y="353288"/>
                </a:lnTo>
                <a:lnTo>
                  <a:pt x="56946" y="404761"/>
                </a:lnTo>
                <a:lnTo>
                  <a:pt x="88290" y="434721"/>
                </a:lnTo>
                <a:lnTo>
                  <a:pt x="124904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62" y="468147"/>
                </a:lnTo>
                <a:lnTo>
                  <a:pt x="195199" y="467791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101" y="434721"/>
                </a:lnTo>
                <a:lnTo>
                  <a:pt x="312572" y="404761"/>
                </a:lnTo>
                <a:lnTo>
                  <a:pt x="335559" y="370420"/>
                </a:lnTo>
                <a:lnTo>
                  <a:pt x="351421" y="334860"/>
                </a:lnTo>
                <a:lnTo>
                  <a:pt x="362585" y="295846"/>
                </a:lnTo>
                <a:lnTo>
                  <a:pt x="368528" y="255016"/>
                </a:lnTo>
                <a:lnTo>
                  <a:pt x="369112" y="244817"/>
                </a:lnTo>
                <a:lnTo>
                  <a:pt x="369303" y="234696"/>
                </a:lnTo>
                <a:close/>
              </a:path>
              <a:path w="1052194" h="468630">
                <a:moveTo>
                  <a:pt x="727113" y="53047"/>
                </a:moveTo>
                <a:lnTo>
                  <a:pt x="724776" y="47561"/>
                </a:lnTo>
                <a:lnTo>
                  <a:pt x="720115" y="43205"/>
                </a:lnTo>
                <a:lnTo>
                  <a:pt x="715454" y="38747"/>
                </a:lnTo>
                <a:lnTo>
                  <a:pt x="669912" y="21793"/>
                </a:lnTo>
                <a:lnTo>
                  <a:pt x="616521" y="12776"/>
                </a:lnTo>
                <a:lnTo>
                  <a:pt x="575894" y="8750"/>
                </a:lnTo>
                <a:lnTo>
                  <a:pt x="536867" y="6413"/>
                </a:lnTo>
                <a:lnTo>
                  <a:pt x="536867" y="240284"/>
                </a:lnTo>
                <a:lnTo>
                  <a:pt x="536867" y="240487"/>
                </a:lnTo>
                <a:lnTo>
                  <a:pt x="536676" y="246100"/>
                </a:lnTo>
                <a:lnTo>
                  <a:pt x="536867" y="240284"/>
                </a:lnTo>
                <a:lnTo>
                  <a:pt x="536867" y="6413"/>
                </a:lnTo>
                <a:lnTo>
                  <a:pt x="532599" y="6197"/>
                </a:lnTo>
                <a:lnTo>
                  <a:pt x="530428" y="6134"/>
                </a:lnTo>
                <a:lnTo>
                  <a:pt x="530428" y="205574"/>
                </a:lnTo>
                <a:lnTo>
                  <a:pt x="530110" y="214172"/>
                </a:lnTo>
                <a:lnTo>
                  <a:pt x="529831" y="221259"/>
                </a:lnTo>
                <a:lnTo>
                  <a:pt x="530428" y="205574"/>
                </a:lnTo>
                <a:lnTo>
                  <a:pt x="530428" y="6134"/>
                </a:lnTo>
                <a:lnTo>
                  <a:pt x="529653" y="6108"/>
                </a:lnTo>
                <a:lnTo>
                  <a:pt x="529653" y="226136"/>
                </a:lnTo>
                <a:lnTo>
                  <a:pt x="529615" y="227152"/>
                </a:lnTo>
                <a:lnTo>
                  <a:pt x="529170" y="237210"/>
                </a:lnTo>
                <a:lnTo>
                  <a:pt x="529653" y="226136"/>
                </a:lnTo>
                <a:lnTo>
                  <a:pt x="529653" y="6108"/>
                </a:lnTo>
                <a:lnTo>
                  <a:pt x="529005" y="6096"/>
                </a:lnTo>
                <a:lnTo>
                  <a:pt x="529005" y="241033"/>
                </a:lnTo>
                <a:lnTo>
                  <a:pt x="528256" y="259778"/>
                </a:lnTo>
                <a:lnTo>
                  <a:pt x="528789" y="246100"/>
                </a:lnTo>
                <a:lnTo>
                  <a:pt x="529005" y="241033"/>
                </a:lnTo>
                <a:lnTo>
                  <a:pt x="529005" y="6096"/>
                </a:lnTo>
                <a:lnTo>
                  <a:pt x="522097" y="5867"/>
                </a:lnTo>
                <a:lnTo>
                  <a:pt x="511924" y="5664"/>
                </a:lnTo>
                <a:lnTo>
                  <a:pt x="486130" y="5664"/>
                </a:lnTo>
                <a:lnTo>
                  <a:pt x="475310" y="6426"/>
                </a:lnTo>
                <a:lnTo>
                  <a:pt x="469074" y="7277"/>
                </a:lnTo>
                <a:lnTo>
                  <a:pt x="468807" y="7277"/>
                </a:lnTo>
                <a:lnTo>
                  <a:pt x="427139" y="26263"/>
                </a:lnTo>
                <a:lnTo>
                  <a:pt x="413143" y="51803"/>
                </a:lnTo>
                <a:lnTo>
                  <a:pt x="413143" y="67246"/>
                </a:lnTo>
                <a:lnTo>
                  <a:pt x="439064" y="102577"/>
                </a:lnTo>
                <a:lnTo>
                  <a:pt x="475373" y="112572"/>
                </a:lnTo>
                <a:lnTo>
                  <a:pt x="507834" y="112572"/>
                </a:lnTo>
                <a:lnTo>
                  <a:pt x="513715" y="112369"/>
                </a:lnTo>
                <a:lnTo>
                  <a:pt x="513676" y="112572"/>
                </a:lnTo>
                <a:lnTo>
                  <a:pt x="507187" y="166306"/>
                </a:lnTo>
                <a:lnTo>
                  <a:pt x="504837" y="205574"/>
                </a:lnTo>
                <a:lnTo>
                  <a:pt x="504405" y="254635"/>
                </a:lnTo>
                <a:lnTo>
                  <a:pt x="504926" y="271411"/>
                </a:lnTo>
                <a:lnTo>
                  <a:pt x="505802" y="288124"/>
                </a:lnTo>
                <a:lnTo>
                  <a:pt x="505904" y="289560"/>
                </a:lnTo>
                <a:lnTo>
                  <a:pt x="505993" y="290753"/>
                </a:lnTo>
                <a:lnTo>
                  <a:pt x="507022" y="304787"/>
                </a:lnTo>
                <a:lnTo>
                  <a:pt x="513054" y="353136"/>
                </a:lnTo>
                <a:lnTo>
                  <a:pt x="520941" y="390931"/>
                </a:lnTo>
                <a:lnTo>
                  <a:pt x="535660" y="432358"/>
                </a:lnTo>
                <a:lnTo>
                  <a:pt x="564426" y="463169"/>
                </a:lnTo>
                <a:lnTo>
                  <a:pt x="578827" y="463169"/>
                </a:lnTo>
                <a:lnTo>
                  <a:pt x="602094" y="429082"/>
                </a:lnTo>
                <a:lnTo>
                  <a:pt x="604735" y="384365"/>
                </a:lnTo>
                <a:lnTo>
                  <a:pt x="604939" y="382816"/>
                </a:lnTo>
                <a:lnTo>
                  <a:pt x="607504" y="340182"/>
                </a:lnTo>
                <a:lnTo>
                  <a:pt x="611276" y="297014"/>
                </a:lnTo>
                <a:lnTo>
                  <a:pt x="611886" y="290753"/>
                </a:lnTo>
                <a:lnTo>
                  <a:pt x="612000" y="289560"/>
                </a:lnTo>
                <a:lnTo>
                  <a:pt x="617169" y="240284"/>
                </a:lnTo>
                <a:lnTo>
                  <a:pt x="621957" y="199771"/>
                </a:lnTo>
                <a:lnTo>
                  <a:pt x="626706" y="162267"/>
                </a:lnTo>
                <a:lnTo>
                  <a:pt x="627913" y="152565"/>
                </a:lnTo>
                <a:lnTo>
                  <a:pt x="630174" y="134226"/>
                </a:lnTo>
                <a:lnTo>
                  <a:pt x="632777" y="112369"/>
                </a:lnTo>
                <a:lnTo>
                  <a:pt x="632841" y="111861"/>
                </a:lnTo>
                <a:lnTo>
                  <a:pt x="633476" y="106362"/>
                </a:lnTo>
                <a:lnTo>
                  <a:pt x="633857" y="102895"/>
                </a:lnTo>
                <a:lnTo>
                  <a:pt x="635723" y="102577"/>
                </a:lnTo>
                <a:lnTo>
                  <a:pt x="677164" y="95783"/>
                </a:lnTo>
                <a:lnTo>
                  <a:pt x="717664" y="78651"/>
                </a:lnTo>
                <a:lnTo>
                  <a:pt x="726732" y="62166"/>
                </a:lnTo>
                <a:lnTo>
                  <a:pt x="726859" y="61341"/>
                </a:lnTo>
                <a:lnTo>
                  <a:pt x="727062" y="59994"/>
                </a:lnTo>
                <a:lnTo>
                  <a:pt x="727113" y="53047"/>
                </a:lnTo>
                <a:close/>
              </a:path>
              <a:path w="1052194" h="468630">
                <a:moveTo>
                  <a:pt x="1052156" y="359410"/>
                </a:moveTo>
                <a:lnTo>
                  <a:pt x="1043368" y="320040"/>
                </a:lnTo>
                <a:lnTo>
                  <a:pt x="1021613" y="284480"/>
                </a:lnTo>
                <a:lnTo>
                  <a:pt x="994410" y="254000"/>
                </a:lnTo>
                <a:lnTo>
                  <a:pt x="987374" y="247650"/>
                </a:lnTo>
                <a:lnTo>
                  <a:pt x="980694" y="241300"/>
                </a:lnTo>
                <a:lnTo>
                  <a:pt x="974394" y="236220"/>
                </a:lnTo>
                <a:lnTo>
                  <a:pt x="968451" y="229870"/>
                </a:lnTo>
                <a:lnTo>
                  <a:pt x="965250" y="227330"/>
                </a:lnTo>
                <a:lnTo>
                  <a:pt x="959599" y="222250"/>
                </a:lnTo>
                <a:lnTo>
                  <a:pt x="957008" y="219710"/>
                </a:lnTo>
                <a:lnTo>
                  <a:pt x="954722" y="218440"/>
                </a:lnTo>
                <a:lnTo>
                  <a:pt x="952754" y="215900"/>
                </a:lnTo>
                <a:lnTo>
                  <a:pt x="939698" y="203200"/>
                </a:lnTo>
                <a:lnTo>
                  <a:pt x="934313" y="198120"/>
                </a:lnTo>
                <a:lnTo>
                  <a:pt x="929132" y="193040"/>
                </a:lnTo>
                <a:lnTo>
                  <a:pt x="919187" y="182880"/>
                </a:lnTo>
                <a:lnTo>
                  <a:pt x="914781" y="177800"/>
                </a:lnTo>
                <a:lnTo>
                  <a:pt x="907110" y="166370"/>
                </a:lnTo>
                <a:lnTo>
                  <a:pt x="905611" y="163830"/>
                </a:lnTo>
                <a:lnTo>
                  <a:pt x="904113" y="161290"/>
                </a:lnTo>
                <a:lnTo>
                  <a:pt x="899756" y="152400"/>
                </a:lnTo>
                <a:lnTo>
                  <a:pt x="898664" y="147320"/>
                </a:lnTo>
                <a:lnTo>
                  <a:pt x="898664" y="142240"/>
                </a:lnTo>
                <a:lnTo>
                  <a:pt x="926439" y="115570"/>
                </a:lnTo>
                <a:lnTo>
                  <a:pt x="940219" y="115570"/>
                </a:lnTo>
                <a:lnTo>
                  <a:pt x="945400" y="116840"/>
                </a:lnTo>
                <a:lnTo>
                  <a:pt x="950277" y="118110"/>
                </a:lnTo>
                <a:lnTo>
                  <a:pt x="955141" y="118110"/>
                </a:lnTo>
                <a:lnTo>
                  <a:pt x="959751" y="120650"/>
                </a:lnTo>
                <a:lnTo>
                  <a:pt x="964107" y="121920"/>
                </a:lnTo>
                <a:lnTo>
                  <a:pt x="968451" y="124460"/>
                </a:lnTo>
                <a:lnTo>
                  <a:pt x="972654" y="125730"/>
                </a:lnTo>
                <a:lnTo>
                  <a:pt x="980732" y="130810"/>
                </a:lnTo>
                <a:lnTo>
                  <a:pt x="984465" y="133350"/>
                </a:lnTo>
                <a:lnTo>
                  <a:pt x="987882" y="134620"/>
                </a:lnTo>
                <a:lnTo>
                  <a:pt x="993381" y="138430"/>
                </a:lnTo>
                <a:lnTo>
                  <a:pt x="1004049" y="143510"/>
                </a:lnTo>
                <a:lnTo>
                  <a:pt x="1009332" y="147320"/>
                </a:lnTo>
                <a:lnTo>
                  <a:pt x="1014831" y="147320"/>
                </a:lnTo>
                <a:lnTo>
                  <a:pt x="1020521" y="144780"/>
                </a:lnTo>
                <a:lnTo>
                  <a:pt x="1026934" y="142240"/>
                </a:lnTo>
                <a:lnTo>
                  <a:pt x="1047457" y="106680"/>
                </a:lnTo>
                <a:lnTo>
                  <a:pt x="1047521" y="105410"/>
                </a:lnTo>
                <a:lnTo>
                  <a:pt x="1047877" y="99060"/>
                </a:lnTo>
                <a:lnTo>
                  <a:pt x="1042441" y="67310"/>
                </a:lnTo>
                <a:lnTo>
                  <a:pt x="1041120" y="63500"/>
                </a:lnTo>
                <a:lnTo>
                  <a:pt x="1014450" y="26670"/>
                </a:lnTo>
                <a:lnTo>
                  <a:pt x="963409" y="2540"/>
                </a:lnTo>
                <a:lnTo>
                  <a:pt x="943356" y="0"/>
                </a:lnTo>
                <a:lnTo>
                  <a:pt x="920254" y="0"/>
                </a:lnTo>
                <a:lnTo>
                  <a:pt x="872629" y="10160"/>
                </a:lnTo>
                <a:lnTo>
                  <a:pt x="831113" y="30480"/>
                </a:lnTo>
                <a:lnTo>
                  <a:pt x="796912" y="59690"/>
                </a:lnTo>
                <a:lnTo>
                  <a:pt x="794067" y="63385"/>
                </a:lnTo>
                <a:lnTo>
                  <a:pt x="794067" y="134620"/>
                </a:lnTo>
                <a:lnTo>
                  <a:pt x="794004" y="135890"/>
                </a:lnTo>
                <a:lnTo>
                  <a:pt x="793927" y="137160"/>
                </a:lnTo>
                <a:lnTo>
                  <a:pt x="794067" y="134620"/>
                </a:lnTo>
                <a:lnTo>
                  <a:pt x="794067" y="63385"/>
                </a:lnTo>
                <a:lnTo>
                  <a:pt x="772579" y="99060"/>
                </a:lnTo>
                <a:lnTo>
                  <a:pt x="764616" y="130810"/>
                </a:lnTo>
                <a:lnTo>
                  <a:pt x="764730" y="144780"/>
                </a:lnTo>
                <a:lnTo>
                  <a:pt x="775576" y="186690"/>
                </a:lnTo>
                <a:lnTo>
                  <a:pt x="795566" y="220980"/>
                </a:lnTo>
                <a:lnTo>
                  <a:pt x="821029" y="251460"/>
                </a:lnTo>
                <a:lnTo>
                  <a:pt x="849655" y="278130"/>
                </a:lnTo>
                <a:lnTo>
                  <a:pt x="859116" y="287020"/>
                </a:lnTo>
                <a:lnTo>
                  <a:pt x="868299" y="294640"/>
                </a:lnTo>
                <a:lnTo>
                  <a:pt x="877227" y="302260"/>
                </a:lnTo>
                <a:lnTo>
                  <a:pt x="906233" y="326390"/>
                </a:lnTo>
                <a:lnTo>
                  <a:pt x="912190" y="332740"/>
                </a:lnTo>
                <a:lnTo>
                  <a:pt x="917168" y="337820"/>
                </a:lnTo>
                <a:lnTo>
                  <a:pt x="922248" y="342900"/>
                </a:lnTo>
                <a:lnTo>
                  <a:pt x="926071" y="347980"/>
                </a:lnTo>
                <a:lnTo>
                  <a:pt x="931252" y="355600"/>
                </a:lnTo>
                <a:lnTo>
                  <a:pt x="932548" y="359410"/>
                </a:lnTo>
                <a:lnTo>
                  <a:pt x="932548" y="365760"/>
                </a:lnTo>
                <a:lnTo>
                  <a:pt x="931519" y="369570"/>
                </a:lnTo>
                <a:lnTo>
                  <a:pt x="927366" y="377190"/>
                </a:lnTo>
                <a:lnTo>
                  <a:pt x="924369" y="381000"/>
                </a:lnTo>
                <a:lnTo>
                  <a:pt x="920432" y="383540"/>
                </a:lnTo>
                <a:lnTo>
                  <a:pt x="916495" y="387350"/>
                </a:lnTo>
                <a:lnTo>
                  <a:pt x="911885" y="389890"/>
                </a:lnTo>
                <a:lnTo>
                  <a:pt x="901306" y="393700"/>
                </a:lnTo>
                <a:lnTo>
                  <a:pt x="895972" y="397510"/>
                </a:lnTo>
                <a:lnTo>
                  <a:pt x="890701" y="404952"/>
                </a:lnTo>
                <a:lnTo>
                  <a:pt x="887996" y="402590"/>
                </a:lnTo>
                <a:lnTo>
                  <a:pt x="885101" y="400050"/>
                </a:lnTo>
                <a:lnTo>
                  <a:pt x="883640" y="398780"/>
                </a:lnTo>
                <a:lnTo>
                  <a:pt x="876236" y="394970"/>
                </a:lnTo>
                <a:lnTo>
                  <a:pt x="861110" y="391160"/>
                </a:lnTo>
                <a:lnTo>
                  <a:pt x="854583" y="389890"/>
                </a:lnTo>
                <a:lnTo>
                  <a:pt x="849083" y="387350"/>
                </a:lnTo>
                <a:lnTo>
                  <a:pt x="843394" y="384810"/>
                </a:lnTo>
                <a:lnTo>
                  <a:pt x="826554" y="381000"/>
                </a:lnTo>
                <a:lnTo>
                  <a:pt x="821270" y="382270"/>
                </a:lnTo>
                <a:lnTo>
                  <a:pt x="816292" y="386080"/>
                </a:lnTo>
                <a:lnTo>
                  <a:pt x="810907" y="389890"/>
                </a:lnTo>
                <a:lnTo>
                  <a:pt x="808215" y="396240"/>
                </a:lnTo>
                <a:lnTo>
                  <a:pt x="808215" y="410210"/>
                </a:lnTo>
                <a:lnTo>
                  <a:pt x="811377" y="417830"/>
                </a:lnTo>
                <a:lnTo>
                  <a:pt x="817689" y="425450"/>
                </a:lnTo>
                <a:lnTo>
                  <a:pt x="822769" y="430530"/>
                </a:lnTo>
                <a:lnTo>
                  <a:pt x="828535" y="435610"/>
                </a:lnTo>
                <a:lnTo>
                  <a:pt x="834974" y="441960"/>
                </a:lnTo>
                <a:lnTo>
                  <a:pt x="842098" y="445770"/>
                </a:lnTo>
                <a:lnTo>
                  <a:pt x="849934" y="450850"/>
                </a:lnTo>
                <a:lnTo>
                  <a:pt x="858380" y="454660"/>
                </a:lnTo>
                <a:lnTo>
                  <a:pt x="867422" y="458470"/>
                </a:lnTo>
                <a:lnTo>
                  <a:pt x="877062" y="462280"/>
                </a:lnTo>
                <a:lnTo>
                  <a:pt x="887222" y="464820"/>
                </a:lnTo>
                <a:lnTo>
                  <a:pt x="920115" y="468630"/>
                </a:lnTo>
                <a:lnTo>
                  <a:pt x="945146" y="466090"/>
                </a:lnTo>
                <a:lnTo>
                  <a:pt x="957300" y="463550"/>
                </a:lnTo>
                <a:lnTo>
                  <a:pt x="969238" y="459740"/>
                </a:lnTo>
                <a:lnTo>
                  <a:pt x="980770" y="455930"/>
                </a:lnTo>
                <a:lnTo>
                  <a:pt x="991616" y="449580"/>
                </a:lnTo>
                <a:lnTo>
                  <a:pt x="1001763" y="444500"/>
                </a:lnTo>
                <a:lnTo>
                  <a:pt x="1032776" y="415290"/>
                </a:lnTo>
                <a:lnTo>
                  <a:pt x="1040130" y="404952"/>
                </a:lnTo>
                <a:lnTo>
                  <a:pt x="1040892" y="403860"/>
                </a:lnTo>
                <a:lnTo>
                  <a:pt x="1045845" y="393700"/>
                </a:lnTo>
                <a:lnTo>
                  <a:pt x="1049401" y="382270"/>
                </a:lnTo>
                <a:lnTo>
                  <a:pt x="1051521" y="372110"/>
                </a:lnTo>
                <a:lnTo>
                  <a:pt x="1052156" y="361950"/>
                </a:lnTo>
                <a:lnTo>
                  <a:pt x="1052156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95230" y="2722430"/>
            <a:ext cx="16051867" cy="812540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87500" y="1922660"/>
            <a:ext cx="196850" cy="2794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03175" y="1922660"/>
            <a:ext cx="196850" cy="279400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2427016" y="1798763"/>
            <a:ext cx="323024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6820" algn="l"/>
                <a:tab pos="2232025" algn="l"/>
              </a:tabLst>
            </a:pPr>
            <a:r>
              <a:rPr sz="3050" spc="-250" dirty="0"/>
              <a:t>O</a:t>
            </a:r>
            <a:r>
              <a:rPr sz="3050" spc="-180" dirty="0"/>
              <a:t> </a:t>
            </a:r>
            <a:r>
              <a:rPr sz="3050" spc="-440" dirty="0"/>
              <a:t>U</a:t>
            </a:r>
            <a:r>
              <a:rPr sz="3050" spc="105" dirty="0"/>
              <a:t> </a:t>
            </a:r>
            <a:r>
              <a:rPr sz="3050" spc="-390" dirty="0"/>
              <a:t>T</a:t>
            </a:r>
            <a:r>
              <a:rPr sz="3050" dirty="0"/>
              <a:t>	</a:t>
            </a:r>
            <a:r>
              <a:rPr sz="3050" spc="-440" dirty="0"/>
              <a:t>U</a:t>
            </a:r>
            <a:r>
              <a:rPr sz="3050" spc="90" dirty="0"/>
              <a:t> </a:t>
            </a:r>
            <a:r>
              <a:rPr sz="3050" spc="-390" dirty="0"/>
              <a:t>T</a:t>
            </a:r>
            <a:r>
              <a:rPr sz="3050" dirty="0"/>
              <a:t>	</a:t>
            </a:r>
            <a:r>
              <a:rPr sz="3050" spc="-400" dirty="0"/>
              <a:t>A</a:t>
            </a:r>
            <a:r>
              <a:rPr sz="3050" spc="-175" dirty="0"/>
              <a:t> </a:t>
            </a:r>
            <a:r>
              <a:rPr sz="3050" spc="-400" dirty="0"/>
              <a:t>G</a:t>
            </a:r>
            <a:r>
              <a:rPr sz="3050" spc="-110" dirty="0"/>
              <a:t> </a:t>
            </a:r>
            <a:r>
              <a:rPr sz="3050" spc="-120" dirty="0"/>
              <a:t>E</a:t>
            </a:r>
            <a:r>
              <a:rPr sz="3050" spc="-375" dirty="0"/>
              <a:t> </a:t>
            </a:r>
            <a:r>
              <a:rPr sz="3050" spc="-50" dirty="0"/>
              <a:t>:</a:t>
            </a:r>
            <a:endParaRPr sz="3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7527" y="8048462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8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2"/>
                </a:lnTo>
                <a:lnTo>
                  <a:pt x="2499" y="598778"/>
                </a:lnTo>
                <a:lnTo>
                  <a:pt x="0" y="546168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4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4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8"/>
                </a:lnTo>
                <a:lnTo>
                  <a:pt x="1089839" y="598778"/>
                </a:lnTo>
                <a:lnTo>
                  <a:pt x="1082492" y="649972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2864" y="8238357"/>
            <a:ext cx="22796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65" dirty="0">
                <a:solidFill>
                  <a:srgbClr val="FFFDFD"/>
                </a:solidFill>
                <a:latin typeface="Times New Roman"/>
                <a:cs typeface="Times New Roman"/>
              </a:rPr>
              <a:t>9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4747" y="3725405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64747" y="2259482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64747" y="4141309"/>
            <a:ext cx="5665470" cy="8521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13560" indent="-377190">
              <a:lnSpc>
                <a:spcPts val="2255"/>
              </a:lnSpc>
              <a:spcBef>
                <a:spcPts val="120"/>
              </a:spcBef>
              <a:buAutoNum type="arabicPeriod" startAt="3"/>
              <a:tabLst>
                <a:tab pos="1813560" algn="l"/>
              </a:tabLst>
            </a:pPr>
            <a:r>
              <a:rPr sz="1900" spc="-75" dirty="0">
                <a:latin typeface="Times New Roman"/>
                <a:cs typeface="Times New Roman"/>
              </a:rPr>
              <a:t>Centralized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0" dirty="0">
                <a:latin typeface="Times New Roman"/>
                <a:cs typeface="Times New Roman"/>
              </a:rPr>
              <a:t>management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155" dirty="0">
                <a:latin typeface="Times New Roman"/>
                <a:cs typeface="Times New Roman"/>
              </a:rPr>
              <a:t>of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125" dirty="0">
                <a:latin typeface="Times New Roman"/>
                <a:cs typeface="Times New Roman"/>
              </a:rPr>
              <a:t>all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15" dirty="0">
                <a:latin typeface="Times New Roman"/>
                <a:cs typeface="Times New Roman"/>
              </a:rPr>
              <a:t>campus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events.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1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 marL="1813560" indent="-377190">
              <a:lnSpc>
                <a:spcPts val="2130"/>
              </a:lnSpc>
              <a:buAutoNum type="arabicPeriod" startAt="4"/>
              <a:tabLst>
                <a:tab pos="1813560" algn="l"/>
              </a:tabLst>
            </a:pPr>
            <a:r>
              <a:rPr sz="1900" spc="-150" dirty="0">
                <a:latin typeface="Times New Roman"/>
                <a:cs typeface="Times New Roman"/>
              </a:rPr>
              <a:t>Secure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90" dirty="0">
                <a:latin typeface="Times New Roman"/>
                <a:cs typeface="Times New Roman"/>
              </a:rPr>
              <a:t>login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75" dirty="0">
                <a:latin typeface="Times New Roman"/>
                <a:cs typeface="Times New Roman"/>
              </a:rPr>
              <a:t>system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for</a:t>
            </a:r>
            <a:r>
              <a:rPr sz="1900" spc="-125" dirty="0">
                <a:latin typeface="Times New Roman"/>
                <a:cs typeface="Times New Roman"/>
              </a:rPr>
              <a:t> </a:t>
            </a:r>
            <a:r>
              <a:rPr sz="1900" spc="-105" dirty="0">
                <a:latin typeface="Times New Roman"/>
                <a:cs typeface="Times New Roman"/>
              </a:rPr>
              <a:t>students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165" dirty="0">
                <a:latin typeface="Times New Roman"/>
                <a:cs typeface="Times New Roman"/>
              </a:rPr>
              <a:t>and</a:t>
            </a:r>
            <a:r>
              <a:rPr sz="1900" spc="-1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admin.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64747" y="2992444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64747" y="5191330"/>
            <a:ext cx="154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77260" y="731632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7936626" y="1130855"/>
            <a:ext cx="2508250" cy="9015730"/>
            <a:chOff x="17936626" y="1130855"/>
            <a:chExt cx="2508250" cy="901573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6626" y="1130855"/>
              <a:ext cx="1047088" cy="2617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8454168" y="1506203"/>
              <a:ext cx="1650364" cy="8300084"/>
            </a:xfrm>
            <a:custGeom>
              <a:avLst/>
              <a:gdLst/>
              <a:ahLst/>
              <a:cxnLst/>
              <a:rect l="l" t="t" r="r" b="b"/>
              <a:pathLst>
                <a:path w="1650365" h="8300084">
                  <a:moveTo>
                    <a:pt x="1650236" y="0"/>
                  </a:moveTo>
                  <a:lnTo>
                    <a:pt x="1599045" y="54768"/>
                  </a:lnTo>
                  <a:lnTo>
                    <a:pt x="1565729" y="91199"/>
                  </a:lnTo>
                  <a:lnTo>
                    <a:pt x="1532710" y="127902"/>
                  </a:lnTo>
                  <a:lnTo>
                    <a:pt x="1499985" y="164876"/>
                  </a:lnTo>
                  <a:lnTo>
                    <a:pt x="1467559" y="202118"/>
                  </a:lnTo>
                  <a:lnTo>
                    <a:pt x="1435433" y="239625"/>
                  </a:lnTo>
                  <a:lnTo>
                    <a:pt x="1403609" y="277398"/>
                  </a:lnTo>
                  <a:lnTo>
                    <a:pt x="1372091" y="315433"/>
                  </a:lnTo>
                  <a:lnTo>
                    <a:pt x="1340878" y="353729"/>
                  </a:lnTo>
                  <a:lnTo>
                    <a:pt x="1309969" y="392284"/>
                  </a:lnTo>
                  <a:lnTo>
                    <a:pt x="1279373" y="431097"/>
                  </a:lnTo>
                  <a:lnTo>
                    <a:pt x="1249089" y="470164"/>
                  </a:lnTo>
                  <a:lnTo>
                    <a:pt x="1219114" y="509485"/>
                  </a:lnTo>
                  <a:lnTo>
                    <a:pt x="1189456" y="549056"/>
                  </a:lnTo>
                  <a:lnTo>
                    <a:pt x="1160119" y="588878"/>
                  </a:lnTo>
                  <a:lnTo>
                    <a:pt x="1131096" y="628948"/>
                  </a:lnTo>
                  <a:lnTo>
                    <a:pt x="1102394" y="669263"/>
                  </a:lnTo>
                  <a:lnTo>
                    <a:pt x="1074019" y="709822"/>
                  </a:lnTo>
                  <a:lnTo>
                    <a:pt x="1045966" y="750623"/>
                  </a:lnTo>
                  <a:lnTo>
                    <a:pt x="1018238" y="791664"/>
                  </a:lnTo>
                  <a:lnTo>
                    <a:pt x="990838" y="832945"/>
                  </a:lnTo>
                  <a:lnTo>
                    <a:pt x="963770" y="874461"/>
                  </a:lnTo>
                  <a:lnTo>
                    <a:pt x="937034" y="916212"/>
                  </a:lnTo>
                  <a:lnTo>
                    <a:pt x="910630" y="958195"/>
                  </a:lnTo>
                  <a:lnTo>
                    <a:pt x="884563" y="1000410"/>
                  </a:lnTo>
                  <a:lnTo>
                    <a:pt x="858834" y="1042854"/>
                  </a:lnTo>
                  <a:lnTo>
                    <a:pt x="833444" y="1085524"/>
                  </a:lnTo>
                  <a:lnTo>
                    <a:pt x="808392" y="1128420"/>
                  </a:lnTo>
                  <a:lnTo>
                    <a:pt x="783689" y="1171540"/>
                  </a:lnTo>
                  <a:lnTo>
                    <a:pt x="759327" y="1214880"/>
                  </a:lnTo>
                  <a:lnTo>
                    <a:pt x="735314" y="1258440"/>
                  </a:lnTo>
                  <a:lnTo>
                    <a:pt x="711647" y="1302218"/>
                  </a:lnTo>
                  <a:lnTo>
                    <a:pt x="688334" y="1346212"/>
                  </a:lnTo>
                  <a:lnTo>
                    <a:pt x="665373" y="1390420"/>
                  </a:lnTo>
                  <a:lnTo>
                    <a:pt x="642766" y="1434840"/>
                  </a:lnTo>
                  <a:lnTo>
                    <a:pt x="620514" y="1479471"/>
                  </a:lnTo>
                  <a:lnTo>
                    <a:pt x="598621" y="1524310"/>
                  </a:lnTo>
                  <a:lnTo>
                    <a:pt x="577090" y="1569355"/>
                  </a:lnTo>
                  <a:lnTo>
                    <a:pt x="555918" y="1614605"/>
                  </a:lnTo>
                  <a:lnTo>
                    <a:pt x="535112" y="1660057"/>
                  </a:lnTo>
                  <a:lnTo>
                    <a:pt x="514672" y="1705710"/>
                  </a:lnTo>
                  <a:lnTo>
                    <a:pt x="494598" y="1751563"/>
                  </a:lnTo>
                  <a:lnTo>
                    <a:pt x="474893" y="1797612"/>
                  </a:lnTo>
                  <a:lnTo>
                    <a:pt x="455560" y="1843857"/>
                  </a:lnTo>
                  <a:lnTo>
                    <a:pt x="436601" y="1890296"/>
                  </a:lnTo>
                  <a:lnTo>
                    <a:pt x="418014" y="1936926"/>
                  </a:lnTo>
                  <a:lnTo>
                    <a:pt x="399810" y="1983745"/>
                  </a:lnTo>
                  <a:lnTo>
                    <a:pt x="381978" y="2030753"/>
                  </a:lnTo>
                  <a:lnTo>
                    <a:pt x="364530" y="2077946"/>
                  </a:lnTo>
                  <a:lnTo>
                    <a:pt x="347464" y="2125324"/>
                  </a:lnTo>
                  <a:lnTo>
                    <a:pt x="330783" y="2172884"/>
                  </a:lnTo>
                  <a:lnTo>
                    <a:pt x="314488" y="2220623"/>
                  </a:lnTo>
                  <a:lnTo>
                    <a:pt x="298579" y="2268541"/>
                  </a:lnTo>
                  <a:lnTo>
                    <a:pt x="283063" y="2316635"/>
                  </a:lnTo>
                  <a:lnTo>
                    <a:pt x="267940" y="2364905"/>
                  </a:lnTo>
                  <a:lnTo>
                    <a:pt x="253209" y="2413347"/>
                  </a:lnTo>
                  <a:lnTo>
                    <a:pt x="238873" y="2461960"/>
                  </a:lnTo>
                  <a:lnTo>
                    <a:pt x="224934" y="2510743"/>
                  </a:lnTo>
                  <a:lnTo>
                    <a:pt x="211394" y="2559692"/>
                  </a:lnTo>
                  <a:lnTo>
                    <a:pt x="198257" y="2608807"/>
                  </a:lnTo>
                  <a:lnTo>
                    <a:pt x="185523" y="2658085"/>
                  </a:lnTo>
                  <a:lnTo>
                    <a:pt x="173193" y="2707525"/>
                  </a:lnTo>
                  <a:lnTo>
                    <a:pt x="161270" y="2757125"/>
                  </a:lnTo>
                  <a:lnTo>
                    <a:pt x="149757" y="2806881"/>
                  </a:lnTo>
                  <a:lnTo>
                    <a:pt x="138654" y="2856795"/>
                  </a:lnTo>
                  <a:lnTo>
                    <a:pt x="127962" y="2906863"/>
                  </a:lnTo>
                  <a:lnTo>
                    <a:pt x="117685" y="2957082"/>
                  </a:lnTo>
                  <a:lnTo>
                    <a:pt x="107826" y="3007452"/>
                  </a:lnTo>
                  <a:lnTo>
                    <a:pt x="98384" y="3057970"/>
                  </a:lnTo>
                  <a:lnTo>
                    <a:pt x="89361" y="3108635"/>
                  </a:lnTo>
                  <a:lnTo>
                    <a:pt x="80762" y="3159445"/>
                  </a:lnTo>
                  <a:lnTo>
                    <a:pt x="72585" y="3210397"/>
                  </a:lnTo>
                  <a:lnTo>
                    <a:pt x="64832" y="3261491"/>
                  </a:lnTo>
                  <a:lnTo>
                    <a:pt x="57511" y="3312724"/>
                  </a:lnTo>
                  <a:lnTo>
                    <a:pt x="50617" y="3364093"/>
                  </a:lnTo>
                  <a:lnTo>
                    <a:pt x="44153" y="3415598"/>
                  </a:lnTo>
                  <a:lnTo>
                    <a:pt x="38123" y="3467237"/>
                  </a:lnTo>
                  <a:lnTo>
                    <a:pt x="32530" y="3519007"/>
                  </a:lnTo>
                  <a:lnTo>
                    <a:pt x="27372" y="3570907"/>
                  </a:lnTo>
                  <a:lnTo>
                    <a:pt x="22652" y="3622935"/>
                  </a:lnTo>
                  <a:lnTo>
                    <a:pt x="18373" y="3675089"/>
                  </a:lnTo>
                  <a:lnTo>
                    <a:pt x="14537" y="3727367"/>
                  </a:lnTo>
                  <a:lnTo>
                    <a:pt x="11144" y="3779767"/>
                  </a:lnTo>
                  <a:lnTo>
                    <a:pt x="8200" y="3832287"/>
                  </a:lnTo>
                  <a:lnTo>
                    <a:pt x="5702" y="3884927"/>
                  </a:lnTo>
                  <a:lnTo>
                    <a:pt x="3654" y="3937683"/>
                  </a:lnTo>
                  <a:lnTo>
                    <a:pt x="2057" y="3990554"/>
                  </a:lnTo>
                  <a:lnTo>
                    <a:pt x="915" y="4043537"/>
                  </a:lnTo>
                  <a:lnTo>
                    <a:pt x="228" y="4096632"/>
                  </a:lnTo>
                  <a:lnTo>
                    <a:pt x="0" y="4149835"/>
                  </a:lnTo>
                  <a:lnTo>
                    <a:pt x="228" y="4203039"/>
                  </a:lnTo>
                  <a:lnTo>
                    <a:pt x="915" y="4256132"/>
                  </a:lnTo>
                  <a:lnTo>
                    <a:pt x="2057" y="4309116"/>
                  </a:lnTo>
                  <a:lnTo>
                    <a:pt x="3654" y="4361987"/>
                  </a:lnTo>
                  <a:lnTo>
                    <a:pt x="5702" y="4414742"/>
                  </a:lnTo>
                  <a:lnTo>
                    <a:pt x="8200" y="4467381"/>
                  </a:lnTo>
                  <a:lnTo>
                    <a:pt x="11144" y="4519902"/>
                  </a:lnTo>
                  <a:lnTo>
                    <a:pt x="14537" y="4572303"/>
                  </a:lnTo>
                  <a:lnTo>
                    <a:pt x="18373" y="4624580"/>
                  </a:lnTo>
                  <a:lnTo>
                    <a:pt x="22652" y="4676734"/>
                  </a:lnTo>
                  <a:lnTo>
                    <a:pt x="27372" y="4728762"/>
                  </a:lnTo>
                  <a:lnTo>
                    <a:pt x="32530" y="4780662"/>
                  </a:lnTo>
                  <a:lnTo>
                    <a:pt x="38123" y="4832432"/>
                  </a:lnTo>
                  <a:lnTo>
                    <a:pt x="44153" y="4884070"/>
                  </a:lnTo>
                  <a:lnTo>
                    <a:pt x="50617" y="4935576"/>
                  </a:lnTo>
                  <a:lnTo>
                    <a:pt x="57511" y="4986946"/>
                  </a:lnTo>
                  <a:lnTo>
                    <a:pt x="64832" y="5038179"/>
                  </a:lnTo>
                  <a:lnTo>
                    <a:pt x="72585" y="5089273"/>
                  </a:lnTo>
                  <a:lnTo>
                    <a:pt x="80762" y="5140225"/>
                  </a:lnTo>
                  <a:lnTo>
                    <a:pt x="89361" y="5191035"/>
                  </a:lnTo>
                  <a:lnTo>
                    <a:pt x="98384" y="5241699"/>
                  </a:lnTo>
                  <a:lnTo>
                    <a:pt x="107826" y="5292218"/>
                  </a:lnTo>
                  <a:lnTo>
                    <a:pt x="117685" y="5342588"/>
                  </a:lnTo>
                  <a:lnTo>
                    <a:pt x="127962" y="5392808"/>
                  </a:lnTo>
                  <a:lnTo>
                    <a:pt x="138654" y="5442875"/>
                  </a:lnTo>
                  <a:lnTo>
                    <a:pt x="149757" y="5492787"/>
                  </a:lnTo>
                  <a:lnTo>
                    <a:pt x="161270" y="5542545"/>
                  </a:lnTo>
                  <a:lnTo>
                    <a:pt x="173193" y="5592144"/>
                  </a:lnTo>
                  <a:lnTo>
                    <a:pt x="185523" y="5641584"/>
                  </a:lnTo>
                  <a:lnTo>
                    <a:pt x="198257" y="5690862"/>
                  </a:lnTo>
                  <a:lnTo>
                    <a:pt x="211394" y="5739978"/>
                  </a:lnTo>
                  <a:lnTo>
                    <a:pt x="224934" y="5788927"/>
                  </a:lnTo>
                  <a:lnTo>
                    <a:pt x="238873" y="5837708"/>
                  </a:lnTo>
                  <a:lnTo>
                    <a:pt x="253209" y="5886322"/>
                  </a:lnTo>
                  <a:lnTo>
                    <a:pt x="267940" y="5934765"/>
                  </a:lnTo>
                  <a:lnTo>
                    <a:pt x="283063" y="5983033"/>
                  </a:lnTo>
                  <a:lnTo>
                    <a:pt x="298579" y="6031129"/>
                  </a:lnTo>
                  <a:lnTo>
                    <a:pt x="314488" y="6079047"/>
                  </a:lnTo>
                  <a:lnTo>
                    <a:pt x="330783" y="6126786"/>
                  </a:lnTo>
                  <a:lnTo>
                    <a:pt x="347464" y="6174346"/>
                  </a:lnTo>
                  <a:lnTo>
                    <a:pt x="364530" y="6221724"/>
                  </a:lnTo>
                  <a:lnTo>
                    <a:pt x="381978" y="6268917"/>
                  </a:lnTo>
                  <a:lnTo>
                    <a:pt x="399810" y="6315924"/>
                  </a:lnTo>
                  <a:lnTo>
                    <a:pt x="418014" y="6362744"/>
                  </a:lnTo>
                  <a:lnTo>
                    <a:pt x="436601" y="6409374"/>
                  </a:lnTo>
                  <a:lnTo>
                    <a:pt x="455560" y="6455813"/>
                  </a:lnTo>
                  <a:lnTo>
                    <a:pt x="474893" y="6502057"/>
                  </a:lnTo>
                  <a:lnTo>
                    <a:pt x="494598" y="6548106"/>
                  </a:lnTo>
                  <a:lnTo>
                    <a:pt x="514672" y="6593959"/>
                  </a:lnTo>
                  <a:lnTo>
                    <a:pt x="535112" y="6639612"/>
                  </a:lnTo>
                  <a:lnTo>
                    <a:pt x="555918" y="6685065"/>
                  </a:lnTo>
                  <a:lnTo>
                    <a:pt x="577090" y="6730316"/>
                  </a:lnTo>
                  <a:lnTo>
                    <a:pt x="598621" y="6775360"/>
                  </a:lnTo>
                  <a:lnTo>
                    <a:pt x="620514" y="6820199"/>
                  </a:lnTo>
                  <a:lnTo>
                    <a:pt x="642766" y="6864830"/>
                  </a:lnTo>
                  <a:lnTo>
                    <a:pt x="665373" y="6909250"/>
                  </a:lnTo>
                  <a:lnTo>
                    <a:pt x="688334" y="6953457"/>
                  </a:lnTo>
                  <a:lnTo>
                    <a:pt x="711647" y="6997452"/>
                  </a:lnTo>
                  <a:lnTo>
                    <a:pt x="735314" y="7041229"/>
                  </a:lnTo>
                  <a:lnTo>
                    <a:pt x="759327" y="7084790"/>
                  </a:lnTo>
                  <a:lnTo>
                    <a:pt x="783689" y="7128131"/>
                  </a:lnTo>
                  <a:lnTo>
                    <a:pt x="808392" y="7171249"/>
                  </a:lnTo>
                  <a:lnTo>
                    <a:pt x="833444" y="7214146"/>
                  </a:lnTo>
                  <a:lnTo>
                    <a:pt x="858834" y="7256816"/>
                  </a:lnTo>
                  <a:lnTo>
                    <a:pt x="884563" y="7299260"/>
                  </a:lnTo>
                  <a:lnTo>
                    <a:pt x="910630" y="7341474"/>
                  </a:lnTo>
                  <a:lnTo>
                    <a:pt x="937034" y="7383458"/>
                  </a:lnTo>
                  <a:lnTo>
                    <a:pt x="963770" y="7425209"/>
                  </a:lnTo>
                  <a:lnTo>
                    <a:pt x="990838" y="7466725"/>
                  </a:lnTo>
                  <a:lnTo>
                    <a:pt x="1018238" y="7508004"/>
                  </a:lnTo>
                  <a:lnTo>
                    <a:pt x="1045966" y="7549047"/>
                  </a:lnTo>
                  <a:lnTo>
                    <a:pt x="1074019" y="7589848"/>
                  </a:lnTo>
                  <a:lnTo>
                    <a:pt x="1102394" y="7630407"/>
                  </a:lnTo>
                  <a:lnTo>
                    <a:pt x="1131096" y="7670722"/>
                  </a:lnTo>
                  <a:lnTo>
                    <a:pt x="1160119" y="7710791"/>
                  </a:lnTo>
                  <a:lnTo>
                    <a:pt x="1189456" y="7750613"/>
                  </a:lnTo>
                  <a:lnTo>
                    <a:pt x="1219114" y="7790185"/>
                  </a:lnTo>
                  <a:lnTo>
                    <a:pt x="1249089" y="7829505"/>
                  </a:lnTo>
                  <a:lnTo>
                    <a:pt x="1279373" y="7868574"/>
                  </a:lnTo>
                  <a:lnTo>
                    <a:pt x="1309969" y="7907385"/>
                  </a:lnTo>
                  <a:lnTo>
                    <a:pt x="1340878" y="7945940"/>
                  </a:lnTo>
                  <a:lnTo>
                    <a:pt x="1372091" y="7984237"/>
                  </a:lnTo>
                  <a:lnTo>
                    <a:pt x="1403609" y="8022272"/>
                  </a:lnTo>
                  <a:lnTo>
                    <a:pt x="1435433" y="8060044"/>
                  </a:lnTo>
                  <a:lnTo>
                    <a:pt x="1467559" y="8097552"/>
                  </a:lnTo>
                  <a:lnTo>
                    <a:pt x="1499985" y="8134794"/>
                  </a:lnTo>
                  <a:lnTo>
                    <a:pt x="1532710" y="8171767"/>
                  </a:lnTo>
                  <a:lnTo>
                    <a:pt x="1565729" y="8208470"/>
                  </a:lnTo>
                  <a:lnTo>
                    <a:pt x="1599045" y="8244903"/>
                  </a:lnTo>
                  <a:lnTo>
                    <a:pt x="1632650" y="8281059"/>
                  </a:lnTo>
                  <a:lnTo>
                    <a:pt x="1650236" y="8299671"/>
                  </a:lnTo>
                </a:path>
              </a:pathLst>
            </a:custGeom>
            <a:ln w="680188">
              <a:solidFill>
                <a:srgbClr val="FB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5098177" y="471746"/>
            <a:ext cx="335280" cy="470534"/>
          </a:xfrm>
          <a:custGeom>
            <a:avLst/>
            <a:gdLst/>
            <a:ahLst/>
            <a:cxnLst/>
            <a:rect l="l" t="t" r="r" b="b"/>
            <a:pathLst>
              <a:path w="335279" h="470534">
                <a:moveTo>
                  <a:pt x="54801" y="465349"/>
                </a:moveTo>
                <a:lnTo>
                  <a:pt x="45889" y="464727"/>
                </a:lnTo>
                <a:lnTo>
                  <a:pt x="40190" y="464416"/>
                </a:lnTo>
                <a:lnTo>
                  <a:pt x="34854" y="461981"/>
                </a:lnTo>
                <a:lnTo>
                  <a:pt x="12434" y="426181"/>
                </a:lnTo>
                <a:lnTo>
                  <a:pt x="3021" y="382914"/>
                </a:lnTo>
                <a:lnTo>
                  <a:pt x="0" y="338695"/>
                </a:lnTo>
                <a:lnTo>
                  <a:pt x="77" y="312583"/>
                </a:lnTo>
                <a:lnTo>
                  <a:pt x="2991" y="267645"/>
                </a:lnTo>
                <a:lnTo>
                  <a:pt x="9199" y="222970"/>
                </a:lnTo>
                <a:lnTo>
                  <a:pt x="18068" y="179984"/>
                </a:lnTo>
                <a:lnTo>
                  <a:pt x="29171" y="139797"/>
                </a:lnTo>
                <a:lnTo>
                  <a:pt x="45475" y="95328"/>
                </a:lnTo>
                <a:lnTo>
                  <a:pt x="66114" y="56798"/>
                </a:lnTo>
                <a:lnTo>
                  <a:pt x="96802" y="24625"/>
                </a:lnTo>
                <a:lnTo>
                  <a:pt x="135571" y="5595"/>
                </a:lnTo>
                <a:lnTo>
                  <a:pt x="166105" y="271"/>
                </a:lnTo>
                <a:lnTo>
                  <a:pt x="167797" y="271"/>
                </a:lnTo>
                <a:lnTo>
                  <a:pt x="176448" y="0"/>
                </a:lnTo>
                <a:lnTo>
                  <a:pt x="177381" y="0"/>
                </a:lnTo>
                <a:lnTo>
                  <a:pt x="185891" y="271"/>
                </a:lnTo>
                <a:lnTo>
                  <a:pt x="226845" y="9481"/>
                </a:lnTo>
                <a:lnTo>
                  <a:pt x="261360" y="28928"/>
                </a:lnTo>
                <a:lnTo>
                  <a:pt x="280742" y="48804"/>
                </a:lnTo>
                <a:lnTo>
                  <a:pt x="119717" y="48804"/>
                </a:lnTo>
                <a:lnTo>
                  <a:pt x="115055" y="50462"/>
                </a:lnTo>
                <a:lnTo>
                  <a:pt x="84694" y="86521"/>
                </a:lnTo>
                <a:lnTo>
                  <a:pt x="71690" y="116570"/>
                </a:lnTo>
                <a:lnTo>
                  <a:pt x="71272" y="117658"/>
                </a:lnTo>
                <a:lnTo>
                  <a:pt x="70447" y="117658"/>
                </a:lnTo>
                <a:lnTo>
                  <a:pt x="70546" y="120145"/>
                </a:lnTo>
                <a:lnTo>
                  <a:pt x="70690" y="120559"/>
                </a:lnTo>
                <a:lnTo>
                  <a:pt x="71224" y="121751"/>
                </a:lnTo>
                <a:lnTo>
                  <a:pt x="72467" y="122165"/>
                </a:lnTo>
                <a:lnTo>
                  <a:pt x="73814" y="122580"/>
                </a:lnTo>
                <a:lnTo>
                  <a:pt x="150428" y="122580"/>
                </a:lnTo>
                <a:lnTo>
                  <a:pt x="148478" y="126702"/>
                </a:lnTo>
                <a:lnTo>
                  <a:pt x="134891" y="165461"/>
                </a:lnTo>
                <a:lnTo>
                  <a:pt x="124691" y="204075"/>
                </a:lnTo>
                <a:lnTo>
                  <a:pt x="114277" y="251170"/>
                </a:lnTo>
                <a:lnTo>
                  <a:pt x="115417" y="251170"/>
                </a:lnTo>
                <a:lnTo>
                  <a:pt x="151055" y="253200"/>
                </a:lnTo>
                <a:lnTo>
                  <a:pt x="166708" y="254278"/>
                </a:lnTo>
                <a:lnTo>
                  <a:pt x="174894" y="255056"/>
                </a:lnTo>
                <a:lnTo>
                  <a:pt x="182354" y="255988"/>
                </a:lnTo>
                <a:lnTo>
                  <a:pt x="189815" y="256817"/>
                </a:lnTo>
                <a:lnTo>
                  <a:pt x="195721" y="257698"/>
                </a:lnTo>
                <a:lnTo>
                  <a:pt x="200073" y="258630"/>
                </a:lnTo>
                <a:lnTo>
                  <a:pt x="211989" y="261842"/>
                </a:lnTo>
                <a:lnTo>
                  <a:pt x="217170" y="263293"/>
                </a:lnTo>
                <a:lnTo>
                  <a:pt x="221212" y="264323"/>
                </a:lnTo>
                <a:lnTo>
                  <a:pt x="223543" y="270909"/>
                </a:lnTo>
                <a:lnTo>
                  <a:pt x="334801" y="270909"/>
                </a:lnTo>
                <a:lnTo>
                  <a:pt x="334919" y="297720"/>
                </a:lnTo>
                <a:lnTo>
                  <a:pt x="334751" y="307124"/>
                </a:lnTo>
                <a:lnTo>
                  <a:pt x="334586" y="312583"/>
                </a:lnTo>
                <a:lnTo>
                  <a:pt x="334459" y="316799"/>
                </a:lnTo>
                <a:lnTo>
                  <a:pt x="334382" y="318625"/>
                </a:lnTo>
                <a:lnTo>
                  <a:pt x="227273" y="318625"/>
                </a:lnTo>
                <a:lnTo>
                  <a:pt x="226858" y="320283"/>
                </a:lnTo>
                <a:lnTo>
                  <a:pt x="220434" y="321941"/>
                </a:lnTo>
                <a:lnTo>
                  <a:pt x="208000" y="323599"/>
                </a:lnTo>
                <a:lnTo>
                  <a:pt x="98579" y="333702"/>
                </a:lnTo>
                <a:lnTo>
                  <a:pt x="91430" y="375356"/>
                </a:lnTo>
                <a:lnTo>
                  <a:pt x="91015" y="378568"/>
                </a:lnTo>
                <a:lnTo>
                  <a:pt x="90497" y="381625"/>
                </a:lnTo>
                <a:lnTo>
                  <a:pt x="89389" y="386702"/>
                </a:lnTo>
                <a:lnTo>
                  <a:pt x="88787" y="390018"/>
                </a:lnTo>
                <a:lnTo>
                  <a:pt x="88476" y="392609"/>
                </a:lnTo>
                <a:lnTo>
                  <a:pt x="87544" y="400846"/>
                </a:lnTo>
                <a:lnTo>
                  <a:pt x="86819" y="406752"/>
                </a:lnTo>
                <a:lnTo>
                  <a:pt x="85834" y="413332"/>
                </a:lnTo>
                <a:lnTo>
                  <a:pt x="84591" y="420586"/>
                </a:lnTo>
                <a:lnTo>
                  <a:pt x="83451" y="427735"/>
                </a:lnTo>
                <a:lnTo>
                  <a:pt x="81534" y="434574"/>
                </a:lnTo>
                <a:lnTo>
                  <a:pt x="78840" y="441102"/>
                </a:lnTo>
                <a:lnTo>
                  <a:pt x="76249" y="447630"/>
                </a:lnTo>
                <a:lnTo>
                  <a:pt x="72312" y="453381"/>
                </a:lnTo>
                <a:lnTo>
                  <a:pt x="61847" y="463224"/>
                </a:lnTo>
                <a:lnTo>
                  <a:pt x="54801" y="465349"/>
                </a:lnTo>
                <a:close/>
              </a:path>
              <a:path w="335279" h="470534">
                <a:moveTo>
                  <a:pt x="79636" y="117917"/>
                </a:moveTo>
                <a:lnTo>
                  <a:pt x="71172" y="117917"/>
                </a:lnTo>
                <a:lnTo>
                  <a:pt x="71690" y="116570"/>
                </a:lnTo>
                <a:lnTo>
                  <a:pt x="72623" y="112736"/>
                </a:lnTo>
                <a:lnTo>
                  <a:pt x="93813" y="72636"/>
                </a:lnTo>
                <a:lnTo>
                  <a:pt x="119717" y="48804"/>
                </a:lnTo>
                <a:lnTo>
                  <a:pt x="119096" y="50047"/>
                </a:lnTo>
                <a:lnTo>
                  <a:pt x="118681" y="51135"/>
                </a:lnTo>
                <a:lnTo>
                  <a:pt x="118474" y="52068"/>
                </a:lnTo>
                <a:lnTo>
                  <a:pt x="118370" y="52897"/>
                </a:lnTo>
                <a:lnTo>
                  <a:pt x="118578" y="53570"/>
                </a:lnTo>
                <a:lnTo>
                  <a:pt x="119096" y="54088"/>
                </a:lnTo>
                <a:lnTo>
                  <a:pt x="119614" y="54503"/>
                </a:lnTo>
                <a:lnTo>
                  <a:pt x="119925" y="54710"/>
                </a:lnTo>
                <a:lnTo>
                  <a:pt x="120132" y="54710"/>
                </a:lnTo>
                <a:lnTo>
                  <a:pt x="119769" y="55021"/>
                </a:lnTo>
                <a:lnTo>
                  <a:pt x="118940" y="55642"/>
                </a:lnTo>
                <a:lnTo>
                  <a:pt x="111894" y="59994"/>
                </a:lnTo>
                <a:lnTo>
                  <a:pt x="105833" y="65797"/>
                </a:lnTo>
                <a:lnTo>
                  <a:pt x="84435" y="102322"/>
                </a:lnTo>
                <a:lnTo>
                  <a:pt x="79703" y="117658"/>
                </a:lnTo>
                <a:lnTo>
                  <a:pt x="79636" y="117917"/>
                </a:lnTo>
                <a:close/>
              </a:path>
              <a:path w="335279" h="470534">
                <a:moveTo>
                  <a:pt x="150428" y="122580"/>
                </a:moveTo>
                <a:lnTo>
                  <a:pt x="78402" y="122580"/>
                </a:lnTo>
                <a:lnTo>
                  <a:pt x="79636" y="117917"/>
                </a:lnTo>
                <a:lnTo>
                  <a:pt x="82000" y="108799"/>
                </a:lnTo>
                <a:lnTo>
                  <a:pt x="100755" y="73050"/>
                </a:lnTo>
                <a:lnTo>
                  <a:pt x="118940" y="55642"/>
                </a:lnTo>
                <a:lnTo>
                  <a:pt x="119769" y="55021"/>
                </a:lnTo>
                <a:lnTo>
                  <a:pt x="120132" y="54710"/>
                </a:lnTo>
                <a:lnTo>
                  <a:pt x="119925" y="54710"/>
                </a:lnTo>
                <a:lnTo>
                  <a:pt x="119614" y="54503"/>
                </a:lnTo>
                <a:lnTo>
                  <a:pt x="119096" y="54088"/>
                </a:lnTo>
                <a:lnTo>
                  <a:pt x="118578" y="53570"/>
                </a:lnTo>
                <a:lnTo>
                  <a:pt x="118474" y="52068"/>
                </a:lnTo>
                <a:lnTo>
                  <a:pt x="118681" y="51135"/>
                </a:lnTo>
                <a:lnTo>
                  <a:pt x="119096" y="50047"/>
                </a:lnTo>
                <a:lnTo>
                  <a:pt x="119717" y="48804"/>
                </a:lnTo>
                <a:lnTo>
                  <a:pt x="280742" y="48804"/>
                </a:lnTo>
                <a:lnTo>
                  <a:pt x="303471" y="91847"/>
                </a:lnTo>
                <a:lnTo>
                  <a:pt x="307594" y="102892"/>
                </a:lnTo>
                <a:lnTo>
                  <a:pt x="159662" y="102892"/>
                </a:lnTo>
                <a:lnTo>
                  <a:pt x="158626" y="106001"/>
                </a:lnTo>
                <a:lnTo>
                  <a:pt x="158522" y="106312"/>
                </a:lnTo>
                <a:lnTo>
                  <a:pt x="155828" y="112063"/>
                </a:lnTo>
                <a:lnTo>
                  <a:pt x="151743" y="119834"/>
                </a:lnTo>
                <a:lnTo>
                  <a:pt x="150428" y="122580"/>
                </a:lnTo>
                <a:close/>
              </a:path>
              <a:path w="335279" h="470534">
                <a:moveTo>
                  <a:pt x="334801" y="270909"/>
                </a:moveTo>
                <a:lnTo>
                  <a:pt x="223543" y="270909"/>
                </a:lnTo>
                <a:lnTo>
                  <a:pt x="224579" y="267179"/>
                </a:lnTo>
                <a:lnTo>
                  <a:pt x="222455" y="264640"/>
                </a:lnTo>
                <a:lnTo>
                  <a:pt x="210254" y="227545"/>
                </a:lnTo>
                <a:lnTo>
                  <a:pt x="203483" y="196353"/>
                </a:lnTo>
                <a:lnTo>
                  <a:pt x="200034" y="181888"/>
                </a:lnTo>
                <a:lnTo>
                  <a:pt x="188785" y="144809"/>
                </a:lnTo>
                <a:lnTo>
                  <a:pt x="167123" y="107555"/>
                </a:lnTo>
                <a:lnTo>
                  <a:pt x="160906" y="107555"/>
                </a:lnTo>
                <a:lnTo>
                  <a:pt x="159766" y="106001"/>
                </a:lnTo>
                <a:lnTo>
                  <a:pt x="159662" y="102892"/>
                </a:lnTo>
                <a:lnTo>
                  <a:pt x="307594" y="102892"/>
                </a:lnTo>
                <a:lnTo>
                  <a:pt x="320617" y="147296"/>
                </a:lnTo>
                <a:lnTo>
                  <a:pt x="328883" y="192535"/>
                </a:lnTo>
                <a:lnTo>
                  <a:pt x="332260" y="222970"/>
                </a:lnTo>
                <a:lnTo>
                  <a:pt x="332342" y="223815"/>
                </a:lnTo>
                <a:lnTo>
                  <a:pt x="333498" y="239629"/>
                </a:lnTo>
                <a:lnTo>
                  <a:pt x="334097" y="251170"/>
                </a:lnTo>
                <a:lnTo>
                  <a:pt x="334203" y="253200"/>
                </a:lnTo>
                <a:lnTo>
                  <a:pt x="334323" y="255522"/>
                </a:lnTo>
                <a:lnTo>
                  <a:pt x="334420" y="258630"/>
                </a:lnTo>
                <a:lnTo>
                  <a:pt x="334520" y="261842"/>
                </a:lnTo>
                <a:lnTo>
                  <a:pt x="334606" y="264640"/>
                </a:lnTo>
                <a:lnTo>
                  <a:pt x="334700" y="267645"/>
                </a:lnTo>
                <a:lnTo>
                  <a:pt x="334801" y="270909"/>
                </a:lnTo>
                <a:close/>
              </a:path>
              <a:path w="335279" h="470534">
                <a:moveTo>
                  <a:pt x="78402" y="122580"/>
                </a:moveTo>
                <a:lnTo>
                  <a:pt x="73814" y="122580"/>
                </a:lnTo>
                <a:lnTo>
                  <a:pt x="72467" y="122165"/>
                </a:lnTo>
                <a:lnTo>
                  <a:pt x="71224" y="121751"/>
                </a:lnTo>
                <a:lnTo>
                  <a:pt x="70690" y="120559"/>
                </a:lnTo>
                <a:lnTo>
                  <a:pt x="70546" y="120145"/>
                </a:lnTo>
                <a:lnTo>
                  <a:pt x="70447" y="117658"/>
                </a:lnTo>
                <a:lnTo>
                  <a:pt x="70916" y="117917"/>
                </a:lnTo>
                <a:lnTo>
                  <a:pt x="71172" y="117917"/>
                </a:lnTo>
                <a:lnTo>
                  <a:pt x="71794" y="119005"/>
                </a:lnTo>
                <a:lnTo>
                  <a:pt x="73555" y="119834"/>
                </a:lnTo>
                <a:lnTo>
                  <a:pt x="75421" y="120559"/>
                </a:lnTo>
                <a:lnTo>
                  <a:pt x="78946" y="120559"/>
                </a:lnTo>
                <a:lnTo>
                  <a:pt x="78625" y="121751"/>
                </a:lnTo>
                <a:lnTo>
                  <a:pt x="78513" y="122165"/>
                </a:lnTo>
                <a:lnTo>
                  <a:pt x="78402" y="122580"/>
                </a:lnTo>
                <a:close/>
              </a:path>
              <a:path w="335279" h="470534">
                <a:moveTo>
                  <a:pt x="78946" y="120559"/>
                </a:moveTo>
                <a:lnTo>
                  <a:pt x="75421" y="120559"/>
                </a:lnTo>
                <a:lnTo>
                  <a:pt x="74384" y="119834"/>
                </a:lnTo>
                <a:lnTo>
                  <a:pt x="70447" y="117658"/>
                </a:lnTo>
                <a:lnTo>
                  <a:pt x="71272" y="117658"/>
                </a:lnTo>
                <a:lnTo>
                  <a:pt x="71172" y="117917"/>
                </a:lnTo>
                <a:lnTo>
                  <a:pt x="79636" y="117917"/>
                </a:lnTo>
                <a:lnTo>
                  <a:pt x="79139" y="119834"/>
                </a:lnTo>
                <a:lnTo>
                  <a:pt x="79057" y="120145"/>
                </a:lnTo>
                <a:lnTo>
                  <a:pt x="78946" y="120559"/>
                </a:lnTo>
                <a:close/>
              </a:path>
              <a:path w="335279" h="470534">
                <a:moveTo>
                  <a:pt x="75421" y="120559"/>
                </a:moveTo>
                <a:lnTo>
                  <a:pt x="73555" y="119834"/>
                </a:lnTo>
                <a:lnTo>
                  <a:pt x="71794" y="119005"/>
                </a:lnTo>
                <a:lnTo>
                  <a:pt x="71172" y="117917"/>
                </a:lnTo>
                <a:lnTo>
                  <a:pt x="70916" y="117917"/>
                </a:lnTo>
                <a:lnTo>
                  <a:pt x="74384" y="119834"/>
                </a:lnTo>
                <a:lnTo>
                  <a:pt x="75421" y="120559"/>
                </a:lnTo>
                <a:close/>
              </a:path>
              <a:path w="335279" h="470534">
                <a:moveTo>
                  <a:pt x="223543" y="270909"/>
                </a:moveTo>
                <a:lnTo>
                  <a:pt x="221324" y="264640"/>
                </a:lnTo>
                <a:lnTo>
                  <a:pt x="221212" y="264323"/>
                </a:lnTo>
                <a:lnTo>
                  <a:pt x="222455" y="264640"/>
                </a:lnTo>
                <a:lnTo>
                  <a:pt x="224579" y="267179"/>
                </a:lnTo>
                <a:lnTo>
                  <a:pt x="223543" y="270909"/>
                </a:lnTo>
                <a:close/>
              </a:path>
              <a:path w="335279" h="470534">
                <a:moveTo>
                  <a:pt x="244215" y="387013"/>
                </a:moveTo>
                <a:lnTo>
                  <a:pt x="231936" y="366186"/>
                </a:lnTo>
                <a:lnTo>
                  <a:pt x="227273" y="318625"/>
                </a:lnTo>
                <a:lnTo>
                  <a:pt x="334382" y="318625"/>
                </a:lnTo>
                <a:lnTo>
                  <a:pt x="334311" y="320283"/>
                </a:lnTo>
                <a:lnTo>
                  <a:pt x="334241" y="321941"/>
                </a:lnTo>
                <a:lnTo>
                  <a:pt x="334170" y="323599"/>
                </a:lnTo>
                <a:lnTo>
                  <a:pt x="334051" y="326397"/>
                </a:lnTo>
                <a:lnTo>
                  <a:pt x="333662" y="333702"/>
                </a:lnTo>
                <a:lnTo>
                  <a:pt x="330127" y="376697"/>
                </a:lnTo>
                <a:lnTo>
                  <a:pt x="328690" y="386702"/>
                </a:lnTo>
                <a:lnTo>
                  <a:pt x="244215" y="386702"/>
                </a:lnTo>
                <a:lnTo>
                  <a:pt x="244215" y="387013"/>
                </a:lnTo>
                <a:close/>
              </a:path>
              <a:path w="335279" h="470534">
                <a:moveTo>
                  <a:pt x="282547" y="470002"/>
                </a:moveTo>
                <a:lnTo>
                  <a:pt x="275154" y="470002"/>
                </a:lnTo>
                <a:lnTo>
                  <a:pt x="268655" y="468729"/>
                </a:lnTo>
                <a:lnTo>
                  <a:pt x="241922" y="433904"/>
                </a:lnTo>
                <a:lnTo>
                  <a:pt x="235511" y="394163"/>
                </a:lnTo>
                <a:lnTo>
                  <a:pt x="244215" y="386702"/>
                </a:lnTo>
                <a:lnTo>
                  <a:pt x="244031" y="386702"/>
                </a:lnTo>
                <a:lnTo>
                  <a:pt x="244215" y="387013"/>
                </a:lnTo>
                <a:lnTo>
                  <a:pt x="328646" y="387013"/>
                </a:lnTo>
                <a:lnTo>
                  <a:pt x="328456" y="388334"/>
                </a:lnTo>
                <a:lnTo>
                  <a:pt x="319650" y="425870"/>
                </a:lnTo>
                <a:lnTo>
                  <a:pt x="294469" y="466540"/>
                </a:lnTo>
                <a:lnTo>
                  <a:pt x="288667" y="469390"/>
                </a:lnTo>
                <a:lnTo>
                  <a:pt x="282547" y="470002"/>
                </a:lnTo>
                <a:close/>
              </a:path>
              <a:path w="335279" h="470534">
                <a:moveTo>
                  <a:pt x="328646" y="387013"/>
                </a:moveTo>
                <a:lnTo>
                  <a:pt x="244215" y="387013"/>
                </a:lnTo>
                <a:lnTo>
                  <a:pt x="244215" y="386702"/>
                </a:lnTo>
                <a:lnTo>
                  <a:pt x="328690" y="386702"/>
                </a:lnTo>
                <a:lnTo>
                  <a:pt x="328646" y="38701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485027" y="468948"/>
            <a:ext cx="1026794" cy="476250"/>
            <a:chOff x="5485027" y="468948"/>
            <a:chExt cx="1026794" cy="476250"/>
          </a:xfrm>
        </p:grpSpPr>
        <p:sp>
          <p:nvSpPr>
            <p:cNvPr id="22" name="object 22"/>
            <p:cNvSpPr/>
            <p:nvPr/>
          </p:nvSpPr>
          <p:spPr>
            <a:xfrm>
              <a:off x="5485027" y="468948"/>
              <a:ext cx="342265" cy="476250"/>
            </a:xfrm>
            <a:custGeom>
              <a:avLst/>
              <a:gdLst/>
              <a:ahLst/>
              <a:cxnLst/>
              <a:rect l="l" t="t" r="r" b="b"/>
              <a:pathLst>
                <a:path w="342264" h="476250">
                  <a:moveTo>
                    <a:pt x="266229" y="20360"/>
                  </a:moveTo>
                  <a:lnTo>
                    <a:pt x="118114" y="20360"/>
                  </a:lnTo>
                  <a:lnTo>
                    <a:pt x="126002" y="16319"/>
                  </a:lnTo>
                  <a:lnTo>
                    <a:pt x="165393" y="3409"/>
                  </a:lnTo>
                  <a:lnTo>
                    <a:pt x="187561" y="310"/>
                  </a:lnTo>
                  <a:lnTo>
                    <a:pt x="188826" y="310"/>
                  </a:lnTo>
                  <a:lnTo>
                    <a:pt x="197538" y="0"/>
                  </a:lnTo>
                  <a:lnTo>
                    <a:pt x="203651" y="0"/>
                  </a:lnTo>
                  <a:lnTo>
                    <a:pt x="209765" y="310"/>
                  </a:lnTo>
                  <a:lnTo>
                    <a:pt x="215878" y="932"/>
                  </a:lnTo>
                  <a:lnTo>
                    <a:pt x="229449" y="3749"/>
                  </a:lnTo>
                  <a:lnTo>
                    <a:pt x="242495" y="8004"/>
                  </a:lnTo>
                  <a:lnTo>
                    <a:pt x="255017" y="13697"/>
                  </a:lnTo>
                  <a:lnTo>
                    <a:pt x="266229" y="20360"/>
                  </a:lnTo>
                  <a:close/>
                </a:path>
                <a:path w="342264" h="476250">
                  <a:moveTo>
                    <a:pt x="70813" y="475918"/>
                  </a:moveTo>
                  <a:lnTo>
                    <a:pt x="59104" y="475918"/>
                  </a:lnTo>
                  <a:lnTo>
                    <a:pt x="53509" y="473534"/>
                  </a:lnTo>
                  <a:lnTo>
                    <a:pt x="31036" y="442433"/>
                  </a:lnTo>
                  <a:lnTo>
                    <a:pt x="16543" y="397699"/>
                  </a:lnTo>
                  <a:lnTo>
                    <a:pt x="8538" y="356773"/>
                  </a:lnTo>
                  <a:lnTo>
                    <a:pt x="2477" y="303704"/>
                  </a:lnTo>
                  <a:lnTo>
                    <a:pt x="0" y="248800"/>
                  </a:lnTo>
                  <a:lnTo>
                    <a:pt x="39" y="213362"/>
                  </a:lnTo>
                  <a:lnTo>
                    <a:pt x="2545" y="156583"/>
                  </a:lnTo>
                  <a:lnTo>
                    <a:pt x="7402" y="109984"/>
                  </a:lnTo>
                  <a:lnTo>
                    <a:pt x="10593" y="88904"/>
                  </a:lnTo>
                  <a:lnTo>
                    <a:pt x="10675" y="88360"/>
                  </a:lnTo>
                  <a:lnTo>
                    <a:pt x="18797" y="48959"/>
                  </a:lnTo>
                  <a:lnTo>
                    <a:pt x="39157" y="16319"/>
                  </a:lnTo>
                  <a:lnTo>
                    <a:pt x="61904" y="4196"/>
                  </a:lnTo>
                  <a:lnTo>
                    <a:pt x="62197" y="4196"/>
                  </a:lnTo>
                  <a:lnTo>
                    <a:pt x="68015" y="3108"/>
                  </a:lnTo>
                  <a:lnTo>
                    <a:pt x="78481" y="3108"/>
                  </a:lnTo>
                  <a:lnTo>
                    <a:pt x="81578" y="3409"/>
                  </a:lnTo>
                  <a:lnTo>
                    <a:pt x="81894" y="3409"/>
                  </a:lnTo>
                  <a:lnTo>
                    <a:pt x="85941" y="4196"/>
                  </a:lnTo>
                  <a:lnTo>
                    <a:pt x="93816" y="5854"/>
                  </a:lnTo>
                  <a:lnTo>
                    <a:pt x="100862" y="8600"/>
                  </a:lnTo>
                  <a:lnTo>
                    <a:pt x="107079" y="12434"/>
                  </a:lnTo>
                  <a:lnTo>
                    <a:pt x="113400" y="16164"/>
                  </a:lnTo>
                  <a:lnTo>
                    <a:pt x="117078" y="18806"/>
                  </a:lnTo>
                  <a:lnTo>
                    <a:pt x="118114" y="20360"/>
                  </a:lnTo>
                  <a:lnTo>
                    <a:pt x="266229" y="20360"/>
                  </a:lnTo>
                  <a:lnTo>
                    <a:pt x="267014" y="20827"/>
                  </a:lnTo>
                  <a:lnTo>
                    <a:pt x="278408" y="29288"/>
                  </a:lnTo>
                  <a:lnTo>
                    <a:pt x="283757" y="34193"/>
                  </a:lnTo>
                  <a:lnTo>
                    <a:pt x="65891" y="34193"/>
                  </a:lnTo>
                  <a:lnTo>
                    <a:pt x="62886" y="34919"/>
                  </a:lnTo>
                  <a:lnTo>
                    <a:pt x="59415" y="36059"/>
                  </a:lnTo>
                  <a:lnTo>
                    <a:pt x="52032" y="38973"/>
                  </a:lnTo>
                  <a:lnTo>
                    <a:pt x="51718" y="38973"/>
                  </a:lnTo>
                  <a:lnTo>
                    <a:pt x="36744" y="88360"/>
                  </a:lnTo>
                  <a:lnTo>
                    <a:pt x="35573" y="96403"/>
                  </a:lnTo>
                  <a:lnTo>
                    <a:pt x="34611" y="103825"/>
                  </a:lnTo>
                  <a:lnTo>
                    <a:pt x="33786" y="111169"/>
                  </a:lnTo>
                  <a:lnTo>
                    <a:pt x="33096" y="118435"/>
                  </a:lnTo>
                  <a:lnTo>
                    <a:pt x="32632" y="122777"/>
                  </a:lnTo>
                  <a:lnTo>
                    <a:pt x="32585" y="123214"/>
                  </a:lnTo>
                  <a:lnTo>
                    <a:pt x="32459" y="124393"/>
                  </a:lnTo>
                  <a:lnTo>
                    <a:pt x="32348" y="125429"/>
                  </a:lnTo>
                  <a:lnTo>
                    <a:pt x="31153" y="132346"/>
                  </a:lnTo>
                  <a:lnTo>
                    <a:pt x="29540" y="138893"/>
                  </a:lnTo>
                  <a:lnTo>
                    <a:pt x="27500" y="145169"/>
                  </a:lnTo>
                  <a:lnTo>
                    <a:pt x="30920" y="146516"/>
                  </a:lnTo>
                  <a:lnTo>
                    <a:pt x="32733" y="147344"/>
                  </a:lnTo>
                  <a:lnTo>
                    <a:pt x="32940" y="147655"/>
                  </a:lnTo>
                  <a:lnTo>
                    <a:pt x="33173" y="147811"/>
                  </a:lnTo>
                  <a:lnTo>
                    <a:pt x="129305" y="147811"/>
                  </a:lnTo>
                  <a:lnTo>
                    <a:pt x="125471" y="153613"/>
                  </a:lnTo>
                  <a:lnTo>
                    <a:pt x="122466" y="159571"/>
                  </a:lnTo>
                  <a:lnTo>
                    <a:pt x="113996" y="222649"/>
                  </a:lnTo>
                  <a:lnTo>
                    <a:pt x="108740" y="272930"/>
                  </a:lnTo>
                  <a:lnTo>
                    <a:pt x="104331" y="321724"/>
                  </a:lnTo>
                  <a:lnTo>
                    <a:pt x="101795" y="356083"/>
                  </a:lnTo>
                  <a:lnTo>
                    <a:pt x="104178" y="358881"/>
                  </a:lnTo>
                  <a:lnTo>
                    <a:pt x="141170" y="377221"/>
                  </a:lnTo>
                  <a:lnTo>
                    <a:pt x="157852" y="379553"/>
                  </a:lnTo>
                  <a:lnTo>
                    <a:pt x="298233" y="379553"/>
                  </a:lnTo>
                  <a:lnTo>
                    <a:pt x="296700" y="382156"/>
                  </a:lnTo>
                  <a:lnTo>
                    <a:pt x="264566" y="422800"/>
                  </a:lnTo>
                  <a:lnTo>
                    <a:pt x="244274" y="439703"/>
                  </a:lnTo>
                  <a:lnTo>
                    <a:pt x="92003" y="439703"/>
                  </a:lnTo>
                  <a:lnTo>
                    <a:pt x="95965" y="443632"/>
                  </a:lnTo>
                  <a:lnTo>
                    <a:pt x="94800" y="448096"/>
                  </a:lnTo>
                  <a:lnTo>
                    <a:pt x="93661" y="452863"/>
                  </a:lnTo>
                  <a:lnTo>
                    <a:pt x="91847" y="457318"/>
                  </a:lnTo>
                  <a:lnTo>
                    <a:pt x="89360" y="461463"/>
                  </a:lnTo>
                  <a:lnTo>
                    <a:pt x="86977" y="465504"/>
                  </a:lnTo>
                  <a:lnTo>
                    <a:pt x="83765" y="468923"/>
                  </a:lnTo>
                  <a:lnTo>
                    <a:pt x="75683" y="474519"/>
                  </a:lnTo>
                  <a:lnTo>
                    <a:pt x="70813" y="475918"/>
                  </a:lnTo>
                  <a:close/>
                </a:path>
                <a:path w="342264" h="476250">
                  <a:moveTo>
                    <a:pt x="39315" y="147811"/>
                  </a:moveTo>
                  <a:lnTo>
                    <a:pt x="33173" y="147811"/>
                  </a:lnTo>
                  <a:lnTo>
                    <a:pt x="32940" y="147655"/>
                  </a:lnTo>
                  <a:lnTo>
                    <a:pt x="32733" y="147344"/>
                  </a:lnTo>
                  <a:lnTo>
                    <a:pt x="30920" y="146516"/>
                  </a:lnTo>
                  <a:lnTo>
                    <a:pt x="27500" y="145169"/>
                  </a:lnTo>
                  <a:lnTo>
                    <a:pt x="29540" y="138893"/>
                  </a:lnTo>
                  <a:lnTo>
                    <a:pt x="30942" y="133201"/>
                  </a:lnTo>
                  <a:lnTo>
                    <a:pt x="31019" y="132890"/>
                  </a:lnTo>
                  <a:lnTo>
                    <a:pt x="31096" y="132579"/>
                  </a:lnTo>
                  <a:lnTo>
                    <a:pt x="31153" y="132346"/>
                  </a:lnTo>
                  <a:lnTo>
                    <a:pt x="32348" y="125429"/>
                  </a:lnTo>
                  <a:lnTo>
                    <a:pt x="32834" y="120883"/>
                  </a:lnTo>
                  <a:lnTo>
                    <a:pt x="33696" y="112114"/>
                  </a:lnTo>
                  <a:lnTo>
                    <a:pt x="33786" y="111169"/>
                  </a:lnTo>
                  <a:lnTo>
                    <a:pt x="34541" y="104447"/>
                  </a:lnTo>
                  <a:lnTo>
                    <a:pt x="35573" y="96403"/>
                  </a:lnTo>
                  <a:lnTo>
                    <a:pt x="36671" y="88904"/>
                  </a:lnTo>
                  <a:lnTo>
                    <a:pt x="39194" y="70201"/>
                  </a:lnTo>
                  <a:lnTo>
                    <a:pt x="51718" y="38973"/>
                  </a:lnTo>
                  <a:lnTo>
                    <a:pt x="52032" y="38973"/>
                  </a:lnTo>
                  <a:lnTo>
                    <a:pt x="59415" y="36059"/>
                  </a:lnTo>
                  <a:lnTo>
                    <a:pt x="62886" y="34919"/>
                  </a:lnTo>
                  <a:lnTo>
                    <a:pt x="65891" y="34193"/>
                  </a:lnTo>
                  <a:lnTo>
                    <a:pt x="66513" y="37198"/>
                  </a:lnTo>
                  <a:lnTo>
                    <a:pt x="66956" y="38973"/>
                  </a:lnTo>
                  <a:lnTo>
                    <a:pt x="67290" y="39789"/>
                  </a:lnTo>
                  <a:lnTo>
                    <a:pt x="67601" y="40411"/>
                  </a:lnTo>
                  <a:lnTo>
                    <a:pt x="67847" y="42431"/>
                  </a:lnTo>
                  <a:lnTo>
                    <a:pt x="68067" y="46161"/>
                  </a:lnTo>
                  <a:lnTo>
                    <a:pt x="62679" y="46679"/>
                  </a:lnTo>
                  <a:lnTo>
                    <a:pt x="58327" y="48596"/>
                  </a:lnTo>
                  <a:lnTo>
                    <a:pt x="43354" y="83775"/>
                  </a:lnTo>
                  <a:lnTo>
                    <a:pt x="42235" y="96403"/>
                  </a:lnTo>
                  <a:lnTo>
                    <a:pt x="41547" y="103825"/>
                  </a:lnTo>
                  <a:lnTo>
                    <a:pt x="41074" y="108177"/>
                  </a:lnTo>
                  <a:lnTo>
                    <a:pt x="40908" y="109984"/>
                  </a:lnTo>
                  <a:lnTo>
                    <a:pt x="40799" y="111169"/>
                  </a:lnTo>
                  <a:lnTo>
                    <a:pt x="40712" y="112114"/>
                  </a:lnTo>
                  <a:lnTo>
                    <a:pt x="40232" y="118435"/>
                  </a:lnTo>
                  <a:lnTo>
                    <a:pt x="40132" y="119746"/>
                  </a:lnTo>
                  <a:lnTo>
                    <a:pt x="40060" y="120883"/>
                  </a:lnTo>
                  <a:lnTo>
                    <a:pt x="39942" y="123214"/>
                  </a:lnTo>
                  <a:lnTo>
                    <a:pt x="39857" y="125429"/>
                  </a:lnTo>
                  <a:lnTo>
                    <a:pt x="39770" y="128888"/>
                  </a:lnTo>
                  <a:lnTo>
                    <a:pt x="39658" y="133201"/>
                  </a:lnTo>
                  <a:lnTo>
                    <a:pt x="39558" y="136827"/>
                  </a:lnTo>
                  <a:lnTo>
                    <a:pt x="39468" y="139884"/>
                  </a:lnTo>
                  <a:lnTo>
                    <a:pt x="39344" y="145169"/>
                  </a:lnTo>
                  <a:lnTo>
                    <a:pt x="39315" y="147811"/>
                  </a:lnTo>
                  <a:close/>
                </a:path>
                <a:path w="342264" h="476250">
                  <a:moveTo>
                    <a:pt x="129305" y="147811"/>
                  </a:moveTo>
                  <a:lnTo>
                    <a:pt x="39315" y="147811"/>
                  </a:lnTo>
                  <a:lnTo>
                    <a:pt x="39344" y="145169"/>
                  </a:lnTo>
                  <a:lnTo>
                    <a:pt x="39468" y="139884"/>
                  </a:lnTo>
                  <a:lnTo>
                    <a:pt x="39558" y="136827"/>
                  </a:lnTo>
                  <a:lnTo>
                    <a:pt x="39658" y="133201"/>
                  </a:lnTo>
                  <a:lnTo>
                    <a:pt x="39770" y="128888"/>
                  </a:lnTo>
                  <a:lnTo>
                    <a:pt x="39857" y="125429"/>
                  </a:lnTo>
                  <a:lnTo>
                    <a:pt x="39942" y="123214"/>
                  </a:lnTo>
                  <a:lnTo>
                    <a:pt x="41489" y="104447"/>
                  </a:lnTo>
                  <a:lnTo>
                    <a:pt x="42110" y="97815"/>
                  </a:lnTo>
                  <a:lnTo>
                    <a:pt x="49208" y="59425"/>
                  </a:lnTo>
                  <a:lnTo>
                    <a:pt x="68067" y="46161"/>
                  </a:lnTo>
                  <a:lnTo>
                    <a:pt x="67877" y="42846"/>
                  </a:lnTo>
                  <a:lnTo>
                    <a:pt x="67847" y="42431"/>
                  </a:lnTo>
                  <a:lnTo>
                    <a:pt x="67601" y="40411"/>
                  </a:lnTo>
                  <a:lnTo>
                    <a:pt x="67290" y="39789"/>
                  </a:lnTo>
                  <a:lnTo>
                    <a:pt x="66956" y="38973"/>
                  </a:lnTo>
                  <a:lnTo>
                    <a:pt x="66513" y="37198"/>
                  </a:lnTo>
                  <a:lnTo>
                    <a:pt x="65891" y="34193"/>
                  </a:lnTo>
                  <a:lnTo>
                    <a:pt x="283757" y="34193"/>
                  </a:lnTo>
                  <a:lnTo>
                    <a:pt x="322676" y="90410"/>
                  </a:lnTo>
                  <a:lnTo>
                    <a:pt x="332195" y="119368"/>
                  </a:lnTo>
                  <a:lnTo>
                    <a:pt x="171219" y="119368"/>
                  </a:lnTo>
                  <a:lnTo>
                    <a:pt x="164898" y="120507"/>
                  </a:lnTo>
                  <a:lnTo>
                    <a:pt x="133243" y="141905"/>
                  </a:lnTo>
                  <a:lnTo>
                    <a:pt x="129409" y="147655"/>
                  </a:lnTo>
                  <a:lnTo>
                    <a:pt x="129305" y="147811"/>
                  </a:lnTo>
                  <a:close/>
                </a:path>
                <a:path w="342264" h="476250">
                  <a:moveTo>
                    <a:pt x="298233" y="379553"/>
                  </a:moveTo>
                  <a:lnTo>
                    <a:pt x="162722" y="379553"/>
                  </a:lnTo>
                  <a:lnTo>
                    <a:pt x="172203" y="378776"/>
                  </a:lnTo>
                  <a:lnTo>
                    <a:pt x="181062" y="376444"/>
                  </a:lnTo>
                  <a:lnTo>
                    <a:pt x="210555" y="352275"/>
                  </a:lnTo>
                  <a:lnTo>
                    <a:pt x="231032" y="309766"/>
                  </a:lnTo>
                  <a:lnTo>
                    <a:pt x="239727" y="269549"/>
                  </a:lnTo>
                  <a:lnTo>
                    <a:pt x="242301" y="213362"/>
                  </a:lnTo>
                  <a:lnTo>
                    <a:pt x="241481" y="202055"/>
                  </a:lnTo>
                  <a:lnTo>
                    <a:pt x="231732" y="159118"/>
                  </a:lnTo>
                  <a:lnTo>
                    <a:pt x="203910" y="125429"/>
                  </a:lnTo>
                  <a:lnTo>
                    <a:pt x="177954" y="119368"/>
                  </a:lnTo>
                  <a:lnTo>
                    <a:pt x="332195" y="119368"/>
                  </a:lnTo>
                  <a:lnTo>
                    <a:pt x="333459" y="123214"/>
                  </a:lnTo>
                  <a:lnTo>
                    <a:pt x="339929" y="160430"/>
                  </a:lnTo>
                  <a:lnTo>
                    <a:pt x="342005" y="200501"/>
                  </a:lnTo>
                  <a:lnTo>
                    <a:pt x="341981" y="218064"/>
                  </a:lnTo>
                  <a:lnTo>
                    <a:pt x="337157" y="267179"/>
                  </a:lnTo>
                  <a:lnTo>
                    <a:pt x="327009" y="312253"/>
                  </a:lnTo>
                  <a:lnTo>
                    <a:pt x="311621" y="354063"/>
                  </a:lnTo>
                  <a:lnTo>
                    <a:pt x="301985" y="373180"/>
                  </a:lnTo>
                  <a:lnTo>
                    <a:pt x="298233" y="379553"/>
                  </a:lnTo>
                  <a:close/>
                </a:path>
                <a:path w="342264" h="476250">
                  <a:moveTo>
                    <a:pt x="95965" y="443632"/>
                  </a:moveTo>
                  <a:lnTo>
                    <a:pt x="92003" y="439703"/>
                  </a:lnTo>
                  <a:lnTo>
                    <a:pt x="95111" y="440532"/>
                  </a:lnTo>
                  <a:lnTo>
                    <a:pt x="96044" y="443330"/>
                  </a:lnTo>
                  <a:lnTo>
                    <a:pt x="95965" y="443632"/>
                  </a:lnTo>
                  <a:close/>
                </a:path>
                <a:path w="342264" h="476250">
                  <a:moveTo>
                    <a:pt x="167074" y="466903"/>
                  </a:moveTo>
                  <a:lnTo>
                    <a:pt x="123710" y="459442"/>
                  </a:lnTo>
                  <a:lnTo>
                    <a:pt x="95965" y="443632"/>
                  </a:lnTo>
                  <a:lnTo>
                    <a:pt x="96044" y="443330"/>
                  </a:lnTo>
                  <a:lnTo>
                    <a:pt x="95111" y="440532"/>
                  </a:lnTo>
                  <a:lnTo>
                    <a:pt x="92003" y="439703"/>
                  </a:lnTo>
                  <a:lnTo>
                    <a:pt x="244274" y="439703"/>
                  </a:lnTo>
                  <a:lnTo>
                    <a:pt x="234063" y="446853"/>
                  </a:lnTo>
                  <a:lnTo>
                    <a:pt x="217753" y="455625"/>
                  </a:lnTo>
                  <a:lnTo>
                    <a:pt x="201151" y="461890"/>
                  </a:lnTo>
                  <a:lnTo>
                    <a:pt x="184258" y="465650"/>
                  </a:lnTo>
                  <a:lnTo>
                    <a:pt x="167074" y="46690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7292" y="471124"/>
              <a:ext cx="644306" cy="470623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6573963" y="470088"/>
            <a:ext cx="1016635" cy="472440"/>
            <a:chOff x="6573963" y="470088"/>
            <a:chExt cx="1016635" cy="472440"/>
          </a:xfrm>
        </p:grpSpPr>
        <p:sp>
          <p:nvSpPr>
            <p:cNvPr id="25" name="object 25"/>
            <p:cNvSpPr/>
            <p:nvPr/>
          </p:nvSpPr>
          <p:spPr>
            <a:xfrm>
              <a:off x="6573963" y="470088"/>
              <a:ext cx="349885" cy="472440"/>
            </a:xfrm>
            <a:custGeom>
              <a:avLst/>
              <a:gdLst/>
              <a:ahLst/>
              <a:cxnLst/>
              <a:rect l="l" t="t" r="r" b="b"/>
              <a:pathLst>
                <a:path w="349884" h="472440">
                  <a:moveTo>
                    <a:pt x="67636" y="472440"/>
                  </a:moveTo>
                  <a:lnTo>
                    <a:pt x="53544" y="472440"/>
                  </a:lnTo>
                  <a:lnTo>
                    <a:pt x="48260" y="469900"/>
                  </a:lnTo>
                  <a:lnTo>
                    <a:pt x="24777" y="431800"/>
                  </a:lnTo>
                  <a:lnTo>
                    <a:pt x="14869" y="393700"/>
                  </a:lnTo>
                  <a:lnTo>
                    <a:pt x="8049" y="353060"/>
                  </a:lnTo>
                  <a:lnTo>
                    <a:pt x="2512" y="299720"/>
                  </a:lnTo>
                  <a:lnTo>
                    <a:pt x="1439" y="283210"/>
                  </a:lnTo>
                  <a:lnTo>
                    <a:pt x="1356" y="281940"/>
                  </a:lnTo>
                  <a:lnTo>
                    <a:pt x="531" y="262890"/>
                  </a:lnTo>
                  <a:lnTo>
                    <a:pt x="106" y="247650"/>
                  </a:lnTo>
                  <a:lnTo>
                    <a:pt x="0" y="210820"/>
                  </a:lnTo>
                  <a:lnTo>
                    <a:pt x="181" y="201930"/>
                  </a:lnTo>
                  <a:lnTo>
                    <a:pt x="3229" y="144780"/>
                  </a:lnTo>
                  <a:lnTo>
                    <a:pt x="3321" y="143510"/>
                  </a:lnTo>
                  <a:lnTo>
                    <a:pt x="3412" y="142240"/>
                  </a:lnTo>
                  <a:lnTo>
                    <a:pt x="8321" y="96520"/>
                  </a:lnTo>
                  <a:lnTo>
                    <a:pt x="9817" y="85090"/>
                  </a:lnTo>
                  <a:lnTo>
                    <a:pt x="16812" y="45720"/>
                  </a:lnTo>
                  <a:lnTo>
                    <a:pt x="44270" y="6350"/>
                  </a:lnTo>
                  <a:lnTo>
                    <a:pt x="63802" y="0"/>
                  </a:lnTo>
                  <a:lnTo>
                    <a:pt x="70849" y="0"/>
                  </a:lnTo>
                  <a:lnTo>
                    <a:pt x="78205" y="1270"/>
                  </a:lnTo>
                  <a:lnTo>
                    <a:pt x="82143" y="2540"/>
                  </a:lnTo>
                  <a:lnTo>
                    <a:pt x="85096" y="2540"/>
                  </a:lnTo>
                  <a:lnTo>
                    <a:pt x="87065" y="3810"/>
                  </a:lnTo>
                  <a:lnTo>
                    <a:pt x="97818" y="7620"/>
                  </a:lnTo>
                  <a:lnTo>
                    <a:pt x="107542" y="13970"/>
                  </a:lnTo>
                  <a:lnTo>
                    <a:pt x="116236" y="22860"/>
                  </a:lnTo>
                  <a:lnTo>
                    <a:pt x="123901" y="35560"/>
                  </a:lnTo>
                  <a:lnTo>
                    <a:pt x="129227" y="46990"/>
                  </a:lnTo>
                  <a:lnTo>
                    <a:pt x="44011" y="46990"/>
                  </a:lnTo>
                  <a:lnTo>
                    <a:pt x="44011" y="52070"/>
                  </a:lnTo>
                  <a:lnTo>
                    <a:pt x="43338" y="57150"/>
                  </a:lnTo>
                  <a:lnTo>
                    <a:pt x="41991" y="63500"/>
                  </a:lnTo>
                  <a:lnTo>
                    <a:pt x="40747" y="68580"/>
                  </a:lnTo>
                  <a:lnTo>
                    <a:pt x="39608" y="73660"/>
                  </a:lnTo>
                  <a:lnTo>
                    <a:pt x="38572" y="80010"/>
                  </a:lnTo>
                  <a:lnTo>
                    <a:pt x="35877" y="93980"/>
                  </a:lnTo>
                  <a:lnTo>
                    <a:pt x="34997" y="99060"/>
                  </a:lnTo>
                  <a:lnTo>
                    <a:pt x="33131" y="110490"/>
                  </a:lnTo>
                  <a:lnTo>
                    <a:pt x="32199" y="115570"/>
                  </a:lnTo>
                  <a:lnTo>
                    <a:pt x="30334" y="128270"/>
                  </a:lnTo>
                  <a:lnTo>
                    <a:pt x="29557" y="133350"/>
                  </a:lnTo>
                  <a:lnTo>
                    <a:pt x="28935" y="138430"/>
                  </a:lnTo>
                  <a:lnTo>
                    <a:pt x="32872" y="139700"/>
                  </a:lnTo>
                  <a:lnTo>
                    <a:pt x="173132" y="139700"/>
                  </a:lnTo>
                  <a:lnTo>
                    <a:pt x="196796" y="189230"/>
                  </a:lnTo>
                  <a:lnTo>
                    <a:pt x="209231" y="215900"/>
                  </a:lnTo>
                  <a:lnTo>
                    <a:pt x="210482" y="218440"/>
                  </a:lnTo>
                  <a:lnTo>
                    <a:pt x="100898" y="218440"/>
                  </a:lnTo>
                  <a:lnTo>
                    <a:pt x="102917" y="225387"/>
                  </a:lnTo>
                  <a:lnTo>
                    <a:pt x="102970" y="227330"/>
                  </a:lnTo>
                  <a:lnTo>
                    <a:pt x="100441" y="255270"/>
                  </a:lnTo>
                  <a:lnTo>
                    <a:pt x="99382" y="266700"/>
                  </a:lnTo>
                  <a:lnTo>
                    <a:pt x="98447" y="278130"/>
                  </a:lnTo>
                  <a:lnTo>
                    <a:pt x="97323" y="290830"/>
                  </a:lnTo>
                  <a:lnTo>
                    <a:pt x="96440" y="302260"/>
                  </a:lnTo>
                  <a:lnTo>
                    <a:pt x="95419" y="314960"/>
                  </a:lnTo>
                  <a:lnTo>
                    <a:pt x="94555" y="326390"/>
                  </a:lnTo>
                  <a:lnTo>
                    <a:pt x="93091" y="349250"/>
                  </a:lnTo>
                  <a:lnTo>
                    <a:pt x="92349" y="361950"/>
                  </a:lnTo>
                  <a:lnTo>
                    <a:pt x="91261" y="386080"/>
                  </a:lnTo>
                  <a:lnTo>
                    <a:pt x="91054" y="387350"/>
                  </a:lnTo>
                  <a:lnTo>
                    <a:pt x="89667" y="427990"/>
                  </a:lnTo>
                  <a:lnTo>
                    <a:pt x="89603" y="429260"/>
                  </a:lnTo>
                  <a:lnTo>
                    <a:pt x="88567" y="436880"/>
                  </a:lnTo>
                  <a:lnTo>
                    <a:pt x="85251" y="450850"/>
                  </a:lnTo>
                  <a:lnTo>
                    <a:pt x="82298" y="457200"/>
                  </a:lnTo>
                  <a:lnTo>
                    <a:pt x="73905" y="469900"/>
                  </a:lnTo>
                  <a:lnTo>
                    <a:pt x="67636" y="472440"/>
                  </a:lnTo>
                  <a:close/>
                </a:path>
                <a:path w="349884" h="472440">
                  <a:moveTo>
                    <a:pt x="328689" y="297180"/>
                  </a:moveTo>
                  <a:lnTo>
                    <a:pt x="243114" y="297180"/>
                  </a:lnTo>
                  <a:lnTo>
                    <a:pt x="243900" y="293370"/>
                  </a:lnTo>
                  <a:lnTo>
                    <a:pt x="242686" y="287020"/>
                  </a:lnTo>
                  <a:lnTo>
                    <a:pt x="239471" y="278130"/>
                  </a:lnTo>
                  <a:lnTo>
                    <a:pt x="237318" y="273414"/>
                  </a:lnTo>
                  <a:lnTo>
                    <a:pt x="237207" y="271780"/>
                  </a:lnTo>
                  <a:lnTo>
                    <a:pt x="236837" y="262890"/>
                  </a:lnTo>
                  <a:lnTo>
                    <a:pt x="236731" y="260350"/>
                  </a:lnTo>
                  <a:lnTo>
                    <a:pt x="236391" y="247650"/>
                  </a:lnTo>
                  <a:lnTo>
                    <a:pt x="236289" y="241300"/>
                  </a:lnTo>
                  <a:lnTo>
                    <a:pt x="236187" y="210820"/>
                  </a:lnTo>
                  <a:lnTo>
                    <a:pt x="236330" y="201930"/>
                  </a:lnTo>
                  <a:lnTo>
                    <a:pt x="236429" y="196850"/>
                  </a:lnTo>
                  <a:lnTo>
                    <a:pt x="236656" y="189230"/>
                  </a:lnTo>
                  <a:lnTo>
                    <a:pt x="236731" y="186690"/>
                  </a:lnTo>
                  <a:lnTo>
                    <a:pt x="238946" y="144780"/>
                  </a:lnTo>
                  <a:lnTo>
                    <a:pt x="239030" y="143510"/>
                  </a:lnTo>
                  <a:lnTo>
                    <a:pt x="239113" y="142240"/>
                  </a:lnTo>
                  <a:lnTo>
                    <a:pt x="239197" y="140970"/>
                  </a:lnTo>
                  <a:lnTo>
                    <a:pt x="239281" y="139700"/>
                  </a:lnTo>
                  <a:lnTo>
                    <a:pt x="239364" y="138430"/>
                  </a:lnTo>
                  <a:lnTo>
                    <a:pt x="239999" y="130810"/>
                  </a:lnTo>
                  <a:lnTo>
                    <a:pt x="240104" y="129540"/>
                  </a:lnTo>
                  <a:lnTo>
                    <a:pt x="240210" y="128270"/>
                  </a:lnTo>
                  <a:lnTo>
                    <a:pt x="240316" y="127000"/>
                  </a:lnTo>
                  <a:lnTo>
                    <a:pt x="241375" y="116840"/>
                  </a:lnTo>
                  <a:lnTo>
                    <a:pt x="242531" y="105410"/>
                  </a:lnTo>
                  <a:lnTo>
                    <a:pt x="248281" y="63500"/>
                  </a:lnTo>
                  <a:lnTo>
                    <a:pt x="263785" y="19050"/>
                  </a:lnTo>
                  <a:lnTo>
                    <a:pt x="297099" y="0"/>
                  </a:lnTo>
                  <a:lnTo>
                    <a:pt x="303782" y="0"/>
                  </a:lnTo>
                  <a:lnTo>
                    <a:pt x="341033" y="22860"/>
                  </a:lnTo>
                  <a:lnTo>
                    <a:pt x="346808" y="36830"/>
                  </a:lnTo>
                  <a:lnTo>
                    <a:pt x="283214" y="36830"/>
                  </a:lnTo>
                  <a:lnTo>
                    <a:pt x="282177" y="43180"/>
                  </a:lnTo>
                  <a:lnTo>
                    <a:pt x="277929" y="67310"/>
                  </a:lnTo>
                  <a:lnTo>
                    <a:pt x="275442" y="82550"/>
                  </a:lnTo>
                  <a:lnTo>
                    <a:pt x="272975" y="99060"/>
                  </a:lnTo>
                  <a:lnTo>
                    <a:pt x="270644" y="114300"/>
                  </a:lnTo>
                  <a:lnTo>
                    <a:pt x="266117" y="143510"/>
                  </a:lnTo>
                  <a:lnTo>
                    <a:pt x="270054" y="144780"/>
                  </a:lnTo>
                  <a:lnTo>
                    <a:pt x="342180" y="144780"/>
                  </a:lnTo>
                  <a:lnTo>
                    <a:pt x="338526" y="181610"/>
                  </a:lnTo>
                  <a:lnTo>
                    <a:pt x="337147" y="196850"/>
                  </a:lnTo>
                  <a:lnTo>
                    <a:pt x="335768" y="210820"/>
                  </a:lnTo>
                  <a:lnTo>
                    <a:pt x="334486" y="225387"/>
                  </a:lnTo>
                  <a:lnTo>
                    <a:pt x="332810" y="245110"/>
                  </a:lnTo>
                  <a:lnTo>
                    <a:pt x="331968" y="255270"/>
                  </a:lnTo>
                  <a:lnTo>
                    <a:pt x="329453" y="287020"/>
                  </a:lnTo>
                  <a:lnTo>
                    <a:pt x="328785" y="295910"/>
                  </a:lnTo>
                  <a:lnTo>
                    <a:pt x="328689" y="297180"/>
                  </a:lnTo>
                  <a:close/>
                </a:path>
                <a:path w="349884" h="472440">
                  <a:moveTo>
                    <a:pt x="278240" y="144780"/>
                  </a:moveTo>
                  <a:lnTo>
                    <a:pt x="270054" y="144780"/>
                  </a:lnTo>
                  <a:lnTo>
                    <a:pt x="266117" y="143510"/>
                  </a:lnTo>
                  <a:lnTo>
                    <a:pt x="270644" y="114300"/>
                  </a:lnTo>
                  <a:lnTo>
                    <a:pt x="272975" y="99060"/>
                  </a:lnTo>
                  <a:lnTo>
                    <a:pt x="275442" y="82550"/>
                  </a:lnTo>
                  <a:lnTo>
                    <a:pt x="277929" y="67310"/>
                  </a:lnTo>
                  <a:lnTo>
                    <a:pt x="282177" y="43180"/>
                  </a:lnTo>
                  <a:lnTo>
                    <a:pt x="283214" y="36830"/>
                  </a:lnTo>
                  <a:lnTo>
                    <a:pt x="287048" y="38100"/>
                  </a:lnTo>
                  <a:lnTo>
                    <a:pt x="289068" y="38100"/>
                  </a:lnTo>
                  <a:lnTo>
                    <a:pt x="294715" y="41910"/>
                  </a:lnTo>
                  <a:lnTo>
                    <a:pt x="292436" y="45720"/>
                  </a:lnTo>
                  <a:lnTo>
                    <a:pt x="290156" y="53340"/>
                  </a:lnTo>
                  <a:lnTo>
                    <a:pt x="287877" y="62230"/>
                  </a:lnTo>
                  <a:lnTo>
                    <a:pt x="286215" y="69850"/>
                  </a:lnTo>
                  <a:lnTo>
                    <a:pt x="284651" y="76200"/>
                  </a:lnTo>
                  <a:lnTo>
                    <a:pt x="278959" y="114300"/>
                  </a:lnTo>
                  <a:lnTo>
                    <a:pt x="278040" y="127000"/>
                  </a:lnTo>
                  <a:lnTo>
                    <a:pt x="278136" y="143510"/>
                  </a:lnTo>
                  <a:lnTo>
                    <a:pt x="278240" y="144780"/>
                  </a:lnTo>
                  <a:close/>
                </a:path>
                <a:path w="349884" h="472440">
                  <a:moveTo>
                    <a:pt x="342180" y="144780"/>
                  </a:moveTo>
                  <a:lnTo>
                    <a:pt x="278240" y="144780"/>
                  </a:lnTo>
                  <a:lnTo>
                    <a:pt x="278136" y="143510"/>
                  </a:lnTo>
                  <a:lnTo>
                    <a:pt x="278040" y="127000"/>
                  </a:lnTo>
                  <a:lnTo>
                    <a:pt x="278396" y="121920"/>
                  </a:lnTo>
                  <a:lnTo>
                    <a:pt x="278490" y="120650"/>
                  </a:lnTo>
                  <a:lnTo>
                    <a:pt x="278583" y="119380"/>
                  </a:lnTo>
                  <a:lnTo>
                    <a:pt x="278677" y="118110"/>
                  </a:lnTo>
                  <a:lnTo>
                    <a:pt x="278771" y="116840"/>
                  </a:lnTo>
                  <a:lnTo>
                    <a:pt x="278865" y="115570"/>
                  </a:lnTo>
                  <a:lnTo>
                    <a:pt x="278959" y="114300"/>
                  </a:lnTo>
                  <a:lnTo>
                    <a:pt x="284651" y="76200"/>
                  </a:lnTo>
                  <a:lnTo>
                    <a:pt x="286215" y="69850"/>
                  </a:lnTo>
                  <a:lnTo>
                    <a:pt x="287877" y="62230"/>
                  </a:lnTo>
                  <a:lnTo>
                    <a:pt x="290156" y="53340"/>
                  </a:lnTo>
                  <a:lnTo>
                    <a:pt x="292436" y="45720"/>
                  </a:lnTo>
                  <a:lnTo>
                    <a:pt x="294715" y="41910"/>
                  </a:lnTo>
                  <a:lnTo>
                    <a:pt x="289068" y="38100"/>
                  </a:lnTo>
                  <a:lnTo>
                    <a:pt x="287048" y="38100"/>
                  </a:lnTo>
                  <a:lnTo>
                    <a:pt x="283214" y="36830"/>
                  </a:lnTo>
                  <a:lnTo>
                    <a:pt x="346808" y="36830"/>
                  </a:lnTo>
                  <a:lnTo>
                    <a:pt x="348221" y="41910"/>
                  </a:lnTo>
                  <a:lnTo>
                    <a:pt x="349513" y="53340"/>
                  </a:lnTo>
                  <a:lnTo>
                    <a:pt x="349440" y="57150"/>
                  </a:lnTo>
                  <a:lnTo>
                    <a:pt x="349319" y="63500"/>
                  </a:lnTo>
                  <a:lnTo>
                    <a:pt x="349270" y="66040"/>
                  </a:lnTo>
                  <a:lnTo>
                    <a:pt x="348404" y="78740"/>
                  </a:lnTo>
                  <a:lnTo>
                    <a:pt x="348317" y="80010"/>
                  </a:lnTo>
                  <a:lnTo>
                    <a:pt x="348230" y="81280"/>
                  </a:lnTo>
                  <a:lnTo>
                    <a:pt x="348144" y="82550"/>
                  </a:lnTo>
                  <a:lnTo>
                    <a:pt x="347434" y="90170"/>
                  </a:lnTo>
                  <a:lnTo>
                    <a:pt x="346930" y="96520"/>
                  </a:lnTo>
                  <a:lnTo>
                    <a:pt x="346830" y="97790"/>
                  </a:lnTo>
                  <a:lnTo>
                    <a:pt x="346729" y="99060"/>
                  </a:lnTo>
                  <a:lnTo>
                    <a:pt x="346628" y="100330"/>
                  </a:lnTo>
                  <a:lnTo>
                    <a:pt x="345725" y="109220"/>
                  </a:lnTo>
                  <a:lnTo>
                    <a:pt x="345280" y="114300"/>
                  </a:lnTo>
                  <a:lnTo>
                    <a:pt x="345169" y="115570"/>
                  </a:lnTo>
                  <a:lnTo>
                    <a:pt x="345058" y="116840"/>
                  </a:lnTo>
                  <a:lnTo>
                    <a:pt x="344946" y="118110"/>
                  </a:lnTo>
                  <a:lnTo>
                    <a:pt x="344835" y="119380"/>
                  </a:lnTo>
                  <a:lnTo>
                    <a:pt x="344724" y="120650"/>
                  </a:lnTo>
                  <a:lnTo>
                    <a:pt x="343626" y="130810"/>
                  </a:lnTo>
                  <a:lnTo>
                    <a:pt x="342432" y="142240"/>
                  </a:lnTo>
                  <a:lnTo>
                    <a:pt x="342306" y="143510"/>
                  </a:lnTo>
                  <a:lnTo>
                    <a:pt x="342180" y="144780"/>
                  </a:lnTo>
                  <a:close/>
                </a:path>
                <a:path w="349884" h="472440">
                  <a:moveTo>
                    <a:pt x="41214" y="139700"/>
                  </a:moveTo>
                  <a:lnTo>
                    <a:pt x="32872" y="139700"/>
                  </a:lnTo>
                  <a:lnTo>
                    <a:pt x="28935" y="138430"/>
                  </a:lnTo>
                  <a:lnTo>
                    <a:pt x="29557" y="133350"/>
                  </a:lnTo>
                  <a:lnTo>
                    <a:pt x="30334" y="128270"/>
                  </a:lnTo>
                  <a:lnTo>
                    <a:pt x="32199" y="115570"/>
                  </a:lnTo>
                  <a:lnTo>
                    <a:pt x="33131" y="110490"/>
                  </a:lnTo>
                  <a:lnTo>
                    <a:pt x="34997" y="99060"/>
                  </a:lnTo>
                  <a:lnTo>
                    <a:pt x="35877" y="93980"/>
                  </a:lnTo>
                  <a:lnTo>
                    <a:pt x="38572" y="80010"/>
                  </a:lnTo>
                  <a:lnTo>
                    <a:pt x="39608" y="73660"/>
                  </a:lnTo>
                  <a:lnTo>
                    <a:pt x="40747" y="68580"/>
                  </a:lnTo>
                  <a:lnTo>
                    <a:pt x="41991" y="63500"/>
                  </a:lnTo>
                  <a:lnTo>
                    <a:pt x="43338" y="57150"/>
                  </a:lnTo>
                  <a:lnTo>
                    <a:pt x="44011" y="52070"/>
                  </a:lnTo>
                  <a:lnTo>
                    <a:pt x="44011" y="46990"/>
                  </a:lnTo>
                  <a:lnTo>
                    <a:pt x="52612" y="46990"/>
                  </a:lnTo>
                  <a:lnTo>
                    <a:pt x="56446" y="48260"/>
                  </a:lnTo>
                  <a:lnTo>
                    <a:pt x="55824" y="52070"/>
                  </a:lnTo>
                  <a:lnTo>
                    <a:pt x="54321" y="57150"/>
                  </a:lnTo>
                  <a:lnTo>
                    <a:pt x="51938" y="63500"/>
                  </a:lnTo>
                  <a:lnTo>
                    <a:pt x="49659" y="68580"/>
                  </a:lnTo>
                  <a:lnTo>
                    <a:pt x="47742" y="74930"/>
                  </a:lnTo>
                  <a:lnTo>
                    <a:pt x="46187" y="81280"/>
                  </a:lnTo>
                  <a:lnTo>
                    <a:pt x="44840" y="87630"/>
                  </a:lnTo>
                  <a:lnTo>
                    <a:pt x="43701" y="92710"/>
                  </a:lnTo>
                  <a:lnTo>
                    <a:pt x="42768" y="97790"/>
                  </a:lnTo>
                  <a:lnTo>
                    <a:pt x="41939" y="101600"/>
                  </a:lnTo>
                  <a:lnTo>
                    <a:pt x="41369" y="106680"/>
                  </a:lnTo>
                  <a:lnTo>
                    <a:pt x="40747" y="114300"/>
                  </a:lnTo>
                  <a:lnTo>
                    <a:pt x="40799" y="133350"/>
                  </a:lnTo>
                  <a:lnTo>
                    <a:pt x="41131" y="138430"/>
                  </a:lnTo>
                  <a:lnTo>
                    <a:pt x="41214" y="139700"/>
                  </a:lnTo>
                  <a:close/>
                </a:path>
                <a:path w="349884" h="472440">
                  <a:moveTo>
                    <a:pt x="173132" y="139700"/>
                  </a:moveTo>
                  <a:lnTo>
                    <a:pt x="41214" y="139700"/>
                  </a:lnTo>
                  <a:lnTo>
                    <a:pt x="40799" y="133350"/>
                  </a:lnTo>
                  <a:lnTo>
                    <a:pt x="40747" y="114300"/>
                  </a:lnTo>
                  <a:lnTo>
                    <a:pt x="41369" y="106680"/>
                  </a:lnTo>
                  <a:lnTo>
                    <a:pt x="41939" y="101600"/>
                  </a:lnTo>
                  <a:lnTo>
                    <a:pt x="42768" y="97790"/>
                  </a:lnTo>
                  <a:lnTo>
                    <a:pt x="43701" y="92710"/>
                  </a:lnTo>
                  <a:lnTo>
                    <a:pt x="44840" y="87630"/>
                  </a:lnTo>
                  <a:lnTo>
                    <a:pt x="46187" y="81280"/>
                  </a:lnTo>
                  <a:lnTo>
                    <a:pt x="47742" y="74930"/>
                  </a:lnTo>
                  <a:lnTo>
                    <a:pt x="49659" y="68580"/>
                  </a:lnTo>
                  <a:lnTo>
                    <a:pt x="51938" y="63500"/>
                  </a:lnTo>
                  <a:lnTo>
                    <a:pt x="54321" y="57150"/>
                  </a:lnTo>
                  <a:lnTo>
                    <a:pt x="55824" y="52070"/>
                  </a:lnTo>
                  <a:lnTo>
                    <a:pt x="56446" y="48260"/>
                  </a:lnTo>
                  <a:lnTo>
                    <a:pt x="52612" y="46990"/>
                  </a:lnTo>
                  <a:lnTo>
                    <a:pt x="129227" y="46990"/>
                  </a:lnTo>
                  <a:lnTo>
                    <a:pt x="139288" y="68580"/>
                  </a:lnTo>
                  <a:lnTo>
                    <a:pt x="144524" y="78740"/>
                  </a:lnTo>
                  <a:lnTo>
                    <a:pt x="150129" y="90170"/>
                  </a:lnTo>
                  <a:lnTo>
                    <a:pt x="156103" y="104140"/>
                  </a:lnTo>
                  <a:lnTo>
                    <a:pt x="162447" y="116840"/>
                  </a:lnTo>
                  <a:lnTo>
                    <a:pt x="173132" y="139700"/>
                  </a:lnTo>
                  <a:close/>
                </a:path>
                <a:path w="349884" h="472440">
                  <a:moveTo>
                    <a:pt x="102917" y="225387"/>
                  </a:moveTo>
                  <a:lnTo>
                    <a:pt x="100898" y="218440"/>
                  </a:lnTo>
                  <a:lnTo>
                    <a:pt x="102763" y="219710"/>
                  </a:lnTo>
                  <a:lnTo>
                    <a:pt x="102917" y="225387"/>
                  </a:lnTo>
                  <a:close/>
                </a:path>
                <a:path w="349884" h="472440">
                  <a:moveTo>
                    <a:pt x="299948" y="464820"/>
                  </a:moveTo>
                  <a:lnTo>
                    <a:pt x="294508" y="464820"/>
                  </a:lnTo>
                  <a:lnTo>
                    <a:pt x="281867" y="462280"/>
                  </a:lnTo>
                  <a:lnTo>
                    <a:pt x="275235" y="459740"/>
                  </a:lnTo>
                  <a:lnTo>
                    <a:pt x="268293" y="455930"/>
                  </a:lnTo>
                  <a:lnTo>
                    <a:pt x="262950" y="452120"/>
                  </a:lnTo>
                  <a:lnTo>
                    <a:pt x="257335" y="448310"/>
                  </a:lnTo>
                  <a:lnTo>
                    <a:pt x="251448" y="443230"/>
                  </a:lnTo>
                  <a:lnTo>
                    <a:pt x="245290" y="438150"/>
                  </a:lnTo>
                  <a:lnTo>
                    <a:pt x="238937" y="433070"/>
                  </a:lnTo>
                  <a:lnTo>
                    <a:pt x="232312" y="425450"/>
                  </a:lnTo>
                  <a:lnTo>
                    <a:pt x="225414" y="417830"/>
                  </a:lnTo>
                  <a:lnTo>
                    <a:pt x="211105" y="402590"/>
                  </a:lnTo>
                  <a:lnTo>
                    <a:pt x="203674" y="392430"/>
                  </a:lnTo>
                  <a:lnTo>
                    <a:pt x="195951" y="382270"/>
                  </a:lnTo>
                  <a:lnTo>
                    <a:pt x="187937" y="370840"/>
                  </a:lnTo>
                  <a:lnTo>
                    <a:pt x="179796" y="359410"/>
                  </a:lnTo>
                  <a:lnTo>
                    <a:pt x="171539" y="346710"/>
                  </a:lnTo>
                  <a:lnTo>
                    <a:pt x="163166" y="334010"/>
                  </a:lnTo>
                  <a:lnTo>
                    <a:pt x="154675" y="320040"/>
                  </a:lnTo>
                  <a:lnTo>
                    <a:pt x="120481" y="260350"/>
                  </a:lnTo>
                  <a:lnTo>
                    <a:pt x="103113" y="226060"/>
                  </a:lnTo>
                  <a:lnTo>
                    <a:pt x="102763" y="219710"/>
                  </a:lnTo>
                  <a:lnTo>
                    <a:pt x="100898" y="218440"/>
                  </a:lnTo>
                  <a:lnTo>
                    <a:pt x="210482" y="218440"/>
                  </a:lnTo>
                  <a:lnTo>
                    <a:pt x="234254" y="266700"/>
                  </a:lnTo>
                  <a:lnTo>
                    <a:pt x="237318" y="273414"/>
                  </a:lnTo>
                  <a:lnTo>
                    <a:pt x="237898" y="281940"/>
                  </a:lnTo>
                  <a:lnTo>
                    <a:pt x="237985" y="283210"/>
                  </a:lnTo>
                  <a:lnTo>
                    <a:pt x="239228" y="290830"/>
                  </a:lnTo>
                  <a:lnTo>
                    <a:pt x="240938" y="295910"/>
                  </a:lnTo>
                  <a:lnTo>
                    <a:pt x="243114" y="297180"/>
                  </a:lnTo>
                  <a:lnTo>
                    <a:pt x="328689" y="297180"/>
                  </a:lnTo>
                  <a:lnTo>
                    <a:pt x="327200" y="317500"/>
                  </a:lnTo>
                  <a:lnTo>
                    <a:pt x="326170" y="334010"/>
                  </a:lnTo>
                  <a:lnTo>
                    <a:pt x="325257" y="349250"/>
                  </a:lnTo>
                  <a:lnTo>
                    <a:pt x="324460" y="364490"/>
                  </a:lnTo>
                  <a:lnTo>
                    <a:pt x="323780" y="378460"/>
                  </a:lnTo>
                  <a:lnTo>
                    <a:pt x="323573" y="381000"/>
                  </a:lnTo>
                  <a:lnTo>
                    <a:pt x="323470" y="391160"/>
                  </a:lnTo>
                  <a:lnTo>
                    <a:pt x="322692" y="410210"/>
                  </a:lnTo>
                  <a:lnTo>
                    <a:pt x="322640" y="411480"/>
                  </a:lnTo>
                  <a:lnTo>
                    <a:pt x="322226" y="416560"/>
                  </a:lnTo>
                  <a:lnTo>
                    <a:pt x="321604" y="421640"/>
                  </a:lnTo>
                  <a:lnTo>
                    <a:pt x="321086" y="427990"/>
                  </a:lnTo>
                  <a:lnTo>
                    <a:pt x="313988" y="450850"/>
                  </a:lnTo>
                  <a:lnTo>
                    <a:pt x="311916" y="454660"/>
                  </a:lnTo>
                  <a:lnTo>
                    <a:pt x="308756" y="458470"/>
                  </a:lnTo>
                  <a:lnTo>
                    <a:pt x="304507" y="461010"/>
                  </a:lnTo>
                  <a:lnTo>
                    <a:pt x="299948" y="464820"/>
                  </a:lnTo>
                  <a:close/>
                </a:path>
                <a:path w="349884" h="472440">
                  <a:moveTo>
                    <a:pt x="243114" y="297180"/>
                  </a:moveTo>
                  <a:lnTo>
                    <a:pt x="240938" y="295910"/>
                  </a:lnTo>
                  <a:lnTo>
                    <a:pt x="239228" y="290830"/>
                  </a:lnTo>
                  <a:lnTo>
                    <a:pt x="237985" y="283210"/>
                  </a:lnTo>
                  <a:lnTo>
                    <a:pt x="237318" y="273414"/>
                  </a:lnTo>
                  <a:lnTo>
                    <a:pt x="239471" y="278130"/>
                  </a:lnTo>
                  <a:lnTo>
                    <a:pt x="242686" y="287020"/>
                  </a:lnTo>
                  <a:lnTo>
                    <a:pt x="243900" y="293370"/>
                  </a:lnTo>
                  <a:lnTo>
                    <a:pt x="243114" y="29718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5874" y="471746"/>
              <a:ext cx="634225" cy="470002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7653013" y="472367"/>
            <a:ext cx="339725" cy="467359"/>
          </a:xfrm>
          <a:custGeom>
            <a:avLst/>
            <a:gdLst/>
            <a:ahLst/>
            <a:cxnLst/>
            <a:rect l="l" t="t" r="r" b="b"/>
            <a:pathLst>
              <a:path w="339725" h="467359">
                <a:moveTo>
                  <a:pt x="175071" y="467360"/>
                </a:moveTo>
                <a:lnTo>
                  <a:pt x="146841" y="467360"/>
                </a:lnTo>
                <a:lnTo>
                  <a:pt x="115600" y="459740"/>
                </a:lnTo>
                <a:lnTo>
                  <a:pt x="72489" y="438150"/>
                </a:lnTo>
                <a:lnTo>
                  <a:pt x="37527" y="400050"/>
                </a:lnTo>
                <a:lnTo>
                  <a:pt x="19886" y="365760"/>
                </a:lnTo>
                <a:lnTo>
                  <a:pt x="7200" y="323850"/>
                </a:lnTo>
                <a:lnTo>
                  <a:pt x="750" y="274320"/>
                </a:lnTo>
                <a:lnTo>
                  <a:pt x="0" y="234950"/>
                </a:lnTo>
                <a:lnTo>
                  <a:pt x="730" y="218440"/>
                </a:lnTo>
                <a:lnTo>
                  <a:pt x="8802" y="167640"/>
                </a:lnTo>
                <a:lnTo>
                  <a:pt x="24306" y="123190"/>
                </a:lnTo>
                <a:lnTo>
                  <a:pt x="46105" y="85090"/>
                </a:lnTo>
                <a:lnTo>
                  <a:pt x="73509" y="53340"/>
                </a:lnTo>
                <a:lnTo>
                  <a:pt x="105012" y="27940"/>
                </a:lnTo>
                <a:lnTo>
                  <a:pt x="151485" y="6350"/>
                </a:lnTo>
                <a:lnTo>
                  <a:pt x="188379" y="0"/>
                </a:lnTo>
                <a:lnTo>
                  <a:pt x="215900" y="0"/>
                </a:lnTo>
                <a:lnTo>
                  <a:pt x="254222" y="10160"/>
                </a:lnTo>
                <a:lnTo>
                  <a:pt x="290903" y="33020"/>
                </a:lnTo>
                <a:lnTo>
                  <a:pt x="296472" y="39370"/>
                </a:lnTo>
                <a:lnTo>
                  <a:pt x="130191" y="39370"/>
                </a:lnTo>
                <a:lnTo>
                  <a:pt x="103176" y="63500"/>
                </a:lnTo>
                <a:lnTo>
                  <a:pt x="101340" y="64770"/>
                </a:lnTo>
                <a:lnTo>
                  <a:pt x="96235" y="69696"/>
                </a:lnTo>
                <a:lnTo>
                  <a:pt x="91801" y="73660"/>
                </a:lnTo>
                <a:lnTo>
                  <a:pt x="86001" y="80010"/>
                </a:lnTo>
                <a:lnTo>
                  <a:pt x="85120" y="83647"/>
                </a:lnTo>
                <a:lnTo>
                  <a:pt x="84262" y="83820"/>
                </a:lnTo>
                <a:lnTo>
                  <a:pt x="59472" y="111760"/>
                </a:lnTo>
                <a:lnTo>
                  <a:pt x="62684" y="114300"/>
                </a:lnTo>
                <a:lnTo>
                  <a:pt x="64497" y="115570"/>
                </a:lnTo>
                <a:lnTo>
                  <a:pt x="67243" y="115570"/>
                </a:lnTo>
                <a:lnTo>
                  <a:pt x="70663" y="118110"/>
                </a:lnTo>
                <a:lnTo>
                  <a:pt x="311674" y="118110"/>
                </a:lnTo>
                <a:lnTo>
                  <a:pt x="310501" y="119380"/>
                </a:lnTo>
                <a:lnTo>
                  <a:pt x="200308" y="119380"/>
                </a:lnTo>
                <a:lnTo>
                  <a:pt x="186475" y="121920"/>
                </a:lnTo>
                <a:lnTo>
                  <a:pt x="152718" y="146050"/>
                </a:lnTo>
                <a:lnTo>
                  <a:pt x="130016" y="184150"/>
                </a:lnTo>
                <a:lnTo>
                  <a:pt x="127238" y="190500"/>
                </a:lnTo>
                <a:lnTo>
                  <a:pt x="124839" y="198120"/>
                </a:lnTo>
                <a:lnTo>
                  <a:pt x="122769" y="204470"/>
                </a:lnTo>
                <a:lnTo>
                  <a:pt x="121031" y="212090"/>
                </a:lnTo>
                <a:lnTo>
                  <a:pt x="119622" y="218440"/>
                </a:lnTo>
                <a:lnTo>
                  <a:pt x="117964" y="227330"/>
                </a:lnTo>
                <a:lnTo>
                  <a:pt x="117135" y="234950"/>
                </a:lnTo>
                <a:lnTo>
                  <a:pt x="117169" y="254000"/>
                </a:lnTo>
                <a:lnTo>
                  <a:pt x="117286" y="262890"/>
                </a:lnTo>
                <a:lnTo>
                  <a:pt x="117375" y="266700"/>
                </a:lnTo>
                <a:lnTo>
                  <a:pt x="117707" y="274320"/>
                </a:lnTo>
                <a:lnTo>
                  <a:pt x="117818" y="276860"/>
                </a:lnTo>
                <a:lnTo>
                  <a:pt x="117874" y="278130"/>
                </a:lnTo>
                <a:lnTo>
                  <a:pt x="117966" y="279400"/>
                </a:lnTo>
                <a:lnTo>
                  <a:pt x="118058" y="280670"/>
                </a:lnTo>
                <a:lnTo>
                  <a:pt x="118150" y="281940"/>
                </a:lnTo>
                <a:lnTo>
                  <a:pt x="118243" y="283210"/>
                </a:lnTo>
                <a:lnTo>
                  <a:pt x="118335" y="284480"/>
                </a:lnTo>
                <a:lnTo>
                  <a:pt x="118427" y="285750"/>
                </a:lnTo>
                <a:lnTo>
                  <a:pt x="118520" y="287020"/>
                </a:lnTo>
                <a:lnTo>
                  <a:pt x="118612" y="288290"/>
                </a:lnTo>
                <a:lnTo>
                  <a:pt x="118704" y="289560"/>
                </a:lnTo>
                <a:lnTo>
                  <a:pt x="127316" y="334010"/>
                </a:lnTo>
                <a:lnTo>
                  <a:pt x="152106" y="369570"/>
                </a:lnTo>
                <a:lnTo>
                  <a:pt x="186922" y="379730"/>
                </a:lnTo>
                <a:lnTo>
                  <a:pt x="303501" y="379730"/>
                </a:lnTo>
                <a:lnTo>
                  <a:pt x="302677" y="381000"/>
                </a:lnTo>
                <a:lnTo>
                  <a:pt x="279625" y="411480"/>
                </a:lnTo>
                <a:lnTo>
                  <a:pt x="242215" y="443230"/>
                </a:lnTo>
                <a:lnTo>
                  <a:pt x="198540" y="463550"/>
                </a:lnTo>
                <a:lnTo>
                  <a:pt x="186922" y="466090"/>
                </a:lnTo>
                <a:lnTo>
                  <a:pt x="175071" y="467360"/>
                </a:lnTo>
                <a:close/>
              </a:path>
              <a:path w="339725" h="467359">
                <a:moveTo>
                  <a:pt x="103753" y="62984"/>
                </a:moveTo>
                <a:lnTo>
                  <a:pt x="130191" y="39370"/>
                </a:lnTo>
                <a:lnTo>
                  <a:pt x="121196" y="51236"/>
                </a:lnTo>
                <a:lnTo>
                  <a:pt x="117135" y="53340"/>
                </a:lnTo>
                <a:lnTo>
                  <a:pt x="111754" y="57150"/>
                </a:lnTo>
                <a:lnTo>
                  <a:pt x="106489" y="60960"/>
                </a:lnTo>
                <a:lnTo>
                  <a:pt x="103753" y="62984"/>
                </a:lnTo>
                <a:close/>
              </a:path>
              <a:path w="339725" h="467359">
                <a:moveTo>
                  <a:pt x="121196" y="51236"/>
                </a:moveTo>
                <a:lnTo>
                  <a:pt x="130191" y="39370"/>
                </a:lnTo>
                <a:lnTo>
                  <a:pt x="296472" y="39370"/>
                </a:lnTo>
                <a:lnTo>
                  <a:pt x="297586" y="40640"/>
                </a:lnTo>
                <a:lnTo>
                  <a:pt x="137341" y="40640"/>
                </a:lnTo>
                <a:lnTo>
                  <a:pt x="131227" y="44450"/>
                </a:lnTo>
                <a:lnTo>
                  <a:pt x="124492" y="49530"/>
                </a:lnTo>
                <a:lnTo>
                  <a:pt x="121196" y="51236"/>
                </a:lnTo>
                <a:close/>
              </a:path>
              <a:path w="339725" h="467359">
                <a:moveTo>
                  <a:pt x="106671" y="70400"/>
                </a:moveTo>
                <a:lnTo>
                  <a:pt x="121196" y="51236"/>
                </a:lnTo>
                <a:lnTo>
                  <a:pt x="124492" y="49530"/>
                </a:lnTo>
                <a:lnTo>
                  <a:pt x="131227" y="44450"/>
                </a:lnTo>
                <a:lnTo>
                  <a:pt x="137341" y="40640"/>
                </a:lnTo>
                <a:lnTo>
                  <a:pt x="139828" y="43180"/>
                </a:lnTo>
                <a:lnTo>
                  <a:pt x="141019" y="45720"/>
                </a:lnTo>
                <a:lnTo>
                  <a:pt x="140916" y="46990"/>
                </a:lnTo>
                <a:lnTo>
                  <a:pt x="140812" y="48260"/>
                </a:lnTo>
                <a:lnTo>
                  <a:pt x="140968" y="49530"/>
                </a:lnTo>
                <a:lnTo>
                  <a:pt x="141382" y="52070"/>
                </a:lnTo>
                <a:lnTo>
                  <a:pt x="137444" y="52070"/>
                </a:lnTo>
                <a:lnTo>
                  <a:pt x="132833" y="54610"/>
                </a:lnTo>
                <a:lnTo>
                  <a:pt x="117032" y="62230"/>
                </a:lnTo>
                <a:lnTo>
                  <a:pt x="111540" y="67310"/>
                </a:lnTo>
                <a:lnTo>
                  <a:pt x="106671" y="70400"/>
                </a:lnTo>
                <a:close/>
              </a:path>
              <a:path w="339725" h="467359">
                <a:moveTo>
                  <a:pt x="317170" y="78740"/>
                </a:moveTo>
                <a:lnTo>
                  <a:pt x="100349" y="78740"/>
                </a:lnTo>
                <a:lnTo>
                  <a:pt x="106671" y="70400"/>
                </a:lnTo>
                <a:lnTo>
                  <a:pt x="111540" y="67310"/>
                </a:lnTo>
                <a:lnTo>
                  <a:pt x="117032" y="62230"/>
                </a:lnTo>
                <a:lnTo>
                  <a:pt x="132833" y="54610"/>
                </a:lnTo>
                <a:lnTo>
                  <a:pt x="137444" y="52070"/>
                </a:lnTo>
                <a:lnTo>
                  <a:pt x="141382" y="52070"/>
                </a:lnTo>
                <a:lnTo>
                  <a:pt x="140968" y="49530"/>
                </a:lnTo>
                <a:lnTo>
                  <a:pt x="141019" y="45720"/>
                </a:lnTo>
                <a:lnTo>
                  <a:pt x="139828" y="43180"/>
                </a:lnTo>
                <a:lnTo>
                  <a:pt x="137341" y="40640"/>
                </a:lnTo>
                <a:lnTo>
                  <a:pt x="297586" y="40640"/>
                </a:lnTo>
                <a:lnTo>
                  <a:pt x="303337" y="48260"/>
                </a:lnTo>
                <a:lnTo>
                  <a:pt x="308155" y="55880"/>
                </a:lnTo>
                <a:lnTo>
                  <a:pt x="312041" y="63500"/>
                </a:lnTo>
                <a:lnTo>
                  <a:pt x="315033" y="71120"/>
                </a:lnTo>
                <a:lnTo>
                  <a:pt x="317170" y="78740"/>
                </a:lnTo>
                <a:close/>
              </a:path>
              <a:path w="339725" h="467359">
                <a:moveTo>
                  <a:pt x="99732" y="77381"/>
                </a:moveTo>
                <a:lnTo>
                  <a:pt x="96510" y="70400"/>
                </a:lnTo>
                <a:lnTo>
                  <a:pt x="96238" y="69696"/>
                </a:lnTo>
                <a:lnTo>
                  <a:pt x="101754" y="64770"/>
                </a:lnTo>
                <a:lnTo>
                  <a:pt x="103056" y="63500"/>
                </a:lnTo>
                <a:lnTo>
                  <a:pt x="106489" y="60960"/>
                </a:lnTo>
                <a:lnTo>
                  <a:pt x="111754" y="57150"/>
                </a:lnTo>
                <a:lnTo>
                  <a:pt x="117135" y="53340"/>
                </a:lnTo>
                <a:lnTo>
                  <a:pt x="121196" y="51236"/>
                </a:lnTo>
                <a:lnTo>
                  <a:pt x="106671" y="70400"/>
                </a:lnTo>
                <a:lnTo>
                  <a:pt x="105537" y="71120"/>
                </a:lnTo>
                <a:lnTo>
                  <a:pt x="99732" y="77381"/>
                </a:lnTo>
                <a:close/>
              </a:path>
              <a:path w="339725" h="467359">
                <a:moveTo>
                  <a:pt x="96238" y="69696"/>
                </a:moveTo>
                <a:lnTo>
                  <a:pt x="101340" y="64770"/>
                </a:lnTo>
                <a:lnTo>
                  <a:pt x="103056" y="63500"/>
                </a:lnTo>
                <a:lnTo>
                  <a:pt x="101754" y="64770"/>
                </a:lnTo>
                <a:lnTo>
                  <a:pt x="96238" y="69696"/>
                </a:lnTo>
                <a:close/>
              </a:path>
              <a:path w="339725" h="467359">
                <a:moveTo>
                  <a:pt x="85120" y="83647"/>
                </a:moveTo>
                <a:lnTo>
                  <a:pt x="86001" y="80010"/>
                </a:lnTo>
                <a:lnTo>
                  <a:pt x="91801" y="73660"/>
                </a:lnTo>
                <a:lnTo>
                  <a:pt x="96238" y="69696"/>
                </a:lnTo>
                <a:lnTo>
                  <a:pt x="96510" y="70400"/>
                </a:lnTo>
                <a:lnTo>
                  <a:pt x="99732" y="77381"/>
                </a:lnTo>
                <a:lnTo>
                  <a:pt x="94695" y="81832"/>
                </a:lnTo>
                <a:lnTo>
                  <a:pt x="91636" y="82365"/>
                </a:lnTo>
                <a:lnTo>
                  <a:pt x="91495" y="82365"/>
                </a:lnTo>
                <a:lnTo>
                  <a:pt x="85120" y="83647"/>
                </a:lnTo>
                <a:close/>
              </a:path>
              <a:path w="339725" h="467359">
                <a:moveTo>
                  <a:pt x="100349" y="78740"/>
                </a:moveTo>
                <a:lnTo>
                  <a:pt x="99732" y="77381"/>
                </a:lnTo>
                <a:lnTo>
                  <a:pt x="105537" y="71120"/>
                </a:lnTo>
                <a:lnTo>
                  <a:pt x="106671" y="70400"/>
                </a:lnTo>
                <a:lnTo>
                  <a:pt x="100349" y="78740"/>
                </a:lnTo>
                <a:close/>
              </a:path>
              <a:path w="339725" h="467359">
                <a:moveTo>
                  <a:pt x="94695" y="81832"/>
                </a:moveTo>
                <a:lnTo>
                  <a:pt x="99750" y="77381"/>
                </a:lnTo>
                <a:lnTo>
                  <a:pt x="100349" y="78740"/>
                </a:lnTo>
                <a:lnTo>
                  <a:pt x="317170" y="78740"/>
                </a:lnTo>
                <a:lnTo>
                  <a:pt x="317597" y="81280"/>
                </a:lnTo>
                <a:lnTo>
                  <a:pt x="97862" y="81280"/>
                </a:lnTo>
                <a:lnTo>
                  <a:pt x="94695" y="81832"/>
                </a:lnTo>
                <a:close/>
              </a:path>
              <a:path w="339725" h="467359">
                <a:moveTo>
                  <a:pt x="94089" y="82365"/>
                </a:moveTo>
                <a:lnTo>
                  <a:pt x="94695" y="81832"/>
                </a:lnTo>
                <a:lnTo>
                  <a:pt x="97862" y="81280"/>
                </a:lnTo>
                <a:lnTo>
                  <a:pt x="94089" y="82365"/>
                </a:lnTo>
                <a:close/>
              </a:path>
              <a:path w="339725" h="467359">
                <a:moveTo>
                  <a:pt x="311674" y="118110"/>
                </a:moveTo>
                <a:lnTo>
                  <a:pt x="70663" y="118110"/>
                </a:lnTo>
                <a:lnTo>
                  <a:pt x="74150" y="110490"/>
                </a:lnTo>
                <a:lnTo>
                  <a:pt x="78240" y="102870"/>
                </a:lnTo>
                <a:lnTo>
                  <a:pt x="82932" y="96520"/>
                </a:lnTo>
                <a:lnTo>
                  <a:pt x="88226" y="88900"/>
                </a:lnTo>
                <a:lnTo>
                  <a:pt x="92902" y="83647"/>
                </a:lnTo>
                <a:lnTo>
                  <a:pt x="94089" y="82365"/>
                </a:lnTo>
                <a:lnTo>
                  <a:pt x="97862" y="81280"/>
                </a:lnTo>
                <a:lnTo>
                  <a:pt x="317597" y="81280"/>
                </a:lnTo>
                <a:lnTo>
                  <a:pt x="318452" y="86360"/>
                </a:lnTo>
                <a:lnTo>
                  <a:pt x="318794" y="91440"/>
                </a:lnTo>
                <a:lnTo>
                  <a:pt x="318880" y="92710"/>
                </a:lnTo>
                <a:lnTo>
                  <a:pt x="318209" y="101600"/>
                </a:lnTo>
                <a:lnTo>
                  <a:pt x="316199" y="109220"/>
                </a:lnTo>
                <a:lnTo>
                  <a:pt x="312847" y="116840"/>
                </a:lnTo>
                <a:lnTo>
                  <a:pt x="311674" y="118110"/>
                </a:lnTo>
                <a:close/>
              </a:path>
              <a:path w="339725" h="467359">
                <a:moveTo>
                  <a:pt x="89032" y="83820"/>
                </a:moveTo>
                <a:lnTo>
                  <a:pt x="85078" y="83820"/>
                </a:lnTo>
                <a:lnTo>
                  <a:pt x="85120" y="83647"/>
                </a:lnTo>
                <a:lnTo>
                  <a:pt x="91495" y="82365"/>
                </a:lnTo>
                <a:lnTo>
                  <a:pt x="91636" y="82365"/>
                </a:lnTo>
                <a:lnTo>
                  <a:pt x="94695" y="81832"/>
                </a:lnTo>
                <a:lnTo>
                  <a:pt x="94089" y="82365"/>
                </a:lnTo>
                <a:lnTo>
                  <a:pt x="89032" y="83820"/>
                </a:lnTo>
                <a:close/>
              </a:path>
              <a:path w="339725" h="467359">
                <a:moveTo>
                  <a:pt x="92749" y="83820"/>
                </a:moveTo>
                <a:lnTo>
                  <a:pt x="89032" y="83820"/>
                </a:lnTo>
                <a:lnTo>
                  <a:pt x="94089" y="82365"/>
                </a:lnTo>
                <a:lnTo>
                  <a:pt x="92749" y="83820"/>
                </a:lnTo>
                <a:close/>
              </a:path>
              <a:path w="339725" h="467359">
                <a:moveTo>
                  <a:pt x="70663" y="118110"/>
                </a:moveTo>
                <a:lnTo>
                  <a:pt x="67243" y="115570"/>
                </a:lnTo>
                <a:lnTo>
                  <a:pt x="64497" y="115570"/>
                </a:lnTo>
                <a:lnTo>
                  <a:pt x="62684" y="114300"/>
                </a:lnTo>
                <a:lnTo>
                  <a:pt x="85120" y="83647"/>
                </a:lnTo>
                <a:lnTo>
                  <a:pt x="85078" y="83820"/>
                </a:lnTo>
                <a:lnTo>
                  <a:pt x="92749" y="83820"/>
                </a:lnTo>
                <a:lnTo>
                  <a:pt x="88226" y="88900"/>
                </a:lnTo>
                <a:lnTo>
                  <a:pt x="82932" y="96520"/>
                </a:lnTo>
                <a:lnTo>
                  <a:pt x="78240" y="102870"/>
                </a:lnTo>
                <a:lnTo>
                  <a:pt x="74150" y="110490"/>
                </a:lnTo>
                <a:lnTo>
                  <a:pt x="70663" y="118110"/>
                </a:lnTo>
                <a:close/>
              </a:path>
              <a:path w="339725" h="467359">
                <a:moveTo>
                  <a:pt x="289815" y="132080"/>
                </a:moveTo>
                <a:lnTo>
                  <a:pt x="268418" y="132080"/>
                </a:lnTo>
                <a:lnTo>
                  <a:pt x="251217" y="128270"/>
                </a:lnTo>
                <a:lnTo>
                  <a:pt x="245518" y="125730"/>
                </a:lnTo>
                <a:lnTo>
                  <a:pt x="214070" y="119380"/>
                </a:lnTo>
                <a:lnTo>
                  <a:pt x="310501" y="119380"/>
                </a:lnTo>
                <a:lnTo>
                  <a:pt x="308155" y="121920"/>
                </a:lnTo>
                <a:lnTo>
                  <a:pt x="303700" y="125730"/>
                </a:lnTo>
                <a:lnTo>
                  <a:pt x="299141" y="128270"/>
                </a:lnTo>
                <a:lnTo>
                  <a:pt x="294478" y="129540"/>
                </a:lnTo>
                <a:lnTo>
                  <a:pt x="289815" y="132080"/>
                </a:lnTo>
                <a:close/>
              </a:path>
              <a:path w="339725" h="467359">
                <a:moveTo>
                  <a:pt x="303501" y="379730"/>
                </a:moveTo>
                <a:lnTo>
                  <a:pt x="192828" y="379730"/>
                </a:lnTo>
                <a:lnTo>
                  <a:pt x="199356" y="377190"/>
                </a:lnTo>
                <a:lnTo>
                  <a:pt x="206506" y="374650"/>
                </a:lnTo>
                <a:lnTo>
                  <a:pt x="211868" y="370840"/>
                </a:lnTo>
                <a:lnTo>
                  <a:pt x="239903" y="339090"/>
                </a:lnTo>
                <a:lnTo>
                  <a:pt x="251424" y="297180"/>
                </a:lnTo>
                <a:lnTo>
                  <a:pt x="251528" y="294640"/>
                </a:lnTo>
                <a:lnTo>
                  <a:pt x="251165" y="292100"/>
                </a:lnTo>
                <a:lnTo>
                  <a:pt x="249508" y="289560"/>
                </a:lnTo>
                <a:lnTo>
                  <a:pt x="247953" y="288290"/>
                </a:lnTo>
                <a:lnTo>
                  <a:pt x="245674" y="287020"/>
                </a:lnTo>
                <a:lnTo>
                  <a:pt x="243498" y="285750"/>
                </a:lnTo>
                <a:lnTo>
                  <a:pt x="240596" y="284480"/>
                </a:lnTo>
                <a:lnTo>
                  <a:pt x="233343" y="283210"/>
                </a:lnTo>
                <a:lnTo>
                  <a:pt x="229458" y="281940"/>
                </a:lnTo>
                <a:lnTo>
                  <a:pt x="225313" y="281940"/>
                </a:lnTo>
                <a:lnTo>
                  <a:pt x="219717" y="280670"/>
                </a:lnTo>
                <a:lnTo>
                  <a:pt x="201895" y="276860"/>
                </a:lnTo>
                <a:lnTo>
                  <a:pt x="173659" y="250190"/>
                </a:lnTo>
                <a:lnTo>
                  <a:pt x="171846" y="242570"/>
                </a:lnTo>
                <a:lnTo>
                  <a:pt x="171846" y="224790"/>
                </a:lnTo>
                <a:lnTo>
                  <a:pt x="173970" y="217170"/>
                </a:lnTo>
                <a:lnTo>
                  <a:pt x="178218" y="210820"/>
                </a:lnTo>
                <a:lnTo>
                  <a:pt x="182570" y="203200"/>
                </a:lnTo>
                <a:lnTo>
                  <a:pt x="188269" y="198120"/>
                </a:lnTo>
                <a:lnTo>
                  <a:pt x="195315" y="194310"/>
                </a:lnTo>
                <a:lnTo>
                  <a:pt x="200775" y="190500"/>
                </a:lnTo>
                <a:lnTo>
                  <a:pt x="206584" y="187960"/>
                </a:lnTo>
                <a:lnTo>
                  <a:pt x="212742" y="185420"/>
                </a:lnTo>
                <a:lnTo>
                  <a:pt x="232967" y="181610"/>
                </a:lnTo>
                <a:lnTo>
                  <a:pt x="240088" y="181610"/>
                </a:lnTo>
                <a:lnTo>
                  <a:pt x="247383" y="180340"/>
                </a:lnTo>
                <a:lnTo>
                  <a:pt x="267317" y="182880"/>
                </a:lnTo>
                <a:lnTo>
                  <a:pt x="276497" y="184150"/>
                </a:lnTo>
                <a:lnTo>
                  <a:pt x="285152" y="187960"/>
                </a:lnTo>
                <a:lnTo>
                  <a:pt x="293322" y="190500"/>
                </a:lnTo>
                <a:lnTo>
                  <a:pt x="300889" y="195580"/>
                </a:lnTo>
                <a:lnTo>
                  <a:pt x="307854" y="199390"/>
                </a:lnTo>
                <a:lnTo>
                  <a:pt x="314217" y="205740"/>
                </a:lnTo>
                <a:lnTo>
                  <a:pt x="335724" y="238760"/>
                </a:lnTo>
                <a:lnTo>
                  <a:pt x="339396" y="261620"/>
                </a:lnTo>
                <a:lnTo>
                  <a:pt x="338998" y="274320"/>
                </a:lnTo>
                <a:lnTo>
                  <a:pt x="338759" y="276860"/>
                </a:lnTo>
                <a:lnTo>
                  <a:pt x="338639" y="278130"/>
                </a:lnTo>
                <a:lnTo>
                  <a:pt x="338520" y="279400"/>
                </a:lnTo>
                <a:lnTo>
                  <a:pt x="338400" y="280670"/>
                </a:lnTo>
                <a:lnTo>
                  <a:pt x="338281" y="281940"/>
                </a:lnTo>
                <a:lnTo>
                  <a:pt x="338161" y="283210"/>
                </a:lnTo>
                <a:lnTo>
                  <a:pt x="338042" y="284480"/>
                </a:lnTo>
                <a:lnTo>
                  <a:pt x="337923" y="285750"/>
                </a:lnTo>
                <a:lnTo>
                  <a:pt x="337803" y="287020"/>
                </a:lnTo>
                <a:lnTo>
                  <a:pt x="325485" y="335280"/>
                </a:lnTo>
                <a:lnTo>
                  <a:pt x="309272" y="370840"/>
                </a:lnTo>
                <a:lnTo>
                  <a:pt x="303501" y="3797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039498" y="472678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833" y="13208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12170" y="72390"/>
                </a:lnTo>
                <a:lnTo>
                  <a:pt x="43080" y="3810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2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6" y="195580"/>
                </a:lnTo>
                <a:lnTo>
                  <a:pt x="177136" y="201930"/>
                </a:lnTo>
                <a:lnTo>
                  <a:pt x="180815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33314" y="104140"/>
                </a:lnTo>
                <a:lnTo>
                  <a:pt x="33988" y="9779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2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172" y="349250"/>
                </a:lnTo>
                <a:lnTo>
                  <a:pt x="117" y="347980"/>
                </a:lnTo>
                <a:lnTo>
                  <a:pt x="4495" y="307340"/>
                </a:lnTo>
                <a:lnTo>
                  <a:pt x="22952" y="269240"/>
                </a:lnTo>
                <a:lnTo>
                  <a:pt x="50414" y="24257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5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30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6" y="295910"/>
                </a:lnTo>
                <a:lnTo>
                  <a:pt x="306141" y="294640"/>
                </a:lnTo>
                <a:lnTo>
                  <a:pt x="312669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33708" y="34798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6423" y="359410"/>
                </a:lnTo>
                <a:lnTo>
                  <a:pt x="35076" y="354330"/>
                </a:lnTo>
                <a:lnTo>
                  <a:pt x="33832" y="349250"/>
                </a:lnTo>
                <a:lnTo>
                  <a:pt x="33708" y="34798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417254" y="472367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8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1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2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2" y="347980"/>
                </a:lnTo>
                <a:lnTo>
                  <a:pt x="157628" y="342900"/>
                </a:lnTo>
                <a:lnTo>
                  <a:pt x="152551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6" y="302260"/>
                </a:lnTo>
                <a:lnTo>
                  <a:pt x="103689" y="294640"/>
                </a:lnTo>
                <a:lnTo>
                  <a:pt x="94499" y="287020"/>
                </a:lnTo>
                <a:lnTo>
                  <a:pt x="85037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0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7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69" y="88900"/>
                </a:lnTo>
                <a:lnTo>
                  <a:pt x="30803" y="127000"/>
                </a:lnTo>
                <a:lnTo>
                  <a:pt x="29245" y="138430"/>
                </a:lnTo>
                <a:lnTo>
                  <a:pt x="29175" y="1397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0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3" y="218440"/>
                </a:lnTo>
                <a:lnTo>
                  <a:pt x="192392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8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8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5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0" y="99060"/>
                </a:lnTo>
                <a:lnTo>
                  <a:pt x="44529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89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2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4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4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2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29" y="105410"/>
                </a:lnTo>
                <a:lnTo>
                  <a:pt x="47430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5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7" y="116840"/>
                </a:lnTo>
                <a:lnTo>
                  <a:pt x="134055" y="142240"/>
                </a:lnTo>
                <a:lnTo>
                  <a:pt x="134055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1" y="147320"/>
                </a:moveTo>
                <a:lnTo>
                  <a:pt x="244719" y="147320"/>
                </a:lnTo>
                <a:lnTo>
                  <a:pt x="239435" y="143510"/>
                </a:lnTo>
                <a:lnTo>
                  <a:pt x="228762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8" y="120650"/>
                </a:lnTo>
                <a:lnTo>
                  <a:pt x="190527" y="118110"/>
                </a:lnTo>
                <a:lnTo>
                  <a:pt x="185657" y="118110"/>
                </a:lnTo>
                <a:lnTo>
                  <a:pt x="180787" y="116840"/>
                </a:lnTo>
                <a:lnTo>
                  <a:pt x="175606" y="115570"/>
                </a:lnTo>
                <a:lnTo>
                  <a:pt x="281200" y="115570"/>
                </a:lnTo>
                <a:lnTo>
                  <a:pt x="255910" y="144780"/>
                </a:lnTo>
                <a:lnTo>
                  <a:pt x="250211" y="147320"/>
                </a:lnTo>
                <a:close/>
              </a:path>
              <a:path w="287654" h="468630">
                <a:moveTo>
                  <a:pt x="155504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8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7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0" y="398780"/>
                </a:lnTo>
                <a:lnTo>
                  <a:pt x="120481" y="400050"/>
                </a:lnTo>
                <a:lnTo>
                  <a:pt x="78412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0" y="412750"/>
                </a:lnTo>
                <a:lnTo>
                  <a:pt x="76392" y="412750"/>
                </a:lnTo>
                <a:lnTo>
                  <a:pt x="78257" y="414020"/>
                </a:lnTo>
                <a:lnTo>
                  <a:pt x="80796" y="415290"/>
                </a:lnTo>
                <a:lnTo>
                  <a:pt x="268165" y="415290"/>
                </a:lnTo>
                <a:lnTo>
                  <a:pt x="263176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19" y="459740"/>
                </a:lnTo>
                <a:lnTo>
                  <a:pt x="192690" y="463550"/>
                </a:lnTo>
                <a:lnTo>
                  <a:pt x="180528" y="466090"/>
                </a:lnTo>
                <a:lnTo>
                  <a:pt x="155504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7" y="414020"/>
                </a:lnTo>
                <a:lnTo>
                  <a:pt x="76392" y="412750"/>
                </a:lnTo>
                <a:lnTo>
                  <a:pt x="74630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2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1" y="403860"/>
                </a:lnTo>
                <a:lnTo>
                  <a:pt x="85199" y="406400"/>
                </a:lnTo>
                <a:lnTo>
                  <a:pt x="85717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29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2" y="400050"/>
                </a:lnTo>
                <a:lnTo>
                  <a:pt x="120481" y="400050"/>
                </a:lnTo>
                <a:lnTo>
                  <a:pt x="123383" y="402590"/>
                </a:lnTo>
                <a:lnTo>
                  <a:pt x="83852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1" y="403860"/>
                </a:moveTo>
                <a:lnTo>
                  <a:pt x="81884" y="403860"/>
                </a:lnTo>
                <a:lnTo>
                  <a:pt x="83852" y="402590"/>
                </a:lnTo>
                <a:lnTo>
                  <a:pt x="84301" y="403860"/>
                </a:lnTo>
                <a:close/>
              </a:path>
              <a:path w="287654" h="468630">
                <a:moveTo>
                  <a:pt x="268165" y="415290"/>
                </a:moveTo>
                <a:lnTo>
                  <a:pt x="84008" y="415290"/>
                </a:lnTo>
                <a:lnTo>
                  <a:pt x="84629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7" y="408940"/>
                </a:lnTo>
                <a:lnTo>
                  <a:pt x="85199" y="406400"/>
                </a:lnTo>
                <a:lnTo>
                  <a:pt x="83852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3" y="405130"/>
                </a:lnTo>
                <a:lnTo>
                  <a:pt x="275398" y="405130"/>
                </a:lnTo>
                <a:lnTo>
                  <a:pt x="270161" y="412750"/>
                </a:lnTo>
                <a:lnTo>
                  <a:pt x="268165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3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98886" y="449053"/>
            <a:ext cx="370956" cy="514350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9462992" y="466720"/>
            <a:ext cx="2695575" cy="479425"/>
            <a:chOff x="9462992" y="466720"/>
            <a:chExt cx="2695575" cy="479425"/>
          </a:xfrm>
        </p:grpSpPr>
        <p:sp>
          <p:nvSpPr>
            <p:cNvPr id="32" name="object 32"/>
            <p:cNvSpPr/>
            <p:nvPr/>
          </p:nvSpPr>
          <p:spPr>
            <a:xfrm>
              <a:off x="9462986" y="466730"/>
              <a:ext cx="462915" cy="479425"/>
            </a:xfrm>
            <a:custGeom>
              <a:avLst/>
              <a:gdLst/>
              <a:ahLst/>
              <a:cxnLst/>
              <a:rect l="l" t="t" r="r" b="b"/>
              <a:pathLst>
                <a:path w="462915" h="479425">
                  <a:moveTo>
                    <a:pt x="299072" y="394627"/>
                  </a:moveTo>
                  <a:lnTo>
                    <a:pt x="279209" y="367322"/>
                  </a:lnTo>
                  <a:lnTo>
                    <a:pt x="279057" y="367322"/>
                  </a:lnTo>
                  <a:lnTo>
                    <a:pt x="267525" y="364109"/>
                  </a:lnTo>
                  <a:lnTo>
                    <a:pt x="260362" y="362813"/>
                  </a:lnTo>
                  <a:lnTo>
                    <a:pt x="259905" y="362813"/>
                  </a:lnTo>
                  <a:lnTo>
                    <a:pt x="253682" y="362191"/>
                  </a:lnTo>
                  <a:lnTo>
                    <a:pt x="245351" y="361238"/>
                  </a:lnTo>
                  <a:lnTo>
                    <a:pt x="244919" y="361238"/>
                  </a:lnTo>
                  <a:lnTo>
                    <a:pt x="238760" y="360743"/>
                  </a:lnTo>
                  <a:lnTo>
                    <a:pt x="226644" y="360121"/>
                  </a:lnTo>
                  <a:lnTo>
                    <a:pt x="206324" y="360121"/>
                  </a:lnTo>
                  <a:lnTo>
                    <a:pt x="187921" y="360743"/>
                  </a:lnTo>
                  <a:lnTo>
                    <a:pt x="189776" y="360743"/>
                  </a:lnTo>
                  <a:lnTo>
                    <a:pt x="181114" y="361238"/>
                  </a:lnTo>
                  <a:lnTo>
                    <a:pt x="140500" y="365150"/>
                  </a:lnTo>
                  <a:lnTo>
                    <a:pt x="104063" y="374015"/>
                  </a:lnTo>
                  <a:lnTo>
                    <a:pt x="104101" y="369963"/>
                  </a:lnTo>
                  <a:lnTo>
                    <a:pt x="105879" y="328930"/>
                  </a:lnTo>
                  <a:lnTo>
                    <a:pt x="109372" y="288251"/>
                  </a:lnTo>
                  <a:lnTo>
                    <a:pt x="114147" y="246824"/>
                  </a:lnTo>
                  <a:lnTo>
                    <a:pt x="119888" y="205168"/>
                  </a:lnTo>
                  <a:lnTo>
                    <a:pt x="126238" y="164960"/>
                  </a:lnTo>
                  <a:lnTo>
                    <a:pt x="130924" y="137655"/>
                  </a:lnTo>
                  <a:lnTo>
                    <a:pt x="131013" y="137134"/>
                  </a:lnTo>
                  <a:lnTo>
                    <a:pt x="132854" y="126949"/>
                  </a:lnTo>
                  <a:lnTo>
                    <a:pt x="143002" y="72834"/>
                  </a:lnTo>
                  <a:lnTo>
                    <a:pt x="143852" y="68491"/>
                  </a:lnTo>
                  <a:lnTo>
                    <a:pt x="144208" y="65900"/>
                  </a:lnTo>
                  <a:lnTo>
                    <a:pt x="144322" y="64554"/>
                  </a:lnTo>
                  <a:lnTo>
                    <a:pt x="144627" y="60617"/>
                  </a:lnTo>
                  <a:lnTo>
                    <a:pt x="144729" y="55689"/>
                  </a:lnTo>
                  <a:lnTo>
                    <a:pt x="143878" y="44462"/>
                  </a:lnTo>
                  <a:lnTo>
                    <a:pt x="142595" y="39522"/>
                  </a:lnTo>
                  <a:lnTo>
                    <a:pt x="142519" y="39217"/>
                  </a:lnTo>
                  <a:lnTo>
                    <a:pt x="115938" y="7785"/>
                  </a:lnTo>
                  <a:lnTo>
                    <a:pt x="89560" y="0"/>
                  </a:lnTo>
                  <a:lnTo>
                    <a:pt x="81686" y="152"/>
                  </a:lnTo>
                  <a:lnTo>
                    <a:pt x="74015" y="1917"/>
                  </a:lnTo>
                  <a:lnTo>
                    <a:pt x="66344" y="3568"/>
                  </a:lnTo>
                  <a:lnTo>
                    <a:pt x="59245" y="6477"/>
                  </a:lnTo>
                  <a:lnTo>
                    <a:pt x="52235" y="10909"/>
                  </a:lnTo>
                  <a:lnTo>
                    <a:pt x="52235" y="72898"/>
                  </a:lnTo>
                  <a:lnTo>
                    <a:pt x="52184" y="73253"/>
                  </a:lnTo>
                  <a:lnTo>
                    <a:pt x="51320" y="78663"/>
                  </a:lnTo>
                  <a:lnTo>
                    <a:pt x="52235" y="72898"/>
                  </a:lnTo>
                  <a:lnTo>
                    <a:pt x="52235" y="10909"/>
                  </a:lnTo>
                  <a:lnTo>
                    <a:pt x="48260" y="13423"/>
                  </a:lnTo>
                  <a:lnTo>
                    <a:pt x="48260" y="97091"/>
                  </a:lnTo>
                  <a:lnTo>
                    <a:pt x="48234" y="97243"/>
                  </a:lnTo>
                  <a:lnTo>
                    <a:pt x="46659" y="104965"/>
                  </a:lnTo>
                  <a:lnTo>
                    <a:pt x="48260" y="97091"/>
                  </a:lnTo>
                  <a:lnTo>
                    <a:pt x="48260" y="13423"/>
                  </a:lnTo>
                  <a:lnTo>
                    <a:pt x="46291" y="14655"/>
                  </a:lnTo>
                  <a:lnTo>
                    <a:pt x="43014" y="17703"/>
                  </a:lnTo>
                  <a:lnTo>
                    <a:pt x="43014" y="120510"/>
                  </a:lnTo>
                  <a:lnTo>
                    <a:pt x="42989" y="120662"/>
                  </a:lnTo>
                  <a:lnTo>
                    <a:pt x="40855" y="127863"/>
                  </a:lnTo>
                  <a:lnTo>
                    <a:pt x="43014" y="120510"/>
                  </a:lnTo>
                  <a:lnTo>
                    <a:pt x="43014" y="17703"/>
                  </a:lnTo>
                  <a:lnTo>
                    <a:pt x="28079" y="39522"/>
                  </a:lnTo>
                  <a:lnTo>
                    <a:pt x="25984" y="46990"/>
                  </a:lnTo>
                  <a:lnTo>
                    <a:pt x="15570" y="93929"/>
                  </a:lnTo>
                  <a:lnTo>
                    <a:pt x="9169" y="134797"/>
                  </a:lnTo>
                  <a:lnTo>
                    <a:pt x="4267" y="178358"/>
                  </a:lnTo>
                  <a:lnTo>
                    <a:pt x="1016" y="224243"/>
                  </a:lnTo>
                  <a:lnTo>
                    <a:pt x="0" y="255092"/>
                  </a:lnTo>
                  <a:lnTo>
                    <a:pt x="76" y="288251"/>
                  </a:lnTo>
                  <a:lnTo>
                    <a:pt x="2209" y="332968"/>
                  </a:lnTo>
                  <a:lnTo>
                    <a:pt x="5384" y="363283"/>
                  </a:lnTo>
                  <a:lnTo>
                    <a:pt x="5511" y="364109"/>
                  </a:lnTo>
                  <a:lnTo>
                    <a:pt x="12674" y="403910"/>
                  </a:lnTo>
                  <a:lnTo>
                    <a:pt x="26276" y="442734"/>
                  </a:lnTo>
                  <a:lnTo>
                    <a:pt x="52984" y="473163"/>
                  </a:lnTo>
                  <a:lnTo>
                    <a:pt x="76136" y="479386"/>
                  </a:lnTo>
                  <a:lnTo>
                    <a:pt x="88366" y="479386"/>
                  </a:lnTo>
                  <a:lnTo>
                    <a:pt x="90855" y="479234"/>
                  </a:lnTo>
                  <a:lnTo>
                    <a:pt x="93446" y="478917"/>
                  </a:lnTo>
                  <a:lnTo>
                    <a:pt x="96037" y="478713"/>
                  </a:lnTo>
                  <a:lnTo>
                    <a:pt x="140220" y="469442"/>
                  </a:lnTo>
                  <a:lnTo>
                    <a:pt x="181406" y="458406"/>
                  </a:lnTo>
                  <a:lnTo>
                    <a:pt x="219494" y="446595"/>
                  </a:lnTo>
                  <a:lnTo>
                    <a:pt x="262470" y="430593"/>
                  </a:lnTo>
                  <a:lnTo>
                    <a:pt x="294093" y="407758"/>
                  </a:lnTo>
                  <a:lnTo>
                    <a:pt x="297522" y="401320"/>
                  </a:lnTo>
                  <a:lnTo>
                    <a:pt x="299072" y="394627"/>
                  </a:lnTo>
                  <a:close/>
                </a:path>
                <a:path w="462915" h="479425">
                  <a:moveTo>
                    <a:pt x="462851" y="57873"/>
                  </a:moveTo>
                  <a:lnTo>
                    <a:pt x="446290" y="18478"/>
                  </a:lnTo>
                  <a:lnTo>
                    <a:pt x="410171" y="3416"/>
                  </a:lnTo>
                  <a:lnTo>
                    <a:pt x="403110" y="3416"/>
                  </a:lnTo>
                  <a:lnTo>
                    <a:pt x="395401" y="5181"/>
                  </a:lnTo>
                  <a:lnTo>
                    <a:pt x="388251" y="6731"/>
                  </a:lnTo>
                  <a:lnTo>
                    <a:pt x="381673" y="9575"/>
                  </a:lnTo>
                  <a:lnTo>
                    <a:pt x="373278" y="15354"/>
                  </a:lnTo>
                  <a:lnTo>
                    <a:pt x="373278" y="107238"/>
                  </a:lnTo>
                  <a:lnTo>
                    <a:pt x="373176" y="108686"/>
                  </a:lnTo>
                  <a:lnTo>
                    <a:pt x="372745" y="114566"/>
                  </a:lnTo>
                  <a:lnTo>
                    <a:pt x="373278" y="107238"/>
                  </a:lnTo>
                  <a:lnTo>
                    <a:pt x="373278" y="15354"/>
                  </a:lnTo>
                  <a:lnTo>
                    <a:pt x="370027" y="17589"/>
                  </a:lnTo>
                  <a:lnTo>
                    <a:pt x="370027" y="79400"/>
                  </a:lnTo>
                  <a:lnTo>
                    <a:pt x="369925" y="79959"/>
                  </a:lnTo>
                  <a:lnTo>
                    <a:pt x="367423" y="92837"/>
                  </a:lnTo>
                  <a:lnTo>
                    <a:pt x="370027" y="79400"/>
                  </a:lnTo>
                  <a:lnTo>
                    <a:pt x="370027" y="17589"/>
                  </a:lnTo>
                  <a:lnTo>
                    <a:pt x="369760" y="17767"/>
                  </a:lnTo>
                  <a:lnTo>
                    <a:pt x="364629" y="22898"/>
                  </a:lnTo>
                  <a:lnTo>
                    <a:pt x="363461" y="24574"/>
                  </a:lnTo>
                  <a:lnTo>
                    <a:pt x="363461" y="119494"/>
                  </a:lnTo>
                  <a:lnTo>
                    <a:pt x="363397" y="120002"/>
                  </a:lnTo>
                  <a:lnTo>
                    <a:pt x="361607" y="133870"/>
                  </a:lnTo>
                  <a:lnTo>
                    <a:pt x="360273" y="145059"/>
                  </a:lnTo>
                  <a:lnTo>
                    <a:pt x="361772" y="132410"/>
                  </a:lnTo>
                  <a:lnTo>
                    <a:pt x="363461" y="119494"/>
                  </a:lnTo>
                  <a:lnTo>
                    <a:pt x="363461" y="24574"/>
                  </a:lnTo>
                  <a:lnTo>
                    <a:pt x="360273" y="29108"/>
                  </a:lnTo>
                  <a:lnTo>
                    <a:pt x="355930" y="35229"/>
                  </a:lnTo>
                  <a:lnTo>
                    <a:pt x="342595" y="89179"/>
                  </a:lnTo>
                  <a:lnTo>
                    <a:pt x="336346" y="133870"/>
                  </a:lnTo>
                  <a:lnTo>
                    <a:pt x="332498" y="181940"/>
                  </a:lnTo>
                  <a:lnTo>
                    <a:pt x="331304" y="224269"/>
                  </a:lnTo>
                  <a:lnTo>
                    <a:pt x="331381" y="250253"/>
                  </a:lnTo>
                  <a:lnTo>
                    <a:pt x="331482" y="253644"/>
                  </a:lnTo>
                  <a:lnTo>
                    <a:pt x="331914" y="268503"/>
                  </a:lnTo>
                  <a:lnTo>
                    <a:pt x="335635" y="322770"/>
                  </a:lnTo>
                  <a:lnTo>
                    <a:pt x="343179" y="374446"/>
                  </a:lnTo>
                  <a:lnTo>
                    <a:pt x="353745" y="418769"/>
                  </a:lnTo>
                  <a:lnTo>
                    <a:pt x="370382" y="457987"/>
                  </a:lnTo>
                  <a:lnTo>
                    <a:pt x="391515" y="476592"/>
                  </a:lnTo>
                  <a:lnTo>
                    <a:pt x="406438" y="476592"/>
                  </a:lnTo>
                  <a:lnTo>
                    <a:pt x="429437" y="437730"/>
                  </a:lnTo>
                  <a:lnTo>
                    <a:pt x="431507" y="409003"/>
                  </a:lnTo>
                  <a:lnTo>
                    <a:pt x="431622" y="404990"/>
                  </a:lnTo>
                  <a:lnTo>
                    <a:pt x="433171" y="359625"/>
                  </a:lnTo>
                  <a:lnTo>
                    <a:pt x="436626" y="314058"/>
                  </a:lnTo>
                  <a:lnTo>
                    <a:pt x="440956" y="268503"/>
                  </a:lnTo>
                  <a:lnTo>
                    <a:pt x="445693" y="224269"/>
                  </a:lnTo>
                  <a:lnTo>
                    <a:pt x="450545" y="181940"/>
                  </a:lnTo>
                  <a:lnTo>
                    <a:pt x="454837" y="146100"/>
                  </a:lnTo>
                  <a:lnTo>
                    <a:pt x="454964" y="145059"/>
                  </a:lnTo>
                  <a:lnTo>
                    <a:pt x="460222" y="98298"/>
                  </a:lnTo>
                  <a:lnTo>
                    <a:pt x="462724" y="70065"/>
                  </a:lnTo>
                  <a:lnTo>
                    <a:pt x="462851" y="5787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56828" y="470140"/>
              <a:ext cx="946407" cy="47317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930461" y="471746"/>
              <a:ext cx="335280" cy="470534"/>
            </a:xfrm>
            <a:custGeom>
              <a:avLst/>
              <a:gdLst/>
              <a:ahLst/>
              <a:cxnLst/>
              <a:rect l="l" t="t" r="r" b="b"/>
              <a:pathLst>
                <a:path w="335279" h="470534">
                  <a:moveTo>
                    <a:pt x="54800" y="465349"/>
                  </a:moveTo>
                  <a:lnTo>
                    <a:pt x="45889" y="464727"/>
                  </a:lnTo>
                  <a:lnTo>
                    <a:pt x="40190" y="464416"/>
                  </a:lnTo>
                  <a:lnTo>
                    <a:pt x="34854" y="461981"/>
                  </a:lnTo>
                  <a:lnTo>
                    <a:pt x="12434" y="426181"/>
                  </a:lnTo>
                  <a:lnTo>
                    <a:pt x="3020" y="382914"/>
                  </a:lnTo>
                  <a:lnTo>
                    <a:pt x="0" y="338695"/>
                  </a:lnTo>
                  <a:lnTo>
                    <a:pt x="77" y="312583"/>
                  </a:lnTo>
                  <a:lnTo>
                    <a:pt x="2991" y="267645"/>
                  </a:lnTo>
                  <a:lnTo>
                    <a:pt x="9199" y="222970"/>
                  </a:lnTo>
                  <a:lnTo>
                    <a:pt x="18068" y="179984"/>
                  </a:lnTo>
                  <a:lnTo>
                    <a:pt x="29171" y="139797"/>
                  </a:lnTo>
                  <a:lnTo>
                    <a:pt x="45475" y="95328"/>
                  </a:lnTo>
                  <a:lnTo>
                    <a:pt x="66114" y="56798"/>
                  </a:lnTo>
                  <a:lnTo>
                    <a:pt x="96801" y="24625"/>
                  </a:lnTo>
                  <a:lnTo>
                    <a:pt x="135571" y="5595"/>
                  </a:lnTo>
                  <a:lnTo>
                    <a:pt x="166105" y="271"/>
                  </a:lnTo>
                  <a:lnTo>
                    <a:pt x="167797" y="271"/>
                  </a:lnTo>
                  <a:lnTo>
                    <a:pt x="176448" y="0"/>
                  </a:lnTo>
                  <a:lnTo>
                    <a:pt x="177381" y="0"/>
                  </a:lnTo>
                  <a:lnTo>
                    <a:pt x="185890" y="271"/>
                  </a:lnTo>
                  <a:lnTo>
                    <a:pt x="226846" y="9481"/>
                  </a:lnTo>
                  <a:lnTo>
                    <a:pt x="261360" y="28928"/>
                  </a:lnTo>
                  <a:lnTo>
                    <a:pt x="280741" y="48804"/>
                  </a:lnTo>
                  <a:lnTo>
                    <a:pt x="119717" y="48804"/>
                  </a:lnTo>
                  <a:lnTo>
                    <a:pt x="115054" y="50462"/>
                  </a:lnTo>
                  <a:lnTo>
                    <a:pt x="84694" y="86521"/>
                  </a:lnTo>
                  <a:lnTo>
                    <a:pt x="71690" y="116570"/>
                  </a:lnTo>
                  <a:lnTo>
                    <a:pt x="71271" y="117658"/>
                  </a:lnTo>
                  <a:lnTo>
                    <a:pt x="70447" y="117658"/>
                  </a:lnTo>
                  <a:lnTo>
                    <a:pt x="70546" y="120145"/>
                  </a:lnTo>
                  <a:lnTo>
                    <a:pt x="70690" y="120559"/>
                  </a:lnTo>
                  <a:lnTo>
                    <a:pt x="71224" y="121751"/>
                  </a:lnTo>
                  <a:lnTo>
                    <a:pt x="72467" y="122165"/>
                  </a:lnTo>
                  <a:lnTo>
                    <a:pt x="73814" y="122580"/>
                  </a:lnTo>
                  <a:lnTo>
                    <a:pt x="150428" y="122580"/>
                  </a:lnTo>
                  <a:lnTo>
                    <a:pt x="148478" y="126702"/>
                  </a:lnTo>
                  <a:lnTo>
                    <a:pt x="134891" y="165461"/>
                  </a:lnTo>
                  <a:lnTo>
                    <a:pt x="124691" y="204075"/>
                  </a:lnTo>
                  <a:lnTo>
                    <a:pt x="114277" y="251170"/>
                  </a:lnTo>
                  <a:lnTo>
                    <a:pt x="115417" y="251170"/>
                  </a:lnTo>
                  <a:lnTo>
                    <a:pt x="151055" y="253200"/>
                  </a:lnTo>
                  <a:lnTo>
                    <a:pt x="166708" y="254278"/>
                  </a:lnTo>
                  <a:lnTo>
                    <a:pt x="174894" y="255056"/>
                  </a:lnTo>
                  <a:lnTo>
                    <a:pt x="182355" y="255988"/>
                  </a:lnTo>
                  <a:lnTo>
                    <a:pt x="189815" y="256817"/>
                  </a:lnTo>
                  <a:lnTo>
                    <a:pt x="195721" y="257698"/>
                  </a:lnTo>
                  <a:lnTo>
                    <a:pt x="200073" y="258630"/>
                  </a:lnTo>
                  <a:lnTo>
                    <a:pt x="211989" y="261842"/>
                  </a:lnTo>
                  <a:lnTo>
                    <a:pt x="217170" y="263293"/>
                  </a:lnTo>
                  <a:lnTo>
                    <a:pt x="221212" y="264323"/>
                  </a:lnTo>
                  <a:lnTo>
                    <a:pt x="223543" y="270909"/>
                  </a:lnTo>
                  <a:lnTo>
                    <a:pt x="334801" y="270909"/>
                  </a:lnTo>
                  <a:lnTo>
                    <a:pt x="334919" y="297720"/>
                  </a:lnTo>
                  <a:lnTo>
                    <a:pt x="334751" y="307124"/>
                  </a:lnTo>
                  <a:lnTo>
                    <a:pt x="334586" y="312583"/>
                  </a:lnTo>
                  <a:lnTo>
                    <a:pt x="334459" y="316799"/>
                  </a:lnTo>
                  <a:lnTo>
                    <a:pt x="334382" y="318625"/>
                  </a:lnTo>
                  <a:lnTo>
                    <a:pt x="227273" y="318625"/>
                  </a:lnTo>
                  <a:lnTo>
                    <a:pt x="226858" y="320283"/>
                  </a:lnTo>
                  <a:lnTo>
                    <a:pt x="220434" y="321941"/>
                  </a:lnTo>
                  <a:lnTo>
                    <a:pt x="208000" y="323599"/>
                  </a:lnTo>
                  <a:lnTo>
                    <a:pt x="98579" y="333702"/>
                  </a:lnTo>
                  <a:lnTo>
                    <a:pt x="91430" y="375356"/>
                  </a:lnTo>
                  <a:lnTo>
                    <a:pt x="91015" y="378568"/>
                  </a:lnTo>
                  <a:lnTo>
                    <a:pt x="90497" y="381625"/>
                  </a:lnTo>
                  <a:lnTo>
                    <a:pt x="89389" y="386702"/>
                  </a:lnTo>
                  <a:lnTo>
                    <a:pt x="88787" y="390018"/>
                  </a:lnTo>
                  <a:lnTo>
                    <a:pt x="88476" y="392609"/>
                  </a:lnTo>
                  <a:lnTo>
                    <a:pt x="87544" y="400846"/>
                  </a:lnTo>
                  <a:lnTo>
                    <a:pt x="86819" y="406752"/>
                  </a:lnTo>
                  <a:lnTo>
                    <a:pt x="85834" y="413332"/>
                  </a:lnTo>
                  <a:lnTo>
                    <a:pt x="84591" y="420586"/>
                  </a:lnTo>
                  <a:lnTo>
                    <a:pt x="83451" y="427735"/>
                  </a:lnTo>
                  <a:lnTo>
                    <a:pt x="81534" y="434574"/>
                  </a:lnTo>
                  <a:lnTo>
                    <a:pt x="78840" y="441102"/>
                  </a:lnTo>
                  <a:lnTo>
                    <a:pt x="76249" y="447630"/>
                  </a:lnTo>
                  <a:lnTo>
                    <a:pt x="72312" y="453381"/>
                  </a:lnTo>
                  <a:lnTo>
                    <a:pt x="61846" y="463224"/>
                  </a:lnTo>
                  <a:lnTo>
                    <a:pt x="54800" y="465349"/>
                  </a:lnTo>
                  <a:close/>
                </a:path>
                <a:path w="335279" h="470534">
                  <a:moveTo>
                    <a:pt x="79636" y="117917"/>
                  </a:moveTo>
                  <a:lnTo>
                    <a:pt x="71172" y="117917"/>
                  </a:lnTo>
                  <a:lnTo>
                    <a:pt x="71690" y="116570"/>
                  </a:lnTo>
                  <a:lnTo>
                    <a:pt x="72622" y="112736"/>
                  </a:lnTo>
                  <a:lnTo>
                    <a:pt x="93813" y="72636"/>
                  </a:lnTo>
                  <a:lnTo>
                    <a:pt x="119717" y="48804"/>
                  </a:lnTo>
                  <a:lnTo>
                    <a:pt x="119095" y="50047"/>
                  </a:lnTo>
                  <a:lnTo>
                    <a:pt x="118681" y="51135"/>
                  </a:lnTo>
                  <a:lnTo>
                    <a:pt x="118473" y="52068"/>
                  </a:lnTo>
                  <a:lnTo>
                    <a:pt x="118370" y="52897"/>
                  </a:lnTo>
                  <a:lnTo>
                    <a:pt x="118577" y="53570"/>
                  </a:lnTo>
                  <a:lnTo>
                    <a:pt x="119095" y="54088"/>
                  </a:lnTo>
                  <a:lnTo>
                    <a:pt x="119614" y="54503"/>
                  </a:lnTo>
                  <a:lnTo>
                    <a:pt x="119924" y="54710"/>
                  </a:lnTo>
                  <a:lnTo>
                    <a:pt x="120132" y="54710"/>
                  </a:lnTo>
                  <a:lnTo>
                    <a:pt x="119769" y="55021"/>
                  </a:lnTo>
                  <a:lnTo>
                    <a:pt x="118940" y="55642"/>
                  </a:lnTo>
                  <a:lnTo>
                    <a:pt x="111894" y="59994"/>
                  </a:lnTo>
                  <a:lnTo>
                    <a:pt x="105832" y="65797"/>
                  </a:lnTo>
                  <a:lnTo>
                    <a:pt x="84435" y="102322"/>
                  </a:lnTo>
                  <a:lnTo>
                    <a:pt x="79703" y="117658"/>
                  </a:lnTo>
                  <a:lnTo>
                    <a:pt x="79636" y="117917"/>
                  </a:lnTo>
                  <a:close/>
                </a:path>
                <a:path w="335279" h="470534">
                  <a:moveTo>
                    <a:pt x="150428" y="122580"/>
                  </a:moveTo>
                  <a:lnTo>
                    <a:pt x="78402" y="122580"/>
                  </a:lnTo>
                  <a:lnTo>
                    <a:pt x="79636" y="117917"/>
                  </a:lnTo>
                  <a:lnTo>
                    <a:pt x="82000" y="108799"/>
                  </a:lnTo>
                  <a:lnTo>
                    <a:pt x="100755" y="73050"/>
                  </a:lnTo>
                  <a:lnTo>
                    <a:pt x="118940" y="55642"/>
                  </a:lnTo>
                  <a:lnTo>
                    <a:pt x="119769" y="55021"/>
                  </a:lnTo>
                  <a:lnTo>
                    <a:pt x="120132" y="54710"/>
                  </a:lnTo>
                  <a:lnTo>
                    <a:pt x="119924" y="54710"/>
                  </a:lnTo>
                  <a:lnTo>
                    <a:pt x="119614" y="54503"/>
                  </a:lnTo>
                  <a:lnTo>
                    <a:pt x="119095" y="54088"/>
                  </a:lnTo>
                  <a:lnTo>
                    <a:pt x="118577" y="53570"/>
                  </a:lnTo>
                  <a:lnTo>
                    <a:pt x="118473" y="52068"/>
                  </a:lnTo>
                  <a:lnTo>
                    <a:pt x="118681" y="51135"/>
                  </a:lnTo>
                  <a:lnTo>
                    <a:pt x="119095" y="50047"/>
                  </a:lnTo>
                  <a:lnTo>
                    <a:pt x="119717" y="48804"/>
                  </a:lnTo>
                  <a:lnTo>
                    <a:pt x="280741" y="48804"/>
                  </a:lnTo>
                  <a:lnTo>
                    <a:pt x="303471" y="91847"/>
                  </a:lnTo>
                  <a:lnTo>
                    <a:pt x="307594" y="102892"/>
                  </a:lnTo>
                  <a:lnTo>
                    <a:pt x="159662" y="102892"/>
                  </a:lnTo>
                  <a:lnTo>
                    <a:pt x="158626" y="106001"/>
                  </a:lnTo>
                  <a:lnTo>
                    <a:pt x="158522" y="106312"/>
                  </a:lnTo>
                  <a:lnTo>
                    <a:pt x="155828" y="112063"/>
                  </a:lnTo>
                  <a:lnTo>
                    <a:pt x="151743" y="119834"/>
                  </a:lnTo>
                  <a:lnTo>
                    <a:pt x="150428" y="122580"/>
                  </a:lnTo>
                  <a:close/>
                </a:path>
                <a:path w="335279" h="470534">
                  <a:moveTo>
                    <a:pt x="334801" y="270909"/>
                  </a:moveTo>
                  <a:lnTo>
                    <a:pt x="223543" y="270909"/>
                  </a:lnTo>
                  <a:lnTo>
                    <a:pt x="224579" y="267179"/>
                  </a:lnTo>
                  <a:lnTo>
                    <a:pt x="222454" y="264640"/>
                  </a:lnTo>
                  <a:lnTo>
                    <a:pt x="210253" y="227545"/>
                  </a:lnTo>
                  <a:lnTo>
                    <a:pt x="203483" y="196353"/>
                  </a:lnTo>
                  <a:lnTo>
                    <a:pt x="200034" y="181888"/>
                  </a:lnTo>
                  <a:lnTo>
                    <a:pt x="188785" y="144809"/>
                  </a:lnTo>
                  <a:lnTo>
                    <a:pt x="167122" y="107555"/>
                  </a:lnTo>
                  <a:lnTo>
                    <a:pt x="160905" y="107555"/>
                  </a:lnTo>
                  <a:lnTo>
                    <a:pt x="159766" y="106001"/>
                  </a:lnTo>
                  <a:lnTo>
                    <a:pt x="159662" y="102892"/>
                  </a:lnTo>
                  <a:lnTo>
                    <a:pt x="307594" y="102892"/>
                  </a:lnTo>
                  <a:lnTo>
                    <a:pt x="320617" y="147296"/>
                  </a:lnTo>
                  <a:lnTo>
                    <a:pt x="328883" y="192535"/>
                  </a:lnTo>
                  <a:lnTo>
                    <a:pt x="333498" y="239629"/>
                  </a:lnTo>
                  <a:lnTo>
                    <a:pt x="334097" y="251170"/>
                  </a:lnTo>
                  <a:lnTo>
                    <a:pt x="334203" y="253200"/>
                  </a:lnTo>
                  <a:lnTo>
                    <a:pt x="334323" y="255522"/>
                  </a:lnTo>
                  <a:lnTo>
                    <a:pt x="334420" y="258630"/>
                  </a:lnTo>
                  <a:lnTo>
                    <a:pt x="334519" y="261842"/>
                  </a:lnTo>
                  <a:lnTo>
                    <a:pt x="334606" y="264640"/>
                  </a:lnTo>
                  <a:lnTo>
                    <a:pt x="334699" y="267645"/>
                  </a:lnTo>
                  <a:lnTo>
                    <a:pt x="334801" y="270909"/>
                  </a:lnTo>
                  <a:close/>
                </a:path>
                <a:path w="335279" h="470534">
                  <a:moveTo>
                    <a:pt x="78402" y="122580"/>
                  </a:moveTo>
                  <a:lnTo>
                    <a:pt x="73814" y="122580"/>
                  </a:lnTo>
                  <a:lnTo>
                    <a:pt x="72467" y="122165"/>
                  </a:lnTo>
                  <a:lnTo>
                    <a:pt x="71224" y="121751"/>
                  </a:lnTo>
                  <a:lnTo>
                    <a:pt x="70690" y="120559"/>
                  </a:lnTo>
                  <a:lnTo>
                    <a:pt x="70546" y="120145"/>
                  </a:lnTo>
                  <a:lnTo>
                    <a:pt x="70447" y="117658"/>
                  </a:lnTo>
                  <a:lnTo>
                    <a:pt x="70916" y="117917"/>
                  </a:lnTo>
                  <a:lnTo>
                    <a:pt x="71172" y="117917"/>
                  </a:lnTo>
                  <a:lnTo>
                    <a:pt x="71794" y="119005"/>
                  </a:lnTo>
                  <a:lnTo>
                    <a:pt x="73555" y="119834"/>
                  </a:lnTo>
                  <a:lnTo>
                    <a:pt x="75420" y="120559"/>
                  </a:lnTo>
                  <a:lnTo>
                    <a:pt x="78946" y="120559"/>
                  </a:lnTo>
                  <a:lnTo>
                    <a:pt x="78625" y="121751"/>
                  </a:lnTo>
                  <a:lnTo>
                    <a:pt x="78513" y="122165"/>
                  </a:lnTo>
                  <a:lnTo>
                    <a:pt x="78402" y="122580"/>
                  </a:lnTo>
                  <a:close/>
                </a:path>
                <a:path w="335279" h="470534">
                  <a:moveTo>
                    <a:pt x="78946" y="120559"/>
                  </a:moveTo>
                  <a:lnTo>
                    <a:pt x="75420" y="120559"/>
                  </a:lnTo>
                  <a:lnTo>
                    <a:pt x="74384" y="119834"/>
                  </a:lnTo>
                  <a:lnTo>
                    <a:pt x="70447" y="117658"/>
                  </a:lnTo>
                  <a:lnTo>
                    <a:pt x="71271" y="117658"/>
                  </a:lnTo>
                  <a:lnTo>
                    <a:pt x="71172" y="117917"/>
                  </a:lnTo>
                  <a:lnTo>
                    <a:pt x="79636" y="117917"/>
                  </a:lnTo>
                  <a:lnTo>
                    <a:pt x="79139" y="119834"/>
                  </a:lnTo>
                  <a:lnTo>
                    <a:pt x="79057" y="120145"/>
                  </a:lnTo>
                  <a:lnTo>
                    <a:pt x="78946" y="120559"/>
                  </a:lnTo>
                  <a:close/>
                </a:path>
                <a:path w="335279" h="470534">
                  <a:moveTo>
                    <a:pt x="75420" y="120559"/>
                  </a:moveTo>
                  <a:lnTo>
                    <a:pt x="73555" y="119834"/>
                  </a:lnTo>
                  <a:lnTo>
                    <a:pt x="71794" y="119005"/>
                  </a:lnTo>
                  <a:lnTo>
                    <a:pt x="71172" y="117917"/>
                  </a:lnTo>
                  <a:lnTo>
                    <a:pt x="70916" y="117917"/>
                  </a:lnTo>
                  <a:lnTo>
                    <a:pt x="74384" y="119834"/>
                  </a:lnTo>
                  <a:lnTo>
                    <a:pt x="75420" y="120559"/>
                  </a:lnTo>
                  <a:close/>
                </a:path>
                <a:path w="335279" h="470534">
                  <a:moveTo>
                    <a:pt x="223543" y="270909"/>
                  </a:moveTo>
                  <a:lnTo>
                    <a:pt x="221324" y="264640"/>
                  </a:lnTo>
                  <a:lnTo>
                    <a:pt x="221212" y="264323"/>
                  </a:lnTo>
                  <a:lnTo>
                    <a:pt x="222454" y="264640"/>
                  </a:lnTo>
                  <a:lnTo>
                    <a:pt x="224579" y="267179"/>
                  </a:lnTo>
                  <a:lnTo>
                    <a:pt x="223543" y="270909"/>
                  </a:lnTo>
                  <a:close/>
                </a:path>
                <a:path w="335279" h="470534">
                  <a:moveTo>
                    <a:pt x="244214" y="387013"/>
                  </a:moveTo>
                  <a:lnTo>
                    <a:pt x="231935" y="366186"/>
                  </a:lnTo>
                  <a:lnTo>
                    <a:pt x="227273" y="318625"/>
                  </a:lnTo>
                  <a:lnTo>
                    <a:pt x="334382" y="318625"/>
                  </a:lnTo>
                  <a:lnTo>
                    <a:pt x="334311" y="320283"/>
                  </a:lnTo>
                  <a:lnTo>
                    <a:pt x="334241" y="321941"/>
                  </a:lnTo>
                  <a:lnTo>
                    <a:pt x="331565" y="364165"/>
                  </a:lnTo>
                  <a:lnTo>
                    <a:pt x="328690" y="386702"/>
                  </a:lnTo>
                  <a:lnTo>
                    <a:pt x="244214" y="386702"/>
                  </a:lnTo>
                  <a:lnTo>
                    <a:pt x="244214" y="387013"/>
                  </a:lnTo>
                  <a:close/>
                </a:path>
                <a:path w="335279" h="470534">
                  <a:moveTo>
                    <a:pt x="282546" y="470002"/>
                  </a:moveTo>
                  <a:lnTo>
                    <a:pt x="275154" y="470002"/>
                  </a:lnTo>
                  <a:lnTo>
                    <a:pt x="268655" y="468729"/>
                  </a:lnTo>
                  <a:lnTo>
                    <a:pt x="241922" y="433904"/>
                  </a:lnTo>
                  <a:lnTo>
                    <a:pt x="235510" y="394163"/>
                  </a:lnTo>
                  <a:lnTo>
                    <a:pt x="244214" y="386702"/>
                  </a:lnTo>
                  <a:lnTo>
                    <a:pt x="244031" y="386702"/>
                  </a:lnTo>
                  <a:lnTo>
                    <a:pt x="244214" y="387013"/>
                  </a:lnTo>
                  <a:lnTo>
                    <a:pt x="328645" y="387013"/>
                  </a:lnTo>
                  <a:lnTo>
                    <a:pt x="328456" y="388334"/>
                  </a:lnTo>
                  <a:lnTo>
                    <a:pt x="319650" y="425870"/>
                  </a:lnTo>
                  <a:lnTo>
                    <a:pt x="294469" y="466540"/>
                  </a:lnTo>
                  <a:lnTo>
                    <a:pt x="288666" y="469390"/>
                  </a:lnTo>
                  <a:lnTo>
                    <a:pt x="282546" y="470002"/>
                  </a:lnTo>
                  <a:close/>
                </a:path>
                <a:path w="335279" h="470534">
                  <a:moveTo>
                    <a:pt x="328645" y="387013"/>
                  </a:moveTo>
                  <a:lnTo>
                    <a:pt x="244214" y="387013"/>
                  </a:lnTo>
                  <a:lnTo>
                    <a:pt x="244214" y="386702"/>
                  </a:lnTo>
                  <a:lnTo>
                    <a:pt x="328690" y="386702"/>
                  </a:lnTo>
                  <a:lnTo>
                    <a:pt x="328645" y="38701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01292" y="470140"/>
              <a:ext cx="856649" cy="473172"/>
            </a:xfrm>
            <a:prstGeom prst="rect">
              <a:avLst/>
            </a:prstGeom>
          </p:spPr>
        </p:pic>
      </p:grpSp>
      <p:sp>
        <p:nvSpPr>
          <p:cNvPr id="36" name="object 36"/>
          <p:cNvSpPr/>
          <p:nvPr/>
        </p:nvSpPr>
        <p:spPr>
          <a:xfrm>
            <a:off x="12217768" y="470096"/>
            <a:ext cx="675640" cy="472440"/>
          </a:xfrm>
          <a:custGeom>
            <a:avLst/>
            <a:gdLst/>
            <a:ahLst/>
            <a:cxnLst/>
            <a:rect l="l" t="t" r="r" b="b"/>
            <a:pathLst>
              <a:path w="675640" h="472440">
                <a:moveTo>
                  <a:pt x="349516" y="53340"/>
                </a:moveTo>
                <a:lnTo>
                  <a:pt x="348221" y="41910"/>
                </a:lnTo>
                <a:lnTo>
                  <a:pt x="346798" y="36830"/>
                </a:lnTo>
                <a:lnTo>
                  <a:pt x="345389" y="31750"/>
                </a:lnTo>
                <a:lnTo>
                  <a:pt x="310718" y="1270"/>
                </a:lnTo>
                <a:lnTo>
                  <a:pt x="303784" y="0"/>
                </a:lnTo>
                <a:lnTo>
                  <a:pt x="297091" y="0"/>
                </a:lnTo>
                <a:lnTo>
                  <a:pt x="284353" y="2540"/>
                </a:lnTo>
                <a:lnTo>
                  <a:pt x="278955" y="6121"/>
                </a:lnTo>
                <a:lnTo>
                  <a:pt x="278955" y="114300"/>
                </a:lnTo>
                <a:lnTo>
                  <a:pt x="278866" y="115570"/>
                </a:lnTo>
                <a:lnTo>
                  <a:pt x="278841" y="115887"/>
                </a:lnTo>
                <a:lnTo>
                  <a:pt x="278955" y="114300"/>
                </a:lnTo>
                <a:lnTo>
                  <a:pt x="278955" y="6121"/>
                </a:lnTo>
                <a:lnTo>
                  <a:pt x="253580" y="38100"/>
                </a:lnTo>
                <a:lnTo>
                  <a:pt x="245135" y="83820"/>
                </a:lnTo>
                <a:lnTo>
                  <a:pt x="241376" y="116840"/>
                </a:lnTo>
                <a:lnTo>
                  <a:pt x="240309" y="127000"/>
                </a:lnTo>
                <a:lnTo>
                  <a:pt x="240207" y="128270"/>
                </a:lnTo>
                <a:lnTo>
                  <a:pt x="240106" y="129540"/>
                </a:lnTo>
                <a:lnTo>
                  <a:pt x="239991" y="130810"/>
                </a:lnTo>
                <a:lnTo>
                  <a:pt x="239356" y="138430"/>
                </a:lnTo>
                <a:lnTo>
                  <a:pt x="239280" y="139700"/>
                </a:lnTo>
                <a:lnTo>
                  <a:pt x="239191" y="140970"/>
                </a:lnTo>
                <a:lnTo>
                  <a:pt x="239115" y="142240"/>
                </a:lnTo>
                <a:lnTo>
                  <a:pt x="239026" y="143510"/>
                </a:lnTo>
                <a:lnTo>
                  <a:pt x="238937" y="144780"/>
                </a:lnTo>
                <a:lnTo>
                  <a:pt x="236728" y="186690"/>
                </a:lnTo>
                <a:lnTo>
                  <a:pt x="236651" y="189230"/>
                </a:lnTo>
                <a:lnTo>
                  <a:pt x="236423" y="196850"/>
                </a:lnTo>
                <a:lnTo>
                  <a:pt x="236321" y="201930"/>
                </a:lnTo>
                <a:lnTo>
                  <a:pt x="236181" y="210820"/>
                </a:lnTo>
                <a:lnTo>
                  <a:pt x="236283" y="241300"/>
                </a:lnTo>
                <a:lnTo>
                  <a:pt x="237312" y="273405"/>
                </a:lnTo>
                <a:lnTo>
                  <a:pt x="234251" y="266700"/>
                </a:lnTo>
                <a:lnTo>
                  <a:pt x="210477" y="218440"/>
                </a:lnTo>
                <a:lnTo>
                  <a:pt x="209232" y="215900"/>
                </a:lnTo>
                <a:lnTo>
                  <a:pt x="196799" y="189230"/>
                </a:lnTo>
                <a:lnTo>
                  <a:pt x="173126" y="139700"/>
                </a:lnTo>
                <a:lnTo>
                  <a:pt x="162445" y="116840"/>
                </a:lnTo>
                <a:lnTo>
                  <a:pt x="156095" y="104140"/>
                </a:lnTo>
                <a:lnTo>
                  <a:pt x="150126" y="90170"/>
                </a:lnTo>
                <a:lnTo>
                  <a:pt x="144526" y="78740"/>
                </a:lnTo>
                <a:lnTo>
                  <a:pt x="139280" y="68580"/>
                </a:lnTo>
                <a:lnTo>
                  <a:pt x="129222" y="46990"/>
                </a:lnTo>
                <a:lnTo>
                  <a:pt x="107543" y="13970"/>
                </a:lnTo>
                <a:lnTo>
                  <a:pt x="87058" y="3810"/>
                </a:lnTo>
                <a:lnTo>
                  <a:pt x="85090" y="2540"/>
                </a:lnTo>
                <a:lnTo>
                  <a:pt x="82143" y="2540"/>
                </a:lnTo>
                <a:lnTo>
                  <a:pt x="78206" y="1270"/>
                </a:lnTo>
                <a:lnTo>
                  <a:pt x="70840" y="0"/>
                </a:lnTo>
                <a:lnTo>
                  <a:pt x="63804" y="0"/>
                </a:lnTo>
                <a:lnTo>
                  <a:pt x="50330" y="2540"/>
                </a:lnTo>
                <a:lnTo>
                  <a:pt x="21310" y="31750"/>
                </a:lnTo>
                <a:lnTo>
                  <a:pt x="11480" y="74930"/>
                </a:lnTo>
                <a:lnTo>
                  <a:pt x="8318" y="96520"/>
                </a:lnTo>
                <a:lnTo>
                  <a:pt x="6934" y="106680"/>
                </a:lnTo>
                <a:lnTo>
                  <a:pt x="3314" y="143510"/>
                </a:lnTo>
                <a:lnTo>
                  <a:pt x="3225" y="144780"/>
                </a:lnTo>
                <a:lnTo>
                  <a:pt x="571" y="189230"/>
                </a:lnTo>
                <a:lnTo>
                  <a:pt x="0" y="210820"/>
                </a:lnTo>
                <a:lnTo>
                  <a:pt x="101" y="247650"/>
                </a:lnTo>
                <a:lnTo>
                  <a:pt x="2514" y="299720"/>
                </a:lnTo>
                <a:lnTo>
                  <a:pt x="8051" y="353060"/>
                </a:lnTo>
                <a:lnTo>
                  <a:pt x="14871" y="393700"/>
                </a:lnTo>
                <a:lnTo>
                  <a:pt x="24777" y="431800"/>
                </a:lnTo>
                <a:lnTo>
                  <a:pt x="48260" y="469900"/>
                </a:lnTo>
                <a:lnTo>
                  <a:pt x="53543" y="472440"/>
                </a:lnTo>
                <a:lnTo>
                  <a:pt x="67627" y="472440"/>
                </a:lnTo>
                <a:lnTo>
                  <a:pt x="88569" y="436880"/>
                </a:lnTo>
                <a:lnTo>
                  <a:pt x="89662" y="427990"/>
                </a:lnTo>
                <a:lnTo>
                  <a:pt x="90424" y="412750"/>
                </a:lnTo>
                <a:lnTo>
                  <a:pt x="90538" y="410210"/>
                </a:lnTo>
                <a:lnTo>
                  <a:pt x="90741" y="405130"/>
                </a:lnTo>
                <a:lnTo>
                  <a:pt x="90805" y="402590"/>
                </a:lnTo>
                <a:lnTo>
                  <a:pt x="90944" y="397510"/>
                </a:lnTo>
                <a:lnTo>
                  <a:pt x="91046" y="387350"/>
                </a:lnTo>
                <a:lnTo>
                  <a:pt x="91262" y="386080"/>
                </a:lnTo>
                <a:lnTo>
                  <a:pt x="92341" y="361950"/>
                </a:lnTo>
                <a:lnTo>
                  <a:pt x="93091" y="349250"/>
                </a:lnTo>
                <a:lnTo>
                  <a:pt x="94551" y="326390"/>
                </a:lnTo>
                <a:lnTo>
                  <a:pt x="95415" y="314960"/>
                </a:lnTo>
                <a:lnTo>
                  <a:pt x="96431" y="302260"/>
                </a:lnTo>
                <a:lnTo>
                  <a:pt x="97320" y="290830"/>
                </a:lnTo>
                <a:lnTo>
                  <a:pt x="98437" y="278130"/>
                </a:lnTo>
                <a:lnTo>
                  <a:pt x="99377" y="266700"/>
                </a:lnTo>
                <a:lnTo>
                  <a:pt x="100444" y="255270"/>
                </a:lnTo>
                <a:lnTo>
                  <a:pt x="102971" y="227330"/>
                </a:lnTo>
                <a:lnTo>
                  <a:pt x="102920" y="225386"/>
                </a:lnTo>
                <a:lnTo>
                  <a:pt x="103111" y="226060"/>
                </a:lnTo>
                <a:lnTo>
                  <a:pt x="120484" y="260350"/>
                </a:lnTo>
                <a:lnTo>
                  <a:pt x="146126" y="306070"/>
                </a:lnTo>
                <a:lnTo>
                  <a:pt x="154673" y="320040"/>
                </a:lnTo>
                <a:lnTo>
                  <a:pt x="163156" y="334010"/>
                </a:lnTo>
                <a:lnTo>
                  <a:pt x="171538" y="346710"/>
                </a:lnTo>
                <a:lnTo>
                  <a:pt x="179793" y="359410"/>
                </a:lnTo>
                <a:lnTo>
                  <a:pt x="187934" y="370840"/>
                </a:lnTo>
                <a:lnTo>
                  <a:pt x="195948" y="382270"/>
                </a:lnTo>
                <a:lnTo>
                  <a:pt x="203669" y="392430"/>
                </a:lnTo>
                <a:lnTo>
                  <a:pt x="211099" y="402590"/>
                </a:lnTo>
                <a:lnTo>
                  <a:pt x="225412" y="417830"/>
                </a:lnTo>
                <a:lnTo>
                  <a:pt x="232308" y="425450"/>
                </a:lnTo>
                <a:lnTo>
                  <a:pt x="238937" y="433070"/>
                </a:lnTo>
                <a:lnTo>
                  <a:pt x="245287" y="438150"/>
                </a:lnTo>
                <a:lnTo>
                  <a:pt x="251447" y="443230"/>
                </a:lnTo>
                <a:lnTo>
                  <a:pt x="257327" y="448310"/>
                </a:lnTo>
                <a:lnTo>
                  <a:pt x="262940" y="452120"/>
                </a:lnTo>
                <a:lnTo>
                  <a:pt x="268287" y="455930"/>
                </a:lnTo>
                <a:lnTo>
                  <a:pt x="275234" y="459740"/>
                </a:lnTo>
                <a:lnTo>
                  <a:pt x="281863" y="462280"/>
                </a:lnTo>
                <a:lnTo>
                  <a:pt x="294500" y="464820"/>
                </a:lnTo>
                <a:lnTo>
                  <a:pt x="299948" y="464820"/>
                </a:lnTo>
                <a:lnTo>
                  <a:pt x="304507" y="461010"/>
                </a:lnTo>
                <a:lnTo>
                  <a:pt x="308749" y="458470"/>
                </a:lnTo>
                <a:lnTo>
                  <a:pt x="311912" y="454660"/>
                </a:lnTo>
                <a:lnTo>
                  <a:pt x="313982" y="450850"/>
                </a:lnTo>
                <a:lnTo>
                  <a:pt x="316166" y="447040"/>
                </a:lnTo>
                <a:lnTo>
                  <a:pt x="321602" y="421640"/>
                </a:lnTo>
                <a:lnTo>
                  <a:pt x="322224" y="416560"/>
                </a:lnTo>
                <a:lnTo>
                  <a:pt x="322643" y="411480"/>
                </a:lnTo>
                <a:lnTo>
                  <a:pt x="322694" y="410210"/>
                </a:lnTo>
                <a:lnTo>
                  <a:pt x="323469" y="391160"/>
                </a:lnTo>
                <a:lnTo>
                  <a:pt x="323570" y="381000"/>
                </a:lnTo>
                <a:lnTo>
                  <a:pt x="323773" y="378460"/>
                </a:lnTo>
                <a:lnTo>
                  <a:pt x="324459" y="364490"/>
                </a:lnTo>
                <a:lnTo>
                  <a:pt x="325259" y="349250"/>
                </a:lnTo>
                <a:lnTo>
                  <a:pt x="326161" y="334010"/>
                </a:lnTo>
                <a:lnTo>
                  <a:pt x="327202" y="317500"/>
                </a:lnTo>
                <a:lnTo>
                  <a:pt x="328688" y="297180"/>
                </a:lnTo>
                <a:lnTo>
                  <a:pt x="328777" y="295910"/>
                </a:lnTo>
                <a:lnTo>
                  <a:pt x="331965" y="255270"/>
                </a:lnTo>
                <a:lnTo>
                  <a:pt x="335762" y="210820"/>
                </a:lnTo>
                <a:lnTo>
                  <a:pt x="337146" y="196850"/>
                </a:lnTo>
                <a:lnTo>
                  <a:pt x="338518" y="181610"/>
                </a:lnTo>
                <a:lnTo>
                  <a:pt x="342176" y="144780"/>
                </a:lnTo>
                <a:lnTo>
                  <a:pt x="342303" y="143510"/>
                </a:lnTo>
                <a:lnTo>
                  <a:pt x="342430" y="142240"/>
                </a:lnTo>
                <a:lnTo>
                  <a:pt x="343623" y="130810"/>
                </a:lnTo>
                <a:lnTo>
                  <a:pt x="344716" y="120650"/>
                </a:lnTo>
                <a:lnTo>
                  <a:pt x="344830" y="119380"/>
                </a:lnTo>
                <a:lnTo>
                  <a:pt x="344944" y="118110"/>
                </a:lnTo>
                <a:lnTo>
                  <a:pt x="345059" y="116840"/>
                </a:lnTo>
                <a:lnTo>
                  <a:pt x="345160" y="115570"/>
                </a:lnTo>
                <a:lnTo>
                  <a:pt x="345274" y="114300"/>
                </a:lnTo>
                <a:lnTo>
                  <a:pt x="345719" y="109220"/>
                </a:lnTo>
                <a:lnTo>
                  <a:pt x="346621" y="100330"/>
                </a:lnTo>
                <a:lnTo>
                  <a:pt x="346722" y="99060"/>
                </a:lnTo>
                <a:lnTo>
                  <a:pt x="346824" y="97790"/>
                </a:lnTo>
                <a:lnTo>
                  <a:pt x="346925" y="96520"/>
                </a:lnTo>
                <a:lnTo>
                  <a:pt x="347433" y="90170"/>
                </a:lnTo>
                <a:lnTo>
                  <a:pt x="348145" y="82550"/>
                </a:lnTo>
                <a:lnTo>
                  <a:pt x="348221" y="81280"/>
                </a:lnTo>
                <a:lnTo>
                  <a:pt x="348310" y="80010"/>
                </a:lnTo>
                <a:lnTo>
                  <a:pt x="348399" y="78740"/>
                </a:lnTo>
                <a:lnTo>
                  <a:pt x="349262" y="66040"/>
                </a:lnTo>
                <a:lnTo>
                  <a:pt x="349313" y="63500"/>
                </a:lnTo>
                <a:lnTo>
                  <a:pt x="349440" y="57150"/>
                </a:lnTo>
                <a:lnTo>
                  <a:pt x="349516" y="53340"/>
                </a:lnTo>
                <a:close/>
              </a:path>
              <a:path w="675640" h="472440">
                <a:moveTo>
                  <a:pt x="675386" y="361683"/>
                </a:moveTo>
                <a:lnTo>
                  <a:pt x="666597" y="322313"/>
                </a:lnTo>
                <a:lnTo>
                  <a:pt x="644829" y="286753"/>
                </a:lnTo>
                <a:lnTo>
                  <a:pt x="617639" y="256273"/>
                </a:lnTo>
                <a:lnTo>
                  <a:pt x="610590" y="249923"/>
                </a:lnTo>
                <a:lnTo>
                  <a:pt x="603923" y="243573"/>
                </a:lnTo>
                <a:lnTo>
                  <a:pt x="597611" y="238493"/>
                </a:lnTo>
                <a:lnTo>
                  <a:pt x="591680" y="232143"/>
                </a:lnTo>
                <a:lnTo>
                  <a:pt x="588467" y="229603"/>
                </a:lnTo>
                <a:lnTo>
                  <a:pt x="582815" y="224523"/>
                </a:lnTo>
                <a:lnTo>
                  <a:pt x="580224" y="221983"/>
                </a:lnTo>
                <a:lnTo>
                  <a:pt x="577951" y="220713"/>
                </a:lnTo>
                <a:lnTo>
                  <a:pt x="575983" y="218173"/>
                </a:lnTo>
                <a:lnTo>
                  <a:pt x="562927" y="205473"/>
                </a:lnTo>
                <a:lnTo>
                  <a:pt x="557530" y="200393"/>
                </a:lnTo>
                <a:lnTo>
                  <a:pt x="552348" y="195313"/>
                </a:lnTo>
                <a:lnTo>
                  <a:pt x="527329" y="163563"/>
                </a:lnTo>
                <a:lnTo>
                  <a:pt x="521893" y="149593"/>
                </a:lnTo>
                <a:lnTo>
                  <a:pt x="521893" y="144513"/>
                </a:lnTo>
                <a:lnTo>
                  <a:pt x="549656" y="117843"/>
                </a:lnTo>
                <a:lnTo>
                  <a:pt x="563435" y="117843"/>
                </a:lnTo>
                <a:lnTo>
                  <a:pt x="568617" y="119113"/>
                </a:lnTo>
                <a:lnTo>
                  <a:pt x="573493" y="120383"/>
                </a:lnTo>
                <a:lnTo>
                  <a:pt x="578358" y="120383"/>
                </a:lnTo>
                <a:lnTo>
                  <a:pt x="582968" y="122923"/>
                </a:lnTo>
                <a:lnTo>
                  <a:pt x="587324" y="124193"/>
                </a:lnTo>
                <a:lnTo>
                  <a:pt x="591680" y="126733"/>
                </a:lnTo>
                <a:lnTo>
                  <a:pt x="595871" y="128003"/>
                </a:lnTo>
                <a:lnTo>
                  <a:pt x="603961" y="133083"/>
                </a:lnTo>
                <a:lnTo>
                  <a:pt x="607682" y="135623"/>
                </a:lnTo>
                <a:lnTo>
                  <a:pt x="611111" y="136893"/>
                </a:lnTo>
                <a:lnTo>
                  <a:pt x="616597" y="140703"/>
                </a:lnTo>
                <a:lnTo>
                  <a:pt x="627265" y="145783"/>
                </a:lnTo>
                <a:lnTo>
                  <a:pt x="632548" y="149593"/>
                </a:lnTo>
                <a:lnTo>
                  <a:pt x="638048" y="149593"/>
                </a:lnTo>
                <a:lnTo>
                  <a:pt x="643750" y="147053"/>
                </a:lnTo>
                <a:lnTo>
                  <a:pt x="650151" y="144513"/>
                </a:lnTo>
                <a:lnTo>
                  <a:pt x="669036" y="117843"/>
                </a:lnTo>
                <a:lnTo>
                  <a:pt x="669391" y="116573"/>
                </a:lnTo>
                <a:lnTo>
                  <a:pt x="670674" y="108953"/>
                </a:lnTo>
                <a:lnTo>
                  <a:pt x="670737" y="107683"/>
                </a:lnTo>
                <a:lnTo>
                  <a:pt x="671106" y="101333"/>
                </a:lnTo>
                <a:lnTo>
                  <a:pt x="665657" y="69583"/>
                </a:lnTo>
                <a:lnTo>
                  <a:pt x="664337" y="65773"/>
                </a:lnTo>
                <a:lnTo>
                  <a:pt x="637679" y="28943"/>
                </a:lnTo>
                <a:lnTo>
                  <a:pt x="586625" y="4813"/>
                </a:lnTo>
                <a:lnTo>
                  <a:pt x="566572" y="2273"/>
                </a:lnTo>
                <a:lnTo>
                  <a:pt x="543471" y="2273"/>
                </a:lnTo>
                <a:lnTo>
                  <a:pt x="495858" y="12433"/>
                </a:lnTo>
                <a:lnTo>
                  <a:pt x="454342" y="32753"/>
                </a:lnTo>
                <a:lnTo>
                  <a:pt x="420128" y="61963"/>
                </a:lnTo>
                <a:lnTo>
                  <a:pt x="417283" y="65659"/>
                </a:lnTo>
                <a:lnTo>
                  <a:pt x="417283" y="136893"/>
                </a:lnTo>
                <a:lnTo>
                  <a:pt x="417220" y="138163"/>
                </a:lnTo>
                <a:lnTo>
                  <a:pt x="417144" y="139433"/>
                </a:lnTo>
                <a:lnTo>
                  <a:pt x="417283" y="136893"/>
                </a:lnTo>
                <a:lnTo>
                  <a:pt x="417283" y="65659"/>
                </a:lnTo>
                <a:lnTo>
                  <a:pt x="395795" y="101333"/>
                </a:lnTo>
                <a:lnTo>
                  <a:pt x="387832" y="133083"/>
                </a:lnTo>
                <a:lnTo>
                  <a:pt x="387946" y="147053"/>
                </a:lnTo>
                <a:lnTo>
                  <a:pt x="398792" y="188963"/>
                </a:lnTo>
                <a:lnTo>
                  <a:pt x="418782" y="223253"/>
                </a:lnTo>
                <a:lnTo>
                  <a:pt x="444258" y="253733"/>
                </a:lnTo>
                <a:lnTo>
                  <a:pt x="472871" y="280403"/>
                </a:lnTo>
                <a:lnTo>
                  <a:pt x="482333" y="289293"/>
                </a:lnTo>
                <a:lnTo>
                  <a:pt x="491528" y="296913"/>
                </a:lnTo>
                <a:lnTo>
                  <a:pt x="500443" y="304533"/>
                </a:lnTo>
                <a:lnTo>
                  <a:pt x="529450" y="328663"/>
                </a:lnTo>
                <a:lnTo>
                  <a:pt x="535406" y="335013"/>
                </a:lnTo>
                <a:lnTo>
                  <a:pt x="540385" y="340093"/>
                </a:lnTo>
                <a:lnTo>
                  <a:pt x="545465" y="345173"/>
                </a:lnTo>
                <a:lnTo>
                  <a:pt x="549300" y="350253"/>
                </a:lnTo>
                <a:lnTo>
                  <a:pt x="554482" y="357873"/>
                </a:lnTo>
                <a:lnTo>
                  <a:pt x="555777" y="361683"/>
                </a:lnTo>
                <a:lnTo>
                  <a:pt x="555777" y="368033"/>
                </a:lnTo>
                <a:lnTo>
                  <a:pt x="554736" y="371843"/>
                </a:lnTo>
                <a:lnTo>
                  <a:pt x="550595" y="379463"/>
                </a:lnTo>
                <a:lnTo>
                  <a:pt x="547585" y="383273"/>
                </a:lnTo>
                <a:lnTo>
                  <a:pt x="543648" y="385813"/>
                </a:lnTo>
                <a:lnTo>
                  <a:pt x="539711" y="389623"/>
                </a:lnTo>
                <a:lnTo>
                  <a:pt x="535101" y="392163"/>
                </a:lnTo>
                <a:lnTo>
                  <a:pt x="524535" y="395973"/>
                </a:lnTo>
                <a:lnTo>
                  <a:pt x="519201" y="399783"/>
                </a:lnTo>
                <a:lnTo>
                  <a:pt x="513930" y="407238"/>
                </a:lnTo>
                <a:lnTo>
                  <a:pt x="511213" y="404863"/>
                </a:lnTo>
                <a:lnTo>
                  <a:pt x="508317" y="402323"/>
                </a:lnTo>
                <a:lnTo>
                  <a:pt x="506869" y="401053"/>
                </a:lnTo>
                <a:lnTo>
                  <a:pt x="499452" y="397243"/>
                </a:lnTo>
                <a:lnTo>
                  <a:pt x="484327" y="393433"/>
                </a:lnTo>
                <a:lnTo>
                  <a:pt x="477799" y="392163"/>
                </a:lnTo>
                <a:lnTo>
                  <a:pt x="472313" y="389623"/>
                </a:lnTo>
                <a:lnTo>
                  <a:pt x="466610" y="387083"/>
                </a:lnTo>
                <a:lnTo>
                  <a:pt x="449770" y="383273"/>
                </a:lnTo>
                <a:lnTo>
                  <a:pt x="444487" y="384543"/>
                </a:lnTo>
                <a:lnTo>
                  <a:pt x="439508" y="388353"/>
                </a:lnTo>
                <a:lnTo>
                  <a:pt x="434124" y="392163"/>
                </a:lnTo>
                <a:lnTo>
                  <a:pt x="431431" y="398513"/>
                </a:lnTo>
                <a:lnTo>
                  <a:pt x="431431" y="412483"/>
                </a:lnTo>
                <a:lnTo>
                  <a:pt x="434594" y="420103"/>
                </a:lnTo>
                <a:lnTo>
                  <a:pt x="440918" y="427723"/>
                </a:lnTo>
                <a:lnTo>
                  <a:pt x="445998" y="432803"/>
                </a:lnTo>
                <a:lnTo>
                  <a:pt x="451751" y="437883"/>
                </a:lnTo>
                <a:lnTo>
                  <a:pt x="458190" y="444233"/>
                </a:lnTo>
                <a:lnTo>
                  <a:pt x="465315" y="448043"/>
                </a:lnTo>
                <a:lnTo>
                  <a:pt x="473151" y="453123"/>
                </a:lnTo>
                <a:lnTo>
                  <a:pt x="481596" y="456933"/>
                </a:lnTo>
                <a:lnTo>
                  <a:pt x="490639" y="460743"/>
                </a:lnTo>
                <a:lnTo>
                  <a:pt x="500291" y="464553"/>
                </a:lnTo>
                <a:lnTo>
                  <a:pt x="510438" y="467093"/>
                </a:lnTo>
                <a:lnTo>
                  <a:pt x="543344" y="470903"/>
                </a:lnTo>
                <a:lnTo>
                  <a:pt x="568363" y="468363"/>
                </a:lnTo>
                <a:lnTo>
                  <a:pt x="580529" y="465823"/>
                </a:lnTo>
                <a:lnTo>
                  <a:pt x="592455" y="462013"/>
                </a:lnTo>
                <a:lnTo>
                  <a:pt x="603999" y="458203"/>
                </a:lnTo>
                <a:lnTo>
                  <a:pt x="614832" y="451853"/>
                </a:lnTo>
                <a:lnTo>
                  <a:pt x="624979" y="446773"/>
                </a:lnTo>
                <a:lnTo>
                  <a:pt x="656005" y="417563"/>
                </a:lnTo>
                <a:lnTo>
                  <a:pt x="663232" y="407403"/>
                </a:lnTo>
                <a:lnTo>
                  <a:pt x="663346" y="407238"/>
                </a:lnTo>
                <a:lnTo>
                  <a:pt x="675373" y="364223"/>
                </a:lnTo>
                <a:lnTo>
                  <a:pt x="675386" y="36168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98152" y="2211090"/>
            <a:ext cx="1665385" cy="417974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688788" y="3052337"/>
            <a:ext cx="404241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2120" algn="l"/>
              </a:tabLst>
            </a:pPr>
            <a:r>
              <a:rPr sz="1900" spc="-25" dirty="0">
                <a:latin typeface="Times New Roman"/>
                <a:cs typeface="Times New Roman"/>
              </a:rPr>
              <a:t>1.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40" dirty="0">
                <a:latin typeface="Times New Roman"/>
                <a:cs typeface="Times New Roman"/>
              </a:rPr>
              <a:t>Easy</a:t>
            </a:r>
            <a:r>
              <a:rPr sz="1900" spc="-175" dirty="0">
                <a:latin typeface="Times New Roman"/>
                <a:cs typeface="Times New Roman"/>
              </a:rPr>
              <a:t> </a:t>
            </a:r>
            <a:r>
              <a:rPr sz="1900" spc="-100" dirty="0">
                <a:latin typeface="Times New Roman"/>
                <a:cs typeface="Times New Roman"/>
              </a:rPr>
              <a:t>online</a:t>
            </a:r>
            <a:r>
              <a:rPr sz="1900" spc="-125" dirty="0">
                <a:latin typeface="Times New Roman"/>
                <a:cs typeface="Times New Roman"/>
              </a:rPr>
              <a:t> </a:t>
            </a:r>
            <a:r>
              <a:rPr sz="1900" spc="-130" dirty="0">
                <a:latin typeface="Times New Roman"/>
                <a:cs typeface="Times New Roman"/>
              </a:rPr>
              <a:t>event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75" dirty="0">
                <a:latin typeface="Times New Roman"/>
                <a:cs typeface="Times New Roman"/>
              </a:rPr>
              <a:t>registration </a:t>
            </a:r>
            <a:r>
              <a:rPr sz="1900" spc="-125" dirty="0">
                <a:latin typeface="Times New Roman"/>
                <a:cs typeface="Times New Roman"/>
              </a:rPr>
              <a:t>for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spc="-75" dirty="0">
                <a:latin typeface="Times New Roman"/>
                <a:cs typeface="Times New Roman"/>
              </a:rPr>
              <a:t>students.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88788" y="3596823"/>
            <a:ext cx="341439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9255" algn="l"/>
              </a:tabLst>
            </a:pPr>
            <a:r>
              <a:rPr sz="1900" spc="-25" dirty="0">
                <a:latin typeface="Times New Roman"/>
                <a:cs typeface="Times New Roman"/>
              </a:rPr>
              <a:t>2.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90" dirty="0">
                <a:latin typeface="Times New Roman"/>
                <a:cs typeface="Times New Roman"/>
              </a:rPr>
              <a:t>Reduces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85" dirty="0">
                <a:latin typeface="Times New Roman"/>
                <a:cs typeface="Times New Roman"/>
              </a:rPr>
              <a:t>paperwork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65" dirty="0">
                <a:latin typeface="Times New Roman"/>
                <a:cs typeface="Times New Roman"/>
              </a:rPr>
              <a:t>and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40" dirty="0">
                <a:latin typeface="Times New Roman"/>
                <a:cs typeface="Times New Roman"/>
              </a:rPr>
              <a:t>manual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55" dirty="0">
                <a:latin typeface="Times New Roman"/>
                <a:cs typeface="Times New Roman"/>
              </a:rPr>
              <a:t>work.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88788" y="5230281"/>
            <a:ext cx="417830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9255" algn="l"/>
              </a:tabLst>
            </a:pPr>
            <a:r>
              <a:rPr sz="1900" spc="-25" dirty="0">
                <a:latin typeface="Times New Roman"/>
                <a:cs typeface="Times New Roman"/>
              </a:rPr>
              <a:t>5.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40" dirty="0">
                <a:latin typeface="Times New Roman"/>
                <a:cs typeface="Times New Roman"/>
              </a:rPr>
              <a:t>Quick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165" dirty="0">
                <a:latin typeface="Times New Roman"/>
                <a:cs typeface="Times New Roman"/>
              </a:rPr>
              <a:t>access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Times New Roman"/>
                <a:cs typeface="Times New Roman"/>
              </a:rPr>
              <a:t>to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Times New Roman"/>
                <a:cs typeface="Times New Roman"/>
              </a:rPr>
              <a:t>participant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165" dirty="0">
                <a:latin typeface="Times New Roman"/>
                <a:cs typeface="Times New Roman"/>
              </a:rPr>
              <a:t>and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45" dirty="0">
                <a:latin typeface="Times New Roman"/>
                <a:cs typeface="Times New Roman"/>
              </a:rPr>
              <a:t>event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Times New Roman"/>
                <a:cs typeface="Times New Roman"/>
              </a:rPr>
              <a:t>reports.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1" name="object 4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13325" y="6144695"/>
            <a:ext cx="1750212" cy="330994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264747" y="5924292"/>
            <a:ext cx="5508625" cy="2000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  <a:p>
            <a:pPr marL="1813560" indent="-37719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1813560" algn="l"/>
              </a:tabLst>
            </a:pPr>
            <a:r>
              <a:rPr sz="1900" spc="-140" dirty="0">
                <a:latin typeface="Times New Roman"/>
                <a:cs typeface="Times New Roman"/>
              </a:rPr>
              <a:t>Requires</a:t>
            </a:r>
            <a:r>
              <a:rPr sz="1900" spc="-155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Times New Roman"/>
                <a:cs typeface="Times New Roman"/>
              </a:rPr>
              <a:t>internet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165" dirty="0">
                <a:latin typeface="Times New Roman"/>
                <a:cs typeface="Times New Roman"/>
              </a:rPr>
              <a:t>connection</a:t>
            </a:r>
            <a:r>
              <a:rPr sz="1900" spc="-15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to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access.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  <a:spcBef>
                <a:spcPts val="30"/>
              </a:spcBef>
            </a:pPr>
            <a:r>
              <a:rPr sz="1900" spc="15" dirty="0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 marL="1813560" indent="-377190">
              <a:lnSpc>
                <a:spcPts val="2130"/>
              </a:lnSpc>
              <a:buAutoNum type="arabicPeriod" startAt="2"/>
              <a:tabLst>
                <a:tab pos="1813560" algn="l"/>
              </a:tabLst>
            </a:pPr>
            <a:r>
              <a:rPr sz="1900" spc="-110" dirty="0">
                <a:latin typeface="Times New Roman"/>
                <a:cs typeface="Times New Roman"/>
              </a:rPr>
              <a:t>Limited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Times New Roman"/>
                <a:cs typeface="Times New Roman"/>
              </a:rPr>
              <a:t>to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14" dirty="0">
                <a:latin typeface="Times New Roman"/>
                <a:cs typeface="Times New Roman"/>
              </a:rPr>
              <a:t>basic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spc="-80" dirty="0">
                <a:latin typeface="Times New Roman"/>
                <a:cs typeface="Times New Roman"/>
              </a:rPr>
              <a:t>roles </a:t>
            </a:r>
            <a:r>
              <a:rPr sz="1900" spc="-180" dirty="0">
                <a:latin typeface="Times New Roman"/>
                <a:cs typeface="Times New Roman"/>
              </a:rPr>
              <a:t>(Admin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65" dirty="0">
                <a:latin typeface="Times New Roman"/>
                <a:cs typeface="Times New Roman"/>
              </a:rPr>
              <a:t>and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Student).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88788" y="8151659"/>
            <a:ext cx="435673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9255" algn="l"/>
              </a:tabLst>
            </a:pPr>
            <a:r>
              <a:rPr sz="1900" spc="-25" dirty="0">
                <a:latin typeface="Times New Roman"/>
                <a:cs typeface="Times New Roman"/>
              </a:rPr>
              <a:t>3.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40" dirty="0">
                <a:latin typeface="Times New Roman"/>
                <a:cs typeface="Times New Roman"/>
              </a:rPr>
              <a:t>No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built-</a:t>
            </a:r>
            <a:r>
              <a:rPr sz="1900" spc="-65" dirty="0">
                <a:latin typeface="Times New Roman"/>
                <a:cs typeface="Times New Roman"/>
              </a:rPr>
              <a:t>in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85" dirty="0">
                <a:latin typeface="Times New Roman"/>
                <a:cs typeface="Times New Roman"/>
              </a:rPr>
              <a:t>payment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70" dirty="0">
                <a:latin typeface="Times New Roman"/>
                <a:cs typeface="Times New Roman"/>
              </a:rPr>
              <a:t>system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(if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spc="-120" dirty="0">
                <a:latin typeface="Times New Roman"/>
                <a:cs typeface="Times New Roman"/>
              </a:rPr>
              <a:t>not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Times New Roman"/>
                <a:cs typeface="Times New Roman"/>
              </a:rPr>
              <a:t>integrated).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7965" y="8777982"/>
            <a:ext cx="127000" cy="177800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2688788" y="8696145"/>
            <a:ext cx="3906520" cy="8521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5940" indent="-523240">
              <a:lnSpc>
                <a:spcPct val="100000"/>
              </a:lnSpc>
              <a:spcBef>
                <a:spcPts val="120"/>
              </a:spcBef>
              <a:buAutoNum type="arabicPeriod" startAt="4"/>
              <a:tabLst>
                <a:tab pos="535940" algn="l"/>
              </a:tabLst>
            </a:pPr>
            <a:r>
              <a:rPr sz="1900" spc="-180" dirty="0">
                <a:latin typeface="Times New Roman"/>
                <a:cs typeface="Times New Roman"/>
              </a:rPr>
              <a:t>erformance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254" dirty="0">
                <a:latin typeface="Times New Roman"/>
                <a:cs typeface="Times New Roman"/>
              </a:rPr>
              <a:t>may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45" dirty="0">
                <a:latin typeface="Times New Roman"/>
                <a:cs typeface="Times New Roman"/>
              </a:rPr>
              <a:t>slow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-114" dirty="0">
                <a:latin typeface="Times New Roman"/>
                <a:cs typeface="Times New Roman"/>
              </a:rPr>
              <a:t>with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-195" dirty="0">
                <a:latin typeface="Times New Roman"/>
                <a:cs typeface="Times New Roman"/>
              </a:rPr>
              <a:t>heavy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traffic.</a:t>
            </a:r>
            <a:endParaRPr sz="1900">
              <a:latin typeface="Times New Roman"/>
              <a:cs typeface="Times New Roman"/>
            </a:endParaRPr>
          </a:p>
          <a:p>
            <a:pPr marL="389255" indent="-376555">
              <a:lnSpc>
                <a:spcPct val="100000"/>
              </a:lnSpc>
              <a:spcBef>
                <a:spcPts val="1925"/>
              </a:spcBef>
              <a:buAutoNum type="arabicPeriod" startAt="4"/>
              <a:tabLst>
                <a:tab pos="389255" algn="l"/>
              </a:tabLst>
            </a:pPr>
            <a:r>
              <a:rPr sz="1900" spc="-140" dirty="0">
                <a:latin typeface="Times New Roman"/>
                <a:cs typeface="Times New Roman"/>
              </a:rPr>
              <a:t>Requires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75" dirty="0">
                <a:latin typeface="Times New Roman"/>
                <a:cs typeface="Times New Roman"/>
              </a:rPr>
              <a:t>regular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160" dirty="0">
                <a:latin typeface="Times New Roman"/>
                <a:cs typeface="Times New Roman"/>
              </a:rPr>
              <a:t>maintenance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65" dirty="0">
                <a:latin typeface="Times New Roman"/>
                <a:cs typeface="Times New Roman"/>
              </a:rPr>
              <a:t>and </a:t>
            </a:r>
            <a:r>
              <a:rPr sz="1900" spc="-90" dirty="0">
                <a:latin typeface="Times New Roman"/>
                <a:cs typeface="Times New Roman"/>
              </a:rPr>
              <a:t>updates.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936626" y="1130855"/>
            <a:ext cx="2508250" cy="9015730"/>
            <a:chOff x="17936626" y="1130855"/>
            <a:chExt cx="2508250" cy="9015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6626" y="1130855"/>
              <a:ext cx="1047088" cy="2617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454168" y="1506203"/>
              <a:ext cx="1650364" cy="8300084"/>
            </a:xfrm>
            <a:custGeom>
              <a:avLst/>
              <a:gdLst/>
              <a:ahLst/>
              <a:cxnLst/>
              <a:rect l="l" t="t" r="r" b="b"/>
              <a:pathLst>
                <a:path w="1650365" h="8300084">
                  <a:moveTo>
                    <a:pt x="1650236" y="0"/>
                  </a:moveTo>
                  <a:lnTo>
                    <a:pt x="1599045" y="54768"/>
                  </a:lnTo>
                  <a:lnTo>
                    <a:pt x="1565729" y="91199"/>
                  </a:lnTo>
                  <a:lnTo>
                    <a:pt x="1532710" y="127902"/>
                  </a:lnTo>
                  <a:lnTo>
                    <a:pt x="1499985" y="164876"/>
                  </a:lnTo>
                  <a:lnTo>
                    <a:pt x="1467559" y="202118"/>
                  </a:lnTo>
                  <a:lnTo>
                    <a:pt x="1435433" y="239625"/>
                  </a:lnTo>
                  <a:lnTo>
                    <a:pt x="1403609" y="277398"/>
                  </a:lnTo>
                  <a:lnTo>
                    <a:pt x="1372091" y="315433"/>
                  </a:lnTo>
                  <a:lnTo>
                    <a:pt x="1340878" y="353729"/>
                  </a:lnTo>
                  <a:lnTo>
                    <a:pt x="1309969" y="392284"/>
                  </a:lnTo>
                  <a:lnTo>
                    <a:pt x="1279373" y="431097"/>
                  </a:lnTo>
                  <a:lnTo>
                    <a:pt x="1249089" y="470164"/>
                  </a:lnTo>
                  <a:lnTo>
                    <a:pt x="1219114" y="509485"/>
                  </a:lnTo>
                  <a:lnTo>
                    <a:pt x="1189456" y="549056"/>
                  </a:lnTo>
                  <a:lnTo>
                    <a:pt x="1160119" y="588878"/>
                  </a:lnTo>
                  <a:lnTo>
                    <a:pt x="1131096" y="628948"/>
                  </a:lnTo>
                  <a:lnTo>
                    <a:pt x="1102394" y="669263"/>
                  </a:lnTo>
                  <a:lnTo>
                    <a:pt x="1074019" y="709822"/>
                  </a:lnTo>
                  <a:lnTo>
                    <a:pt x="1045966" y="750623"/>
                  </a:lnTo>
                  <a:lnTo>
                    <a:pt x="1018238" y="791664"/>
                  </a:lnTo>
                  <a:lnTo>
                    <a:pt x="990838" y="832945"/>
                  </a:lnTo>
                  <a:lnTo>
                    <a:pt x="963770" y="874461"/>
                  </a:lnTo>
                  <a:lnTo>
                    <a:pt x="937034" y="916212"/>
                  </a:lnTo>
                  <a:lnTo>
                    <a:pt x="910630" y="958195"/>
                  </a:lnTo>
                  <a:lnTo>
                    <a:pt x="884563" y="1000410"/>
                  </a:lnTo>
                  <a:lnTo>
                    <a:pt x="858834" y="1042854"/>
                  </a:lnTo>
                  <a:lnTo>
                    <a:pt x="833444" y="1085524"/>
                  </a:lnTo>
                  <a:lnTo>
                    <a:pt x="808392" y="1128420"/>
                  </a:lnTo>
                  <a:lnTo>
                    <a:pt x="783689" y="1171540"/>
                  </a:lnTo>
                  <a:lnTo>
                    <a:pt x="759327" y="1214880"/>
                  </a:lnTo>
                  <a:lnTo>
                    <a:pt x="735314" y="1258440"/>
                  </a:lnTo>
                  <a:lnTo>
                    <a:pt x="711647" y="1302218"/>
                  </a:lnTo>
                  <a:lnTo>
                    <a:pt x="688334" y="1346212"/>
                  </a:lnTo>
                  <a:lnTo>
                    <a:pt x="665373" y="1390420"/>
                  </a:lnTo>
                  <a:lnTo>
                    <a:pt x="642766" y="1434840"/>
                  </a:lnTo>
                  <a:lnTo>
                    <a:pt x="620514" y="1479471"/>
                  </a:lnTo>
                  <a:lnTo>
                    <a:pt x="598621" y="1524310"/>
                  </a:lnTo>
                  <a:lnTo>
                    <a:pt x="577090" y="1569355"/>
                  </a:lnTo>
                  <a:lnTo>
                    <a:pt x="555918" y="1614605"/>
                  </a:lnTo>
                  <a:lnTo>
                    <a:pt x="535112" y="1660057"/>
                  </a:lnTo>
                  <a:lnTo>
                    <a:pt x="514672" y="1705710"/>
                  </a:lnTo>
                  <a:lnTo>
                    <a:pt x="494598" y="1751563"/>
                  </a:lnTo>
                  <a:lnTo>
                    <a:pt x="474893" y="1797612"/>
                  </a:lnTo>
                  <a:lnTo>
                    <a:pt x="455560" y="1843857"/>
                  </a:lnTo>
                  <a:lnTo>
                    <a:pt x="436601" y="1890296"/>
                  </a:lnTo>
                  <a:lnTo>
                    <a:pt x="418014" y="1936926"/>
                  </a:lnTo>
                  <a:lnTo>
                    <a:pt x="399810" y="1983745"/>
                  </a:lnTo>
                  <a:lnTo>
                    <a:pt x="381978" y="2030753"/>
                  </a:lnTo>
                  <a:lnTo>
                    <a:pt x="364530" y="2077946"/>
                  </a:lnTo>
                  <a:lnTo>
                    <a:pt x="347464" y="2125324"/>
                  </a:lnTo>
                  <a:lnTo>
                    <a:pt x="330783" y="2172884"/>
                  </a:lnTo>
                  <a:lnTo>
                    <a:pt x="314488" y="2220623"/>
                  </a:lnTo>
                  <a:lnTo>
                    <a:pt x="298579" y="2268541"/>
                  </a:lnTo>
                  <a:lnTo>
                    <a:pt x="283063" y="2316635"/>
                  </a:lnTo>
                  <a:lnTo>
                    <a:pt x="267940" y="2364905"/>
                  </a:lnTo>
                  <a:lnTo>
                    <a:pt x="253209" y="2413347"/>
                  </a:lnTo>
                  <a:lnTo>
                    <a:pt x="238873" y="2461960"/>
                  </a:lnTo>
                  <a:lnTo>
                    <a:pt x="224934" y="2510743"/>
                  </a:lnTo>
                  <a:lnTo>
                    <a:pt x="211394" y="2559692"/>
                  </a:lnTo>
                  <a:lnTo>
                    <a:pt x="198257" y="2608807"/>
                  </a:lnTo>
                  <a:lnTo>
                    <a:pt x="185523" y="2658085"/>
                  </a:lnTo>
                  <a:lnTo>
                    <a:pt x="173193" y="2707525"/>
                  </a:lnTo>
                  <a:lnTo>
                    <a:pt x="161270" y="2757125"/>
                  </a:lnTo>
                  <a:lnTo>
                    <a:pt x="149757" y="2806881"/>
                  </a:lnTo>
                  <a:lnTo>
                    <a:pt x="138654" y="2856795"/>
                  </a:lnTo>
                  <a:lnTo>
                    <a:pt x="127962" y="2906863"/>
                  </a:lnTo>
                  <a:lnTo>
                    <a:pt x="117685" y="2957082"/>
                  </a:lnTo>
                  <a:lnTo>
                    <a:pt x="107826" y="3007452"/>
                  </a:lnTo>
                  <a:lnTo>
                    <a:pt x="98384" y="3057970"/>
                  </a:lnTo>
                  <a:lnTo>
                    <a:pt x="89361" y="3108635"/>
                  </a:lnTo>
                  <a:lnTo>
                    <a:pt x="80762" y="3159445"/>
                  </a:lnTo>
                  <a:lnTo>
                    <a:pt x="72585" y="3210397"/>
                  </a:lnTo>
                  <a:lnTo>
                    <a:pt x="64832" y="3261491"/>
                  </a:lnTo>
                  <a:lnTo>
                    <a:pt x="57511" y="3312724"/>
                  </a:lnTo>
                  <a:lnTo>
                    <a:pt x="50617" y="3364093"/>
                  </a:lnTo>
                  <a:lnTo>
                    <a:pt x="44153" y="3415598"/>
                  </a:lnTo>
                  <a:lnTo>
                    <a:pt x="38123" y="3467237"/>
                  </a:lnTo>
                  <a:lnTo>
                    <a:pt x="32530" y="3519007"/>
                  </a:lnTo>
                  <a:lnTo>
                    <a:pt x="27372" y="3570907"/>
                  </a:lnTo>
                  <a:lnTo>
                    <a:pt x="22652" y="3622935"/>
                  </a:lnTo>
                  <a:lnTo>
                    <a:pt x="18373" y="3675089"/>
                  </a:lnTo>
                  <a:lnTo>
                    <a:pt x="14537" y="3727367"/>
                  </a:lnTo>
                  <a:lnTo>
                    <a:pt x="11144" y="3779767"/>
                  </a:lnTo>
                  <a:lnTo>
                    <a:pt x="8200" y="3832287"/>
                  </a:lnTo>
                  <a:lnTo>
                    <a:pt x="5702" y="3884927"/>
                  </a:lnTo>
                  <a:lnTo>
                    <a:pt x="3654" y="3937683"/>
                  </a:lnTo>
                  <a:lnTo>
                    <a:pt x="2057" y="3990554"/>
                  </a:lnTo>
                  <a:lnTo>
                    <a:pt x="915" y="4043537"/>
                  </a:lnTo>
                  <a:lnTo>
                    <a:pt x="228" y="4096632"/>
                  </a:lnTo>
                  <a:lnTo>
                    <a:pt x="0" y="4149835"/>
                  </a:lnTo>
                  <a:lnTo>
                    <a:pt x="228" y="4203039"/>
                  </a:lnTo>
                  <a:lnTo>
                    <a:pt x="915" y="4256132"/>
                  </a:lnTo>
                  <a:lnTo>
                    <a:pt x="2057" y="4309116"/>
                  </a:lnTo>
                  <a:lnTo>
                    <a:pt x="3654" y="4361987"/>
                  </a:lnTo>
                  <a:lnTo>
                    <a:pt x="5702" y="4414742"/>
                  </a:lnTo>
                  <a:lnTo>
                    <a:pt x="8200" y="4467381"/>
                  </a:lnTo>
                  <a:lnTo>
                    <a:pt x="11144" y="4519902"/>
                  </a:lnTo>
                  <a:lnTo>
                    <a:pt x="14537" y="4572303"/>
                  </a:lnTo>
                  <a:lnTo>
                    <a:pt x="18373" y="4624580"/>
                  </a:lnTo>
                  <a:lnTo>
                    <a:pt x="22652" y="4676734"/>
                  </a:lnTo>
                  <a:lnTo>
                    <a:pt x="27372" y="4728762"/>
                  </a:lnTo>
                  <a:lnTo>
                    <a:pt x="32530" y="4780662"/>
                  </a:lnTo>
                  <a:lnTo>
                    <a:pt x="38123" y="4832432"/>
                  </a:lnTo>
                  <a:lnTo>
                    <a:pt x="44153" y="4884070"/>
                  </a:lnTo>
                  <a:lnTo>
                    <a:pt x="50617" y="4935576"/>
                  </a:lnTo>
                  <a:lnTo>
                    <a:pt x="57511" y="4986946"/>
                  </a:lnTo>
                  <a:lnTo>
                    <a:pt x="64832" y="5038179"/>
                  </a:lnTo>
                  <a:lnTo>
                    <a:pt x="72585" y="5089273"/>
                  </a:lnTo>
                  <a:lnTo>
                    <a:pt x="80762" y="5140225"/>
                  </a:lnTo>
                  <a:lnTo>
                    <a:pt x="89361" y="5191035"/>
                  </a:lnTo>
                  <a:lnTo>
                    <a:pt x="98384" y="5241699"/>
                  </a:lnTo>
                  <a:lnTo>
                    <a:pt x="107826" y="5292218"/>
                  </a:lnTo>
                  <a:lnTo>
                    <a:pt x="117685" y="5342588"/>
                  </a:lnTo>
                  <a:lnTo>
                    <a:pt x="127962" y="5392808"/>
                  </a:lnTo>
                  <a:lnTo>
                    <a:pt x="138654" y="5442875"/>
                  </a:lnTo>
                  <a:lnTo>
                    <a:pt x="149757" y="5492787"/>
                  </a:lnTo>
                  <a:lnTo>
                    <a:pt x="161270" y="5542545"/>
                  </a:lnTo>
                  <a:lnTo>
                    <a:pt x="173193" y="5592144"/>
                  </a:lnTo>
                  <a:lnTo>
                    <a:pt x="185523" y="5641584"/>
                  </a:lnTo>
                  <a:lnTo>
                    <a:pt x="198257" y="5690862"/>
                  </a:lnTo>
                  <a:lnTo>
                    <a:pt x="211394" y="5739978"/>
                  </a:lnTo>
                  <a:lnTo>
                    <a:pt x="224934" y="5788927"/>
                  </a:lnTo>
                  <a:lnTo>
                    <a:pt x="238873" y="5837708"/>
                  </a:lnTo>
                  <a:lnTo>
                    <a:pt x="253209" y="5886322"/>
                  </a:lnTo>
                  <a:lnTo>
                    <a:pt x="267940" y="5934765"/>
                  </a:lnTo>
                  <a:lnTo>
                    <a:pt x="283063" y="5983033"/>
                  </a:lnTo>
                  <a:lnTo>
                    <a:pt x="298579" y="6031129"/>
                  </a:lnTo>
                  <a:lnTo>
                    <a:pt x="314488" y="6079047"/>
                  </a:lnTo>
                  <a:lnTo>
                    <a:pt x="330783" y="6126786"/>
                  </a:lnTo>
                  <a:lnTo>
                    <a:pt x="347464" y="6174346"/>
                  </a:lnTo>
                  <a:lnTo>
                    <a:pt x="364530" y="6221724"/>
                  </a:lnTo>
                  <a:lnTo>
                    <a:pt x="381978" y="6268917"/>
                  </a:lnTo>
                  <a:lnTo>
                    <a:pt x="399810" y="6315924"/>
                  </a:lnTo>
                  <a:lnTo>
                    <a:pt x="418014" y="6362744"/>
                  </a:lnTo>
                  <a:lnTo>
                    <a:pt x="436601" y="6409374"/>
                  </a:lnTo>
                  <a:lnTo>
                    <a:pt x="455560" y="6455813"/>
                  </a:lnTo>
                  <a:lnTo>
                    <a:pt x="474893" y="6502057"/>
                  </a:lnTo>
                  <a:lnTo>
                    <a:pt x="494598" y="6548106"/>
                  </a:lnTo>
                  <a:lnTo>
                    <a:pt x="514672" y="6593959"/>
                  </a:lnTo>
                  <a:lnTo>
                    <a:pt x="535112" y="6639612"/>
                  </a:lnTo>
                  <a:lnTo>
                    <a:pt x="555918" y="6685065"/>
                  </a:lnTo>
                  <a:lnTo>
                    <a:pt x="577090" y="6730316"/>
                  </a:lnTo>
                  <a:lnTo>
                    <a:pt x="598621" y="6775360"/>
                  </a:lnTo>
                  <a:lnTo>
                    <a:pt x="620514" y="6820199"/>
                  </a:lnTo>
                  <a:lnTo>
                    <a:pt x="642766" y="6864830"/>
                  </a:lnTo>
                  <a:lnTo>
                    <a:pt x="665373" y="6909250"/>
                  </a:lnTo>
                  <a:lnTo>
                    <a:pt x="688334" y="6953457"/>
                  </a:lnTo>
                  <a:lnTo>
                    <a:pt x="711647" y="6997452"/>
                  </a:lnTo>
                  <a:lnTo>
                    <a:pt x="735314" y="7041229"/>
                  </a:lnTo>
                  <a:lnTo>
                    <a:pt x="759327" y="7084790"/>
                  </a:lnTo>
                  <a:lnTo>
                    <a:pt x="783689" y="7128131"/>
                  </a:lnTo>
                  <a:lnTo>
                    <a:pt x="808392" y="7171249"/>
                  </a:lnTo>
                  <a:lnTo>
                    <a:pt x="833444" y="7214146"/>
                  </a:lnTo>
                  <a:lnTo>
                    <a:pt x="858834" y="7256816"/>
                  </a:lnTo>
                  <a:lnTo>
                    <a:pt x="884563" y="7299260"/>
                  </a:lnTo>
                  <a:lnTo>
                    <a:pt x="910630" y="7341474"/>
                  </a:lnTo>
                  <a:lnTo>
                    <a:pt x="937034" y="7383458"/>
                  </a:lnTo>
                  <a:lnTo>
                    <a:pt x="963770" y="7425209"/>
                  </a:lnTo>
                  <a:lnTo>
                    <a:pt x="990838" y="7466725"/>
                  </a:lnTo>
                  <a:lnTo>
                    <a:pt x="1018238" y="7508004"/>
                  </a:lnTo>
                  <a:lnTo>
                    <a:pt x="1045966" y="7549047"/>
                  </a:lnTo>
                  <a:lnTo>
                    <a:pt x="1074019" y="7589848"/>
                  </a:lnTo>
                  <a:lnTo>
                    <a:pt x="1102394" y="7630407"/>
                  </a:lnTo>
                  <a:lnTo>
                    <a:pt x="1131096" y="7670722"/>
                  </a:lnTo>
                  <a:lnTo>
                    <a:pt x="1160119" y="7710791"/>
                  </a:lnTo>
                  <a:lnTo>
                    <a:pt x="1189456" y="7750613"/>
                  </a:lnTo>
                  <a:lnTo>
                    <a:pt x="1219114" y="7790185"/>
                  </a:lnTo>
                  <a:lnTo>
                    <a:pt x="1249089" y="7829505"/>
                  </a:lnTo>
                  <a:lnTo>
                    <a:pt x="1279373" y="7868574"/>
                  </a:lnTo>
                  <a:lnTo>
                    <a:pt x="1309969" y="7907385"/>
                  </a:lnTo>
                  <a:lnTo>
                    <a:pt x="1340878" y="7945940"/>
                  </a:lnTo>
                  <a:lnTo>
                    <a:pt x="1372091" y="7984237"/>
                  </a:lnTo>
                  <a:lnTo>
                    <a:pt x="1403609" y="8022272"/>
                  </a:lnTo>
                  <a:lnTo>
                    <a:pt x="1435433" y="8060044"/>
                  </a:lnTo>
                  <a:lnTo>
                    <a:pt x="1467559" y="8097552"/>
                  </a:lnTo>
                  <a:lnTo>
                    <a:pt x="1499985" y="8134794"/>
                  </a:lnTo>
                  <a:lnTo>
                    <a:pt x="1532710" y="8171767"/>
                  </a:lnTo>
                  <a:lnTo>
                    <a:pt x="1565729" y="8208470"/>
                  </a:lnTo>
                  <a:lnTo>
                    <a:pt x="1599045" y="8244903"/>
                  </a:lnTo>
                  <a:lnTo>
                    <a:pt x="1632650" y="8281059"/>
                  </a:lnTo>
                  <a:lnTo>
                    <a:pt x="1650236" y="8299671"/>
                  </a:lnTo>
                </a:path>
              </a:pathLst>
            </a:custGeom>
            <a:ln w="680188">
              <a:solidFill>
                <a:srgbClr val="FB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9706" y="4788395"/>
            <a:ext cx="3109120" cy="11439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7813" y="5185577"/>
            <a:ext cx="2013709" cy="10827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846</Words>
  <Application>Microsoft Office PowerPoint</Application>
  <PresentationFormat>Custom</PresentationFormat>
  <Paragraphs>229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Times New Roman</vt:lpstr>
      <vt:lpstr>Office Theme</vt:lpstr>
      <vt:lpstr>PowerPoint Presentation</vt:lpstr>
      <vt:lpstr>PowerPoint Presentation</vt:lpstr>
      <vt:lpstr>In m any educational institutions, cam pus events are m anaged m anually or using</vt:lpstr>
      <vt:lpstr>1 . To design and develop a web-based Academ ic C am pus E vent &amp; R egistration secure user authentication and role-based access.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 O M E</vt:lpstr>
      <vt:lpstr>R E G IS T R A T IO N</vt:lpstr>
      <vt:lpstr>L O G IN</vt:lpstr>
      <vt:lpstr>O U T U T A G E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Ayesha Shaik</dc:creator>
  <cp:lastModifiedBy>Ayesha Shaik</cp:lastModifiedBy>
  <cp:revision>1</cp:revision>
  <dcterms:created xsi:type="dcterms:W3CDTF">2026-04-05T09:19:27Z</dcterms:created>
  <dcterms:modified xsi:type="dcterms:W3CDTF">2026-05-06T04:54:14Z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2026-04-05T00:00:00Z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2026-04-05T00:00:00Z</vt:filetime>
  </property>
</Properties>
</file>